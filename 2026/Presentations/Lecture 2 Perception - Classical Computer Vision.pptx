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dat" ContentType="application/x-fontdata"/>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a7b336bc36547fe" /><Relationship Type="http://schemas.openxmlformats.org/officeDocument/2006/relationships/extended-properties" Target="/docProps/app.xml" Id="Rc56da80b2b114d24" /><Relationship Type="http://schemas.openxmlformats.org/officeDocument/2006/relationships/officeDocument" Target="/ppt/presentation.xml" Id="R1e581b08221b4b44"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263e1ef3690f4e5c"/>
  </p:sldMasterIdLst>
  <p:notesMasterIdLst>
    <p:notesMasterId xmlns:r="http://schemas.openxmlformats.org/officeDocument/2006/relationships" r:id="R71c11999c3114a8e"/>
  </p:notesMasterIdLst>
  <p:sldIdLst>
    <p:sldId xmlns:r="http://schemas.openxmlformats.org/officeDocument/2006/relationships" id="256" r:id="R0ca220c1e23343c1"/>
    <p:sldId xmlns:r="http://schemas.openxmlformats.org/officeDocument/2006/relationships" id="257" r:id="Rd83d18704c944934"/>
    <p:sldId xmlns:r="http://schemas.openxmlformats.org/officeDocument/2006/relationships" id="258" r:id="R468c74f95f89475a"/>
    <p:sldId xmlns:r="http://schemas.openxmlformats.org/officeDocument/2006/relationships" id="259" r:id="R30aedc9aacd24306"/>
    <p:sldId xmlns:r="http://schemas.openxmlformats.org/officeDocument/2006/relationships" id="260" r:id="R3193f734f02d482e"/>
    <p:sldId xmlns:r="http://schemas.openxmlformats.org/officeDocument/2006/relationships" id="261" r:id="R1d743794237144a9"/>
    <p:sldId xmlns:r="http://schemas.openxmlformats.org/officeDocument/2006/relationships" id="262" r:id="Rf842adeec4ff4e72"/>
    <p:sldId xmlns:r="http://schemas.openxmlformats.org/officeDocument/2006/relationships" id="263" r:id="R365af79d262d4e54"/>
    <p:sldId xmlns:r="http://schemas.openxmlformats.org/officeDocument/2006/relationships" id="264" r:id="Rbd884ea1f2364c1d"/>
    <p:sldId xmlns:r="http://schemas.openxmlformats.org/officeDocument/2006/relationships" id="265" r:id="Re017ae8bef3843c8"/>
    <p:sldId xmlns:r="http://schemas.openxmlformats.org/officeDocument/2006/relationships" id="266" r:id="Re88ba75206e84f9d"/>
    <p:sldId xmlns:r="http://schemas.openxmlformats.org/officeDocument/2006/relationships" id="267" r:id="R80ab3023acc54048"/>
    <p:sldId xmlns:r="http://schemas.openxmlformats.org/officeDocument/2006/relationships" id="268" r:id="Ra6736120c6534555"/>
    <p:sldId xmlns:r="http://schemas.openxmlformats.org/officeDocument/2006/relationships" id="269" r:id="R1bd264cab11f4921"/>
    <p:sldId xmlns:r="http://schemas.openxmlformats.org/officeDocument/2006/relationships" id="270" r:id="R78d11bda9d2a44bf"/>
    <p:sldId xmlns:r="http://schemas.openxmlformats.org/officeDocument/2006/relationships" id="271" r:id="R87ccdad35dae423a"/>
    <p:sldId xmlns:r="http://schemas.openxmlformats.org/officeDocument/2006/relationships" id="272" r:id="Ra2b3683526564e6f"/>
    <p:sldId xmlns:r="http://schemas.openxmlformats.org/officeDocument/2006/relationships" id="273" r:id="R8da7cee7c4314eff"/>
    <p:sldId xmlns:r="http://schemas.openxmlformats.org/officeDocument/2006/relationships" id="274" r:id="R300bdef25eb945b6"/>
    <p:sldId xmlns:r="http://schemas.openxmlformats.org/officeDocument/2006/relationships" id="275" r:id="R04288d565cf14171"/>
    <p:sldId xmlns:r="http://schemas.openxmlformats.org/officeDocument/2006/relationships" id="276" r:id="Ra3d8a27e0f30412a"/>
    <p:sldId xmlns:r="http://schemas.openxmlformats.org/officeDocument/2006/relationships" id="277" r:id="R13fc1f7704cb4eb4"/>
    <p:sldId xmlns:r="http://schemas.openxmlformats.org/officeDocument/2006/relationships" id="278" r:id="R8c96316bd6744cd5"/>
    <p:sldId xmlns:r="http://schemas.openxmlformats.org/officeDocument/2006/relationships" id="279" r:id="Rbe56ed97159148fa"/>
    <p:sldId xmlns:r="http://schemas.openxmlformats.org/officeDocument/2006/relationships" id="280" r:id="R9fddb727888c4798"/>
    <p:sldId xmlns:r="http://schemas.openxmlformats.org/officeDocument/2006/relationships" id="281" r:id="R01ac4725bc724d6d"/>
    <p:sldId xmlns:r="http://schemas.openxmlformats.org/officeDocument/2006/relationships" id="282" r:id="R768aa40e8ff945eb"/>
    <p:sldId xmlns:r="http://schemas.openxmlformats.org/officeDocument/2006/relationships" id="283" r:id="R3e677465e2454185"/>
    <p:sldId xmlns:r="http://schemas.openxmlformats.org/officeDocument/2006/relationships" id="284" r:id="Rcf39cc1d28f348ce"/>
    <p:sldId xmlns:r="http://schemas.openxmlformats.org/officeDocument/2006/relationships" id="285" r:id="R53ddad4a799f4e15"/>
    <p:sldId xmlns:r="http://schemas.openxmlformats.org/officeDocument/2006/relationships" id="286" r:id="R216fc315354a485f"/>
    <p:sldId xmlns:r="http://schemas.openxmlformats.org/officeDocument/2006/relationships" id="287" r:id="R438bdd440a434452"/>
    <p:sldId xmlns:r="http://schemas.openxmlformats.org/officeDocument/2006/relationships" id="288" r:id="R1fe8ebc692ef48da"/>
  </p:sldIdLst>
  <p:sldSz cx="9144000" cy="5143500"/>
  <p:notesSz cx="6858000" cy="9144000"/>
  <p:embeddedFontLst>
    <p:embeddedFont>
      <p:font typeface="Helvetica Neue"/>
      <p:regular xmlns:r="http://schemas.openxmlformats.org/officeDocument/2006/relationships" r:id="R539c5aa96ea749f9"/>
      <p:bold xmlns:r="http://schemas.openxmlformats.org/officeDocument/2006/relationships" r:id="Red4ab3660c7d4a74"/>
      <p:italic xmlns:r="http://schemas.openxmlformats.org/officeDocument/2006/relationships" r:id="R072b544eaa514e00"/>
      <p:boldItalic xmlns:r="http://schemas.openxmlformats.org/officeDocument/2006/relationships" r:id="R7b8edab2db694050"/>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a22449196e344d76" /><Relationship Type="http://schemas.openxmlformats.org/officeDocument/2006/relationships/slideMaster" Target="/ppt/slideMasters/slideMaster1.xml" Id="R263e1ef3690f4e5c" /><Relationship Type="http://schemas.openxmlformats.org/officeDocument/2006/relationships/notesMaster" Target="/ppt/notesMasters/notesMaster1.xml" Id="R71c11999c3114a8e" /><Relationship Type="http://schemas.openxmlformats.org/officeDocument/2006/relationships/presProps" Target="/ppt/presProps.xml" Id="R8b6f81c44df44088" /><Relationship Type="http://schemas.openxmlformats.org/officeDocument/2006/relationships/viewProps" Target="/ppt/viewProps.xml" Id="Rda6a11bcae354c3b" /><Relationship Type="http://schemas.openxmlformats.org/officeDocument/2006/relationships/tableStyles" Target="/ppt/tableStyles.xml" Id="R6512a5e306cf4cd0" /><Relationship Type="http://schemas.openxmlformats.org/officeDocument/2006/relationships/font" Target="/ppt/fonts/font.dat" Id="R539c5aa96ea749f9" /><Relationship Type="http://schemas.openxmlformats.org/officeDocument/2006/relationships/font" Target="/ppt/fonts/font2.dat" Id="Red4ab3660c7d4a74" /><Relationship Type="http://schemas.openxmlformats.org/officeDocument/2006/relationships/font" Target="/ppt/fonts/font3.dat" Id="R072b544eaa514e00" /><Relationship Type="http://schemas.openxmlformats.org/officeDocument/2006/relationships/font" Target="/ppt/fonts/font4.dat" Id="R7b8edab2db694050" /><Relationship Type="http://schemas.openxmlformats.org/officeDocument/2006/relationships/slide" Target="/ppt/slides/slide1.xml" Id="R0ca220c1e23343c1" /><Relationship Type="http://schemas.openxmlformats.org/officeDocument/2006/relationships/slide" Target="/ppt/slides/slide2.xml" Id="Rd83d18704c944934" /><Relationship Type="http://schemas.openxmlformats.org/officeDocument/2006/relationships/slide" Target="/ppt/slides/slide3.xml" Id="R468c74f95f89475a" /><Relationship Type="http://schemas.openxmlformats.org/officeDocument/2006/relationships/slide" Target="/ppt/slides/slide4.xml" Id="R30aedc9aacd24306" /><Relationship Type="http://schemas.openxmlformats.org/officeDocument/2006/relationships/slide" Target="/ppt/slides/slide5.xml" Id="R3193f734f02d482e" /><Relationship Type="http://schemas.openxmlformats.org/officeDocument/2006/relationships/slide" Target="/ppt/slides/slide6.xml" Id="R1d743794237144a9" /><Relationship Type="http://schemas.openxmlformats.org/officeDocument/2006/relationships/slide" Target="/ppt/slides/slide7.xml" Id="Rf842adeec4ff4e72" /><Relationship Type="http://schemas.openxmlformats.org/officeDocument/2006/relationships/slide" Target="/ppt/slides/slide8.xml" Id="R365af79d262d4e54" /><Relationship Type="http://schemas.openxmlformats.org/officeDocument/2006/relationships/slide" Target="/ppt/slides/slide9.xml" Id="Rbd884ea1f2364c1d" /><Relationship Type="http://schemas.openxmlformats.org/officeDocument/2006/relationships/slide" Target="/ppt/slides/slide10.xml" Id="Re017ae8bef3843c8" /><Relationship Type="http://schemas.openxmlformats.org/officeDocument/2006/relationships/slide" Target="/ppt/slides/slide11.xml" Id="Re88ba75206e84f9d" /><Relationship Type="http://schemas.openxmlformats.org/officeDocument/2006/relationships/slide" Target="/ppt/slides/slide12.xml" Id="R80ab3023acc54048" /><Relationship Type="http://schemas.openxmlformats.org/officeDocument/2006/relationships/slide" Target="/ppt/slides/slide13.xml" Id="Ra6736120c6534555" /><Relationship Type="http://schemas.openxmlformats.org/officeDocument/2006/relationships/slide" Target="/ppt/slides/slide14.xml" Id="R1bd264cab11f4921" /><Relationship Type="http://schemas.openxmlformats.org/officeDocument/2006/relationships/slide" Target="/ppt/slides/slide15.xml" Id="R78d11bda9d2a44bf" /><Relationship Type="http://schemas.openxmlformats.org/officeDocument/2006/relationships/slide" Target="/ppt/slides/slide16.xml" Id="R87ccdad35dae423a" /><Relationship Type="http://schemas.openxmlformats.org/officeDocument/2006/relationships/slide" Target="/ppt/slides/slide17.xml" Id="Ra2b3683526564e6f" /><Relationship Type="http://schemas.openxmlformats.org/officeDocument/2006/relationships/slide" Target="/ppt/slides/slide18.xml" Id="R8da7cee7c4314eff" /><Relationship Type="http://schemas.openxmlformats.org/officeDocument/2006/relationships/slide" Target="/ppt/slides/slide19.xml" Id="R300bdef25eb945b6" /><Relationship Type="http://schemas.openxmlformats.org/officeDocument/2006/relationships/slide" Target="/ppt/slides/slide20.xml" Id="R04288d565cf14171" /><Relationship Type="http://schemas.openxmlformats.org/officeDocument/2006/relationships/slide" Target="/ppt/slides/slide21.xml" Id="Ra3d8a27e0f30412a" /><Relationship Type="http://schemas.openxmlformats.org/officeDocument/2006/relationships/slide" Target="/ppt/slides/slide22.xml" Id="R13fc1f7704cb4eb4" /><Relationship Type="http://schemas.openxmlformats.org/officeDocument/2006/relationships/slide" Target="/ppt/slides/slide23.xml" Id="R8c96316bd6744cd5" /><Relationship Type="http://schemas.openxmlformats.org/officeDocument/2006/relationships/slide" Target="/ppt/slides/slide24.xml" Id="Rbe56ed97159148fa" /><Relationship Type="http://schemas.openxmlformats.org/officeDocument/2006/relationships/slide" Target="/ppt/slides/slide25.xml" Id="R9fddb727888c4798" /><Relationship Type="http://schemas.openxmlformats.org/officeDocument/2006/relationships/slide" Target="/ppt/slides/slide26.xml" Id="R01ac4725bc724d6d" /><Relationship Type="http://schemas.openxmlformats.org/officeDocument/2006/relationships/slide" Target="/ppt/slides/slide27.xml" Id="R768aa40e8ff945eb" /><Relationship Type="http://schemas.openxmlformats.org/officeDocument/2006/relationships/slide" Target="/ppt/slides/slide28.xml" Id="R3e677465e2454185" /><Relationship Type="http://schemas.openxmlformats.org/officeDocument/2006/relationships/slide" Target="/ppt/slides/slide29.xml" Id="Rcf39cc1d28f348ce" /><Relationship Type="http://schemas.openxmlformats.org/officeDocument/2006/relationships/slide" Target="/ppt/slides/slide30.xml" Id="R53ddad4a799f4e15" /><Relationship Type="http://schemas.openxmlformats.org/officeDocument/2006/relationships/slide" Target="/ppt/slides/slide31.xml" Id="R216fc315354a485f" /><Relationship Type="http://schemas.openxmlformats.org/officeDocument/2006/relationships/slide" Target="/ppt/slides/slide32.xml" Id="R438bdd440a434452" /><Relationship Type="http://schemas.openxmlformats.org/officeDocument/2006/relationships/slide" Target="/ppt/slides/slide33.xml" Id="R1fe8ebc692ef48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88a4be52616413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UD Primary and Secondary">
      <a:dk1>
        <a:srgbClr val="000000"/>
      </a:dk1>
      <a:lt1>
        <a:srgbClr val="FFFFFF"/>
      </a:lt1>
      <a:dk2>
        <a:srgbClr val="00539F"/>
      </a:dk2>
      <a:lt2>
        <a:srgbClr val="EEECE1"/>
      </a:lt2>
      <a:accent1>
        <a:srgbClr val="4F81BD"/>
      </a:accent1>
      <a:accent2>
        <a:srgbClr val="AF1E2D"/>
      </a:accent2>
      <a:accent3>
        <a:srgbClr val="BED600"/>
      </a:accent3>
      <a:accent4>
        <a:srgbClr val="5A8E22"/>
      </a:accent4>
      <a:accent5>
        <a:srgbClr val="00A0DF"/>
      </a:accent5>
      <a:accent6>
        <a:srgbClr val="EF8200"/>
      </a:accent6>
      <a:hlink>
        <a:srgbClr val="00539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UD Primary and Secondar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6a99a0cb617450f" /><Relationship Type="http://schemas.openxmlformats.org/officeDocument/2006/relationships/notesMaster" Target="/ppt/notesMasters/notesMaster1.xml" Id="Raac7c098c5404c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1a5e90ab4ab04713" /><Relationship Type="http://schemas.openxmlformats.org/officeDocument/2006/relationships/notesMaster" Target="/ppt/notesMasters/notesMaster1.xml" Id="R8b97c305cefe44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4feec1ebb7eb437f" /><Relationship Type="http://schemas.openxmlformats.org/officeDocument/2006/relationships/notesMaster" Target="/ppt/notesMasters/notesMaster1.xml" Id="Rec65d830447e4544"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fa2d5cfeab47a6" /><Relationship Type="http://schemas.openxmlformats.org/officeDocument/2006/relationships/notesMaster" Target="/ppt/notesMasters/notesMaster1.xml" Id="R1667c18a840a47a5"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8cc922f11f4df2" /><Relationship Type="http://schemas.openxmlformats.org/officeDocument/2006/relationships/notesMaster" Target="/ppt/notesMasters/notesMaster1.xml" Id="R022a970f6c4c45d3" /></Relationships>
</file>

<file path=ppt/notesSlides/_rels/notesSlide6.xml.rels>&#65279;<?xml version="1.0" encoding="utf-8"?><Relationships xmlns="http://schemas.openxmlformats.org/package/2006/relationships"><Relationship Type="http://schemas.openxmlformats.org/officeDocument/2006/relationships/slide" Target="/ppt/slides/slide6.xml" Id="R484dffe39c784512" /><Relationship Type="http://schemas.openxmlformats.org/officeDocument/2006/relationships/notesMaster" Target="/ppt/notesMasters/notesMaster1.xml" Id="R0339352f903547c7" /></Relationships>
</file>

<file path=ppt/notesSlides/_rels/notesSlide7.xml.rels>&#65279;<?xml version="1.0" encoding="utf-8"?><Relationships xmlns="http://schemas.openxmlformats.org/package/2006/relationships"><Relationship Type="http://schemas.openxmlformats.org/officeDocument/2006/relationships/slide" Target="/ppt/slides/slide7.xml" Id="R4de6635eaab84093" /><Relationship Type="http://schemas.openxmlformats.org/officeDocument/2006/relationships/notesMaster" Target="/ppt/notesMasters/notesMaster1.xml" Id="R8fa38a842a624fc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08c94f775f74141" /><Relationship Type="http://schemas.openxmlformats.org/officeDocument/2006/relationships/notesMaster" Target="/ppt/notesMasters/notesMaster1.xml" Id="Rfad3fb8327854704" /></Relationships>
</file>

<file path=ppt/notesSlides/_rels/notesSlide9.xml.rels>&#65279;<?xml version="1.0" encoding="utf-8"?><Relationships xmlns="http://schemas.openxmlformats.org/package/2006/relationships"><Relationship Type="http://schemas.openxmlformats.org/officeDocument/2006/relationships/slide" Target="/ppt/slides/slide9.xml" Id="Ra7219ab265934a82" /><Relationship Type="http://schemas.openxmlformats.org/officeDocument/2006/relationships/notesMaster" Target="/ppt/notesMasters/notesMaster1.xml" Id="R097fcdbf60a447d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9fdd931737b416a" /><Relationship Type="http://schemas.openxmlformats.org/officeDocument/2006/relationships/notesMaster" Target="/ppt/notesMasters/notesMaster1.xml" Id="R2842febd098142e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af808e1b73a4514" /><Relationship Type="http://schemas.openxmlformats.org/officeDocument/2006/relationships/notesMaster" Target="/ppt/notesMasters/notesMaster1.xml" Id="Rbfa25d5e297d430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7f3372481b44e0c" /><Relationship Type="http://schemas.openxmlformats.org/officeDocument/2006/relationships/notesMaster" Target="/ppt/notesMasters/notesMaster1.xml" Id="R831d58eab70d4c2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4ddd3e4f1eb4f57" /><Relationship Type="http://schemas.openxmlformats.org/officeDocument/2006/relationships/notesMaster" Target="/ppt/notesMasters/notesMaster1.xml" Id="Ref471116c3e64d4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d743b16511f4391" /><Relationship Type="http://schemas.openxmlformats.org/officeDocument/2006/relationships/notesMaster" Target="/ppt/notesMasters/notesMaster1.xml" Id="R235a8e1270b8476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51ffded4a4849a1" /><Relationship Type="http://schemas.openxmlformats.org/officeDocument/2006/relationships/notesMaster" Target="/ppt/notesMasters/notesMaster1.xml" Id="R12c7f5ed4be84e5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9fc4107f68e4368" /><Relationship Type="http://schemas.openxmlformats.org/officeDocument/2006/relationships/notesMaster" Target="/ppt/notesMasters/notesMaster1.xml" Id="Rf37d3e75a32f4f0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f0db7c02ebc465a" /><Relationship Type="http://schemas.openxmlformats.org/officeDocument/2006/relationships/notesMaster" Target="/ppt/notesMasters/notesMaster1.xml" Id="R94e2e8b414b8464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e75823dc4e64e7e" /><Relationship Type="http://schemas.openxmlformats.org/officeDocument/2006/relationships/notesMaster" Target="/ppt/notesMasters/notesMaster1.xml" Id="R2adab76526dc425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923c0fc5dda46aa" /><Relationship Type="http://schemas.openxmlformats.org/officeDocument/2006/relationships/notesMaster" Target="/ppt/notesMasters/notesMaster1.xml" Id="R1ce38389c509429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bd2c939915841ba" /><Relationship Type="http://schemas.openxmlformats.org/officeDocument/2006/relationships/notesMaster" Target="/ppt/notesMasters/notesMaster1.xml" Id="R3455449608d34b8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794cf6074e8470d" /><Relationship Type="http://schemas.openxmlformats.org/officeDocument/2006/relationships/notesMaster" Target="/ppt/notesMasters/notesMaster1.xml" Id="Redd4b9acc3f64dc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8fa7833a9a440ea" /><Relationship Type="http://schemas.openxmlformats.org/officeDocument/2006/relationships/notesMaster" Target="/ppt/notesMasters/notesMaster1.xml" Id="Re62c4b0695d74a9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70986f31aa84bda" /><Relationship Type="http://schemas.openxmlformats.org/officeDocument/2006/relationships/notesMaster" Target="/ppt/notesMasters/notesMaster1.xml" Id="R278c158a9b7348b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2a6d5e1fb9142ca" /><Relationship Type="http://schemas.openxmlformats.org/officeDocument/2006/relationships/notesMaster" Target="/ppt/notesMasters/notesMaster1.xml" Id="R090bccc451774a0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01d34ebdad54aff" /><Relationship Type="http://schemas.openxmlformats.org/officeDocument/2006/relationships/notesMaster" Target="/ppt/notesMasters/notesMaster1.xml" Id="Rfa324b1eaaf4481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41e8575fa95421d" /><Relationship Type="http://schemas.openxmlformats.org/officeDocument/2006/relationships/notesMaster" Target="/ppt/notesMasters/notesMaster1.xml" Id="R9006417fde6f4f7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f3be6f36ede4fbf" /><Relationship Type="http://schemas.openxmlformats.org/officeDocument/2006/relationships/notesMaster" Target="/ppt/notesMasters/notesMaster1.xml" Id="R0109fd1cde3e4d2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dd1229d73374b61" /><Relationship Type="http://schemas.openxmlformats.org/officeDocument/2006/relationships/notesMaster" Target="/ppt/notesMasters/notesMaster1.xml" Id="R66c71e78a9474b1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b4954950c48454f" /><Relationship Type="http://schemas.openxmlformats.org/officeDocument/2006/relationships/notesMaster" Target="/ppt/notesMasters/notesMaster1.xml" Id="Rf5cc79d41f90464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ac857438b884b54" /><Relationship Type="http://schemas.openxmlformats.org/officeDocument/2006/relationships/notesMaster" Target="/ppt/notesMasters/notesMaster1.xml" Id="R16d1c0a8dc364c0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f97537fcbff4726" /><Relationship Type="http://schemas.openxmlformats.org/officeDocument/2006/relationships/notesMaster" Target="/ppt/notesMasters/notesMaster1.xml" Id="Re654fd40efe6439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40c663f50d54b36" /><Relationship Type="http://schemas.openxmlformats.org/officeDocument/2006/relationships/notesMaster" Target="/ppt/notesMasters/notesMaster1.xml" Id="Raaf3832b8b894c7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43dcf79ace54afd" /><Relationship Type="http://schemas.openxmlformats.org/officeDocument/2006/relationships/notesMaster" Target="/ppt/notesMasters/notesMaster1.xml" Id="R3875c63ae7ab4cd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Today is one causal story. We begin with the simplest feature that can recognize a clean digit. Every failure motivates the next operation, and every operation has a ROS 2 experiment immediately after it.</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/media/william/blueicedrive/Github/Intro2AV-CourseContent/2026/Presentations/Lecture 8.pptx</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/media/william/blueicedrive/Github/Intro2AV-CourseContent/2026/Presentations/Lecture 2.pptx.pdf</a:t>
            </a:r>
            <a:endParaRPr/>
          </a:p>
          <a:p xmlns:a="http://schemas.openxmlformats.org/drawingml/2006/main">
            <a:pPr marL="0" lvl="0" indent="0" algn="l">
              <a:lnSpc>
                <a:spcPct val="100000"/>
              </a:lnSpc>
              <a:spcBef>
                <a:spcPts val="360"/>
              </a:spcBef>
              <a:spcAft>
                <a:spcPts val="0"/>
              </a:spcAft>
              <a:buSzPts val="1400"/>
              <a:buNone/>
            </a:pPr>
            <a:r>
              <a:t>- OpenAI ImageGen: autonomous-driving perception hero illustration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Preview the entire causal chain. Do not teach these as an API list. Ask students what information the current representation loses before revealing the next method.</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/media/william/blueicedrive/Github/Intro2AV-CourseContent/2026/Presentations/Lecture 2.pptx.pdf</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/media/william/blueicedrive/Github/Intro2AV-CourseContent/2026/Labs/ClassicalCV/student/ROS2_HANDS_ON.md</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/media/william/blueicedrive/Github/Intro2AV-CourseContent/2026/Labs/ClassicalCV/student/DATA_README.md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Have students download the archive through the clickable button, unpack it under a short Linux path, and inspect the top-level folders. The archive opens as cv_lab and already contains the starter package under ws/src/cv_lab. Nothing is submitted. On WSL, building inside the Linux filesystem avoids long-path and permission problems.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https://drive.google.com/file/d/15JSaotsxEXHAcFdtfUTNPBkq8JsG8RKH/view?usp=drivesdk</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OpenCV's Python import name is cv2; the Ubuntu dependency that provides it is python3-opencv. rosdep reads package.xml and installs missing system dependencies. sudo rosdep init is a one-time machine step: skip it if rosdep reports that initialization already exists. If the verification imports fail and which python3 points to Conda, deactivate Conda before sourcing Humble because the ROS binary was built for Ubuntu's system Python.</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https://docs.ros.org/en/humble/Installation/Ubuntu-Install-Debs.html</a:t>
            </a:r>
            <a:endParaRPr/>
          </a:p>
          <a:p xmlns:a="http://schemas.openxmlformats.org/drawingml/2006/main">
            <a:pPr marL="0" lvl="0" indent="0" algn="l">
              <a:lnSpc>
                <a:spcPct val="100000"/>
              </a:lnSpc>
              <a:spcBef>
                <a:spcPts val="360"/>
              </a:spcBef>
              <a:spcAft>
                <a:spcPts val="0"/>
              </a:spcAft>
              <a:buSzPts val="1400"/>
              <a:buNone/>
            </a:pPr>
            <a:r>
              <a:t>- https://docs.ros.org/en/humble/Tutorials/Intermediate/Rosdep.html</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/media/william/blueicedrive/Github/Intro2AV-CourseContent/2026/Labs/ClassicalCV/student/ws/src/cv_lab/package.xml</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Students create cv_practice and its generated practice_node in a separate scratch workspace to learn what ros2 pkg create produces. Then they edit the TODOs in the downloaded cv_lab package. After they finish the TODOs in a Python file, they use the blue block to rebuild cv_lab and source the rebuilt workspace before running that node. Explain package.xml as dependency metadata, setup.py as Python packaging plus console entry points, and cv_lab/ as the importable module. Before each checkpoint, every new terminal must be in the lab root and source both the ROS underlay and ws/install/setup.bash.</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https://docs.ros.org/en/humble/Tutorials/Beginner-Client-Libraries/Creating-Your-First-ROS2-Package.html</a:t>
            </a:r>
            <a:endParaRPr/>
          </a:p>
          <a:p xmlns:a="http://schemas.openxmlformats.org/drawingml/2006/main">
            <a:pPr marL="0" lvl="0" indent="0" algn="l">
              <a:lnSpc>
                <a:spcPct val="100000"/>
              </a:lnSpc>
              <a:spcBef>
                <a:spcPts val="360"/>
              </a:spcBef>
              <a:spcAft>
                <a:spcPts val="0"/>
              </a:spcAft>
              <a:buSzPts val="1400"/>
              <a:buNone/>
            </a:pPr>
            <a:r>
              <a:t>- https://docs.ros.org/en/humble/Tutorials/Beginner-Client-Libraries/Writing-A-Simple-Py-Publisher-And-Subscriber.html</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/media/william/blueicedrive/Github/Intro2AV-CourseContent/2026/Labs/ClassicalCV/student/ws/src/cv_lab/package.xml</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/media/william/blueicedrive/Github/Intro2AV-CourseContent/2026/Labs/ClassicalCV/student/ws/src/cv_lab/setup.py</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Read a few cells, flatten by rows, and connect the concrete matrix to the ROS message. The input is deliberately small enough to inspect by eye.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/media/william/blueicedrive/Github/Intro2AV-CourseContent/2026/Labs/ClassicalCV/student/inputs/digit_3.csv</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/media/william/blueicedrive/Github/Intro2AV-CourseContent/2026/Labs/ClassicalCV/student/DATA_README.md</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/media/william/blueicedrive/Github/Intro2AV-CourseContent/2026/Labs/ClassicalCV/student/ws/src/cv_lab/cv_lab/digit_recognizer_node.py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Use x histogram to mean counts at each x coordinate, so sum down each column. Use y histogram to mean counts at each y coordinate, so sum across each row. State this convention explicitly because row/column naming often causes confusion.</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/media/william/blueicedrive/Github/Intro2AV-CourseContent/2026/Labs/ClassicalCV/student/inputs/digit_3.csv</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/media/william/blueicedrive/Github/Intro2AV-CourseContent/2026/Labs/ClassicalCV/answers/ws/src/cv_lab/cv_lab/digit_recognizer_node.py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This is a nearest-template classifier, not machine learning. Work one count difference and sum absolute values. A unique distance-zero match is clean success; equal minima must be reported as ambiguity. The limitation comes from the descriptor, not from ROS.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/media/william/blueicedrive/Github/Intro2AV-CourseContent/2026/Labs/ClassicalCV/answers/ws/src/cv_lab/cv_lab/digit_recognizer_node.py</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/media/william/blueicedrive/Github/Intro2AV-CourseContent/2026/Labs/ClassicalCV/student/DATA_README.md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Students edit the exact path shown and complete the three labeled TODO sections. They then rebuild cv_lab and source the rebuilt workspace with the blue block on Setup 3 before using three sourced terminals in the numbered order. Step 1 stays running. Step 2 inspects the graph and waits on echo --once. Step 3 publishes msg/d3.yaml, triggering both the node callback and the waiting echo. The node callback already contains the visualization code.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/media/william/blueicedrive/Github/Intro2AV-CourseContent/2026/Labs/ClassicalCV/student/ROS2_HANDS_ON.md</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/media/william/blueicedrive/Github/Intro2AV-CourseContent/2026/Labs/ClassicalCV/student/msg/d3.yaml</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/media/william/blueicedrive/Github/Intro2AV-CourseContent/2026/Labs/ClassicalCV/student/inputs/digit_3.csv</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/media/william/blueicedrive/Github/Intro2AV-CourseContent/2026/Labs/ClassicalCV/student/ws/src/cv_lab/cv_lab/digit_recognizer_node.py</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/media/william/blueicedrive/Github/Intro2AV-CourseContent/2026/Labs/ClassicalCV/student/outputs/histogram_digit_3.png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First compare the clean 2 and 5: they have different pixel arrangements but the same 20 projection counts, so the node reports best_matches=[2,5] and prediction=-1. Then inspect five recognizable 3s. Shift is an alignment problem; thickness, gaps, and isolated dots are local binary-mask defects.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/media/william/blueicedrive/Github/Intro2AV-CourseContent/2026/Labs/ClassicalCV/student/inputs/digit_2.csv</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/media/william/blueicedrive/Github/Intro2AV-CourseContent/2026/Labs/ClassicalCV/student/inputs/digit_5.csv</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/media/william/blueicedrive/Github/Intro2AV-CourseContent/2026/Labs/ClassicalCV/student/inputs/digit_variants/digit_3_shifted.csv</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/media/william/blueicedrive/Github/Intro2AV-CourseContent/2026/Labs/ClassicalCV/student/inputs/digit_variants/digit_3_thick.csv</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/media/william/blueicedrive/Github/Intro2AV-CourseContent/2026/Labs/ClassicalCV/student/inputs/digit_variants/digit_3_thin.csv</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/media/william/blueicedrive/Github/Intro2AV-CourseContent/2026/Labs/ClassicalCV/student/inputs/digit_variants/digit_3_holes.csv</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/media/william/blueicedrive/Github/Intro2AV-CourseContent/2026/Labs/ClassicalCV/student/inputs/digit_variants/digit_3_dots.csv</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/media/william/blueicedrive/Github/Intro2AV-CourseContent/2026/Labs/ClassicalCV/answers/ws/src/cv_lab/cv_lab/digit_recognizer_node.py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The GIF plays in Slide Show mode and previews the three failure cases. Students keep the single digit_recognizer process from Hands-on 1; starting another copy would duplicate reports. Terminal 2 displays every report. In Terminal 3, students execute one numbered publish command, inspect that report and outputs/histogram_digit.png, and only then continue. The fixed filename is overwritten by the next input. They leave Terminals 1 and 2 running for Hands-on 2B.</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/media/william/blueicedrive/Github/Intro2AV-CourseContent/2026/Labs/ClassicalCV/student/ROS2_HANDS_ON.md</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/media/william/blueicedrive/Github/Intro2AV-CourseContent/2026/Labs/ClassicalCV/student/msg/d5.yaml</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/media/william/blueicedrive/Github/Intro2AV-CourseContent/2026/Labs/ClassicalCV/student/msg/d3_shift.yaml</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/media/william/blueicedrive/Github/Intro2AV-CourseContent/2026/Labs/ClassicalCV/student/msg/d3_thick.yaml</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/media/william/blueicedrive/Github/Intro2AV-CourseContent/2026/Labs/ClassicalCV/student/outputs/hist_collision_5.png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GIF plays in Slide Show mode and previews the three failure cases. Students continue with the same node and echo processes from Hands-on 2A. In Terminal 3, they publish one input at a time and inspect the report and overwritten PNG before moving to the next step. Step 9 stops Terminal 2 first and then Terminal 1.</a:t>
            </a:r>
          </a:p>
          <a:p xmlns:a="http://schemas.openxmlformats.org/drawingml/2006/main">
            <a:r>
              <a:t/>
            </a:r>
          </a:p>
          <a:p xmlns:a="http://schemas.openxmlformats.org/drawingml/2006/main">
            <a:r>
              <a:t>[Sources]</a:t>
            </a:r>
          </a:p>
          <a:p xmlns:a="http://schemas.openxmlformats.org/drawingml/2006/main">
            <a:r>
              <a:t>- /media/william/blueicedrive/Github/Intro2AV-CourseContent/2026/Labs/ClassicalCV/student/ROS2_HANDS_ON.md</a:t>
            </a:r>
          </a:p>
          <a:p xmlns:a="http://schemas.openxmlformats.org/drawingml/2006/main">
            <a:r>
              <a:t>- /media/william/blueicedrive/Github/Intro2AV-CourseContent/2026/Labs/ClassicalCV/student/msg/d3_thin.yaml</a:t>
            </a:r>
          </a:p>
          <a:p xmlns:a="http://schemas.openxmlformats.org/drawingml/2006/main">
            <a:r>
              <a:t>- /media/william/blueicedrive/Github/Intro2AV-CourseContent/2026/Labs/ClassicalCV/student/msg/d3_holes.yaml</a:t>
            </a:r>
          </a:p>
          <a:p xmlns:a="http://schemas.openxmlformats.org/drawingml/2006/main">
            <a:r>
              <a:t>- /media/william/blueicedrive/Github/Intro2AV-CourseContent/2026/Labs/ClassicalCV/student/msg/d3_dots.yaml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Classify the observed failures by what should change in the binary mask. Keep the shifted 3 separate: local growing or shrinking does not know where the digit should be centered.</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https://docs.opencv.org/4.x/d9/d61/tutorial_py_morphological_ops.html</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/media/william/blueicedrive/Github/Intro2AV-CourseContent/2026/Labs/ClassicalCV/student/inputs/digit_variants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Use plain language first: erosion trims boundaries and dilation expands them. Then show that a horizontal kernel connects horizontally while a vertical kernel connects vertically.</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https://docs.opencv.org/4.x/d9/d61/tutorial_py_morphological_ops.html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Opening removes foreground specks smaller than the kernel. Closing fills or bridges small background gaps. The order is the meaning; neither is a universal cleanup button.</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https://docs.opencv.org/4.x/d9/d61/tutorial_py_morphological_ops.html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Read each verified before/after prediction. The examples include three digit classes so students see morphology as a general mask operation, not a special trick for the digit 3.</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/media/william/blueicedrive/Github/Intro2AV-CourseContent/2026/Labs/ClassicalCV/student/outputs/morph_0_thick.png</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/media/william/blueicedrive/Github/Intro2AV-CourseContent/2026/Labs/ClassicalCV/student/outputs/morph_8_thin.png</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/media/william/blueicedrive/Github/Intro2AV-CourseContent/2026/Labs/ClassicalCV/student/outputs/morph_3_dots.png</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/media/william/blueicedrive/Github/Intro2AV-CourseContent/2026/Labs/ClassicalCV/student/outputs/morph_3_holes.png</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/media/william/blueicedrive/Github/Intro2AV-CourseContent/2026/Labs/ClassicalCV/answers/ws/src/cv_lab/cv_lab/digit_recognizer_morphology.py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Students edit the exact path shown and complete the three labeled TODO sections. They then rebuild cv_lab and source the rebuilt workspace with the blue block on Setup 3 before using three sourced terminals in numbered order. They start the node, wait for one report, set all four parameters, and finally publish msg/d3_holes.yaml. The verified report fields are before_prediction=7, prediction=3, expected=3, and status=PASS. Figure writing already occurs inside the node callback. Step 5 stops Terminal 1 after viewing the result.</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https://docs.opencv.org/4.x/d9/d61/tutorial_py_morphological_ops.html</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/media/william/blueicedrive/Github/Intro2AV-CourseContent/2026/Labs/ClassicalCV/student/ROS2_HANDS_ON.md</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/media/william/blueicedrive/Github/Intro2AV-CourseContent/2026/Labs/ClassicalCV/student/msg/d3_holes.yaml</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/media/william/blueicedrive/Github/Intro2AV-CourseContent/2026/Labs/ClassicalCV/student/ws/src/cv_lab/cv_lab/digit_recognizer_morphology.py</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/media/william/blueicedrive/Github/Intro2AV-CourseContent/2026/Labs/ClassicalCV/student/outputs/morph_3_holes.png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Do not imply that morphology solves translation or that basic edge matching is automatically translation invariant. Morphology handles selected local mask defects. Projection counts still lose boundary arrangement, so local edge maps are the next representation. The later edge node recenters the foreground box as a separate classical alignment step.</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https://docs.opencv.org/4.x/d9/d61/tutorial_py_morphological_ops.html</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/media/william/blueicedrive/Github/Intro2AV-CourseContent/2026/Labs/ClassicalCV/student/inputs/digit_variants/digit_3_shifted.csv</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/media/william/blueicedrive/Github/Intro2AV-CourseContent/2026/Labs/ClassicalCV/answers/ws/src/cv_lab/cv_lab/digit_edge_node.py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Work a small multiply-and-add example. A negative response means the opposite brightness direction; taking absolute value keeps edge strength when direction is not needed.</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https://docs.opencv.org/4.x/d2/d2c/tutorial_sobel_derivatives.html</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/media/william/blueicedrive/Github/Intro2AV-CourseContent/2026/Labs/ClassicalCV/answers/ws/src/cv_lab/cv_lab/digit_kernel_node.py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Name the common orientation ambiguity carefully. A left-right derivative responds to a vertical boundary; a top-bottom derivative responds to a horizontal boundary.</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https://docs.opencv.org/4.x/d2/d2c/tutorial_sobel_derivatives.html</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/media/william/blueicedrive/Github/Intro2AV-CourseContent/2026/Labs/ClassicalCV/student/ws/src/cv_lab/cv_lab/digit_kernel_node.py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Students edit the exact path shown and complete the labeled TODO sections. They then rebuild cv_lab and source the rebuilt workspace with the blue block on Setup 3 before using three sourced terminals. Terminal 2 displays both reports. After step 3, students open outputs/kernel_digit.png before step 4 replaces it; after step 4, they refresh the file. Step 5 stops the two persistent processes.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/media/william/blueicedrive/Github/Intro2AV-CourseContent/2026/Labs/ClassicalCV/student/ROS2_HANDS_ON.md</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/media/william/blueicedrive/Github/Intro2AV-CourseContent/2026/Labs/ClassicalCV/student/msg/d7_slant.yaml</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/media/william/blueicedrive/Github/Intro2AV-CourseContent/2026/Labs/ClassicalCV/student/msg/d3_curve.yaml</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/media/william/blueicedrive/Github/Intro2AV-CourseContent/2026/Labs/ClassicalCV/student/ws/src/cv_lab/cv_lab/digit_kernel_node.py</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/media/william/blueicedrive/Github/Intro2AV-CourseContent/2026/Labs/ClassicalCV/student/outputs/kernel_shape_7_slanted.png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Connect directly to the previous result: the same slanted 7 was predicted as 1 by the basic-kernel descriptor. Sobel magnitude combines horizontal and vertical change, Canny selects thin connected edge pixels, and Hough groups only locally straight pieces. Curves still require another model.</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https://docs.opencv.org/4.x/d2/d2c/tutorial_sobel_derivatives.html</a:t>
            </a:r>
            <a:endParaRPr/>
          </a:p>
          <a:p xmlns:a="http://schemas.openxmlformats.org/drawingml/2006/main">
            <a:pPr marL="0" lvl="0" indent="0" algn="l">
              <a:lnSpc>
                <a:spcPct val="100000"/>
              </a:lnSpc>
              <a:spcBef>
                <a:spcPts val="360"/>
              </a:spcBef>
              <a:spcAft>
                <a:spcPts val="0"/>
              </a:spcAft>
              <a:buSzPts val="1400"/>
              <a:buNone/>
            </a:pPr>
            <a:r>
              <a:t>- https://docs.opencv.org/4.x/da/d22/tutorial_py_canny.html</a:t>
            </a:r>
            <a:endParaRPr/>
          </a:p>
          <a:p xmlns:a="http://schemas.openxmlformats.org/drawingml/2006/main">
            <a:pPr marL="0" lvl="0" indent="0" algn="l">
              <a:lnSpc>
                <a:spcPct val="100000"/>
              </a:lnSpc>
              <a:spcBef>
                <a:spcPts val="360"/>
              </a:spcBef>
              <a:spcAft>
                <a:spcPts val="0"/>
              </a:spcAft>
              <a:buSzPts val="1400"/>
              <a:buNone/>
            </a:pPr>
            <a:r>
              <a:t>- https://docs.opencv.org/4.x/d9/db0/tutorial_hough_lines.html</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/media/william/blueicedrive/Github/Intro2AV-CourseContent/2026/Labs/ClassicalCV/student/inputs/digit_variants/digit_7_slanted.csv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Explain Sobel as a weighted version of the two basic directional kernels. Introduce the equations only after the left-right/top-bottom intuition.</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https://docs.opencv.org/4.x/d2/d2c/tutorial_sobel_derivatives.html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Canny is a pipeline built on gradients. Explain hysteresis in plain terms: a weak edge survives when connected to a strong edge.</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https://docs.opencv.org/4.x/da/d22/tutorial_py_canny.html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Use the voting story before rho and theta. HoughLinesP returns endpoints, which are easier to draw and count. Emphasize that standard HoughLinesP groups straight segments, not arbitrary curves.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https://docs.opencv.org/4.x/d9/db0/tutorial_hough_lines.html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Students edit the exact path shown and complete the labeled TODO sections. They then rebuild cv_lab and source the rebuilt workspace with the blue block on Setup 3 before using three sourced terminals. Terminal 2 displays both reports. After step 3, students open outputs/edge_digit.png before step 4 replaces it; after step 4, they refresh the file. The verified reports are prediction=7, canny_pixels=525, hough_segments=6 and prediction=3, canny_pixels=1048, hough_segments=9. Step 5 stops the two persistent processes.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https://docs.opencv.org/4.x/d2/d2c/tutorial_sobel_derivatives.html</a:t>
            </a:r>
            <a:endParaRPr/>
          </a:p>
          <a:p xmlns:a="http://schemas.openxmlformats.org/drawingml/2006/main">
            <a:pPr marL="0" lvl="0" indent="0" algn="l">
              <a:lnSpc>
                <a:spcPct val="100000"/>
              </a:lnSpc>
              <a:spcBef>
                <a:spcPts val="360"/>
              </a:spcBef>
              <a:spcAft>
                <a:spcPts val="0"/>
              </a:spcAft>
              <a:buSzPts val="1400"/>
              <a:buNone/>
            </a:pPr>
            <a:r>
              <a:t>- https://docs.opencv.org/4.x/da/d22/tutorial_py_canny.html</a:t>
            </a:r>
            <a:endParaRPr/>
          </a:p>
          <a:p xmlns:a="http://schemas.openxmlformats.org/drawingml/2006/main">
            <a:pPr marL="0" lvl="0" indent="0" algn="l">
              <a:lnSpc>
                <a:spcPct val="100000"/>
              </a:lnSpc>
              <a:spcBef>
                <a:spcPts val="360"/>
              </a:spcBef>
              <a:spcAft>
                <a:spcPts val="0"/>
              </a:spcAft>
              <a:buSzPts val="1400"/>
              <a:buNone/>
            </a:pPr>
            <a:r>
              <a:t>- https://docs.opencv.org/4.x/d9/db0/tutorial_hough_lines.html</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/media/william/blueicedrive/Github/Intro2AV-CourseContent/2026/Labs/ClassicalCV/student/ROS2_HANDS_ON.md</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/media/william/blueicedrive/Github/Intro2AV-CourseContent/2026/Labs/ClassicalCV/student/msg/d7_slant.yaml</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/media/william/blueicedrive/Github/Intro2AV-CourseContent/2026/Labs/ClassicalCV/student/msg/d3_curve.yaml</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/media/william/blueicedrive/Github/Intro2AV-CourseContent/2026/Labs/ClassicalCV/student/ws/src/cv_lab/cv_lab/digit_edge_node.py</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/media/william/blueicedrive/Github/Intro2AV-CourseContent/2026/Labs/ClassicalCV/student/outputs/edge_shape_7_slanted.png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Connect the digit and road pipelines directly. Canny still produces edge pixels; the road task adds a trapezoidal ROI and geometric lane constraints.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https://docs.opencv.org/4.x/da/d22/tutorial_py_canny.html</a:t>
            </a:r>
            <a:endParaRPr/>
          </a:p>
          <a:p xmlns:a="http://schemas.openxmlformats.org/drawingml/2006/main">
            <a:pPr marL="0" lvl="0" indent="0" algn="l">
              <a:lnSpc>
                <a:spcPct val="100000"/>
              </a:lnSpc>
              <a:spcBef>
                <a:spcPts val="360"/>
              </a:spcBef>
              <a:spcAft>
                <a:spcPts val="0"/>
              </a:spcAft>
              <a:buSzPts val="1400"/>
              <a:buNone/>
            </a:pPr>
            <a:r>
              <a:t>- https://docs.opencv.org/4.x/d9/db0/tutorial_hough_lines.html</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/media/william/blueicedrive/Github/Intro2AV-CourseContent/2026/Labs/ClassicalCV/answers/ws/src/cv_lab/cv_lab/lane_detector_node.py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Point out false Canny edges in trees and barriers. The ROI removes most irrelevant geometry, and slope filtering rejects implausible lane directions.</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https://docs.opencv.org/4.x/d9/db0/tutorial_hough_lines.html</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/media/william/blueicedrive/Github/Intro2AV-CourseContent/2026/Labs/ClassicalCV/student/inputs/road_straight.png</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/media/william/blueicedrive/Github/Intro2AV-CourseContent/2026/Labs/ClassicalCV/answers/ws/src/cv_lab/cv_lab/lane_detector_node.py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Students edit the exact path shown and complete the labeled TODO sections. They then rebuild cv_lab and source the rebuilt workspace with the blue block on Setup 3 before using three sourced terminals. Terminal 2 inspects the input topic and waits for one report. Terminal 3 publishes the absolute path to inputs/road_straight.png. The verified report contains mode=straight and hough_segments=11. Step 4 stops Terminal 1 before students edit CURVE-CV.</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https://docs.opencv.org/4.x/da/d22/tutorial_py_canny.html</a:t>
            </a:r>
            <a:endParaRPr/>
          </a:p>
          <a:p xmlns:a="http://schemas.openxmlformats.org/drawingml/2006/main">
            <a:pPr marL="0" lvl="0" indent="0" algn="l">
              <a:lnSpc>
                <a:spcPct val="100000"/>
              </a:lnSpc>
              <a:spcBef>
                <a:spcPts val="360"/>
              </a:spcBef>
              <a:spcAft>
                <a:spcPts val="0"/>
              </a:spcAft>
              <a:buSzPts val="1400"/>
              <a:buNone/>
            </a:pPr>
            <a:r>
              <a:t>- https://docs.opencv.org/4.x/d9/db0/tutorial_hough_lines.html</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/media/william/blueicedrive/Github/Intro2AV-CourseContent/2026/Labs/ClassicalCV/student/ROS2_HANDS_ON.md</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/media/william/blueicedrive/Github/Intro2AV-CourseContent/2026/Labs/ClassicalCV/student/inputs/road_straight.png</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/media/william/blueicedrive/Github/Intro2AV-CourseContent/2026/Labs/ClassicalCV/student/ws/src/cv_lab/cv_lab/lane_detector_node.py</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/media/william/blueicedrive/Github/Intro2AV-CourseContent/2026/Labs/ClassicalCV/student/outputs/lane_straight.png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Standard HoughLinesP is a straight-segment detector. A curved lane changes tangent direction. Many segments can approximate it, but a low-order polynomial gives a smoother introductory result.</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https://docs.opencv.org/4.x/d9/db0/tutorial_hough_lines.html</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/media/william/blueicedrive/Github/Intro2AV-CourseContent/2026/Labs/ClassicalCV/answers/ws/src/cv_lab/cv_lab/lane_detector_node.py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The color mask stabilizes white and yellow lane evidence in this controlled input. Fit x as a function of y because each image row should intersect each boundary once in the ROI.</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/media/william/blueicedrive/Github/Intro2AV-CourseContent/2026/Labs/ClassicalCV/student/inputs/road_curved.png</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/media/william/blueicedrive/Github/Intro2AV-CourseContent/2026/Labs/ClassicalCV/answers/ws/src/cv_lab/cv_lab/lane_detector_node.py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Students confirm that the straight-lane process from Hands-on 6 is stopped so they do not run two lane_detector nodes. They edit CURVE-CV at the exact path shown, rebuild cv_lab, source the rebuilt workspace, and start the rebuilt node. Terminal 2 selects and verifies curved mode before waiting for one report. Terminal 3 publishes inputs/road_curved.png. The verified report contains fitted_curves=2. Step 5 stops Terminal 1 after viewing the visualization.</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https://docs.opencv.org/4.x/da/d22/tutorial_py_canny.html</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/media/william/blueicedrive/Github/Intro2AV-CourseContent/2026/Labs/ClassicalCV/student/ROS2_HANDS_ON.md</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/media/william/blueicedrive/Github/Intro2AV-CourseContent/2026/Labs/ClassicalCV/student/inputs/road_curved.png</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/media/william/blueicedrive/Github/Intro2AV-CourseContent/2026/Labs/ClassicalCV/student/ws/src/cv_lab/cv_lab/lane_detector_node.py</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/media/william/blueicedrive/Github/Intro2AV-CourseContent/2026/Labs/ClassicalCV/student/outputs/lane_curved.png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360"/>
              </a:spcBef>
              <a:spcAft>
                <a:spcPts val="0"/>
              </a:spcAft>
              <a:buSzPts val="1400"/>
              <a:buNone/>
            </a:pPr>
            <a:r>
              <a:t>End the classical section here. Review the precise chain: projection collisions expose lost arrangement; selected local defects motivate morphology; remaining lost boundary arrangement motivates local edge maps; a slanted-digit failure motivates Sobel/Canny; Hough groups straight pieces only; straight-lane limits motivate curve fitting. Translation is handled separately by alignment. CNNs and transformers begin in the separate deck.</a:t>
            </a:r>
            <a:endParaRPr/>
          </a:p>
          <a:p xmlns:a="http://schemas.openxmlformats.org/drawingml/2006/main">
            <a:pPr marL="0" lvl="0" indent="0" algn="l">
              <a:lnSpc>
                <a:spcPct val="100000"/>
              </a:lnSpc>
              <a:spcBef>
                <a:spcPts val="360"/>
              </a:spcBef>
              <a:spcAft>
                <a:spcPts val="0"/>
              </a:spcAft>
              <a:buSzPts val="1400"/>
              <a:buNone/>
            </a:pPr>
            <a:r>
              <a:t/>
            </a:r>
            <a:endParaRPr/>
          </a:p>
          <a:p xmlns:a="http://schemas.openxmlformats.org/drawingml/2006/main">
            <a:pPr marL="0" lvl="0" indent="0" algn="l">
              <a:lnSpc>
                <a:spcPct val="100000"/>
              </a:lnSpc>
              <a:spcBef>
                <a:spcPts val="360"/>
              </a:spcBef>
              <a:spcAft>
                <a:spcPts val="0"/>
              </a:spcAft>
              <a:buSzPts val="1400"/>
              <a:buNone/>
            </a:pPr>
            <a:r>
              <a:t>[Sources]</a:t>
            </a:r>
            <a:endParaRPr/>
          </a:p>
          <a:p xmlns:a="http://schemas.openxmlformats.org/drawingml/2006/main">
            <a:pPr marL="0" lvl="0" indent="0" algn="l">
              <a:lnSpc>
                <a:spcPct val="100000"/>
              </a:lnSpc>
              <a:spcBef>
                <a:spcPts val="360"/>
              </a:spcBef>
              <a:spcAft>
                <a:spcPts val="0"/>
              </a:spcAft>
              <a:buSzPts val="1400"/>
              <a:buNone/>
            </a:pPr>
            <a:r>
              <a:t>- https://docs.opencv.org/4.x/d9/d61/tutorial_py_morphological_ops.html</a:t>
            </a:r>
            <a:endParaRPr/>
          </a:p>
          <a:p xmlns:a="http://schemas.openxmlformats.org/drawingml/2006/main">
            <a:pPr marL="0" lvl="0" indent="0" algn="l">
              <a:lnSpc>
                <a:spcPct val="100000"/>
              </a:lnSpc>
              <a:spcBef>
                <a:spcPts val="360"/>
              </a:spcBef>
              <a:spcAft>
                <a:spcPts val="0"/>
              </a:spcAft>
              <a:buSzPts val="1400"/>
              <a:buNone/>
            </a:pPr>
            <a:r>
              <a:t>- https://docs.opencv.org/4.x/d2/d2c/tutorial_sobel_derivatives.html</a:t>
            </a:r>
            <a:endParaRPr/>
          </a:p>
          <a:p xmlns:a="http://schemas.openxmlformats.org/drawingml/2006/main">
            <a:pPr marL="0" lvl="0" indent="0" algn="l">
              <a:lnSpc>
                <a:spcPct val="100000"/>
              </a:lnSpc>
              <a:spcBef>
                <a:spcPts val="360"/>
              </a:spcBef>
              <a:spcAft>
                <a:spcPts val="0"/>
              </a:spcAft>
              <a:buSzPts val="1400"/>
              <a:buNone/>
            </a:pPr>
            <a:r>
              <a:t>- https://docs.opencv.org/4.x/da/d22/tutorial_py_canny.html</a:t>
            </a:r>
            <a:endParaRPr/>
          </a:p>
          <a:p xmlns:a="http://schemas.openxmlformats.org/drawingml/2006/main">
            <a:pPr marL="0" lvl="0" indent="0" algn="l">
              <a:lnSpc>
                <a:spcPct val="100000"/>
              </a:lnSpc>
              <a:spcBef>
                <a:spcPts val="360"/>
              </a:spcBef>
              <a:spcAft>
                <a:spcPts val="0"/>
              </a:spcAft>
              <a:buSzPts val="1400"/>
              <a:buNone/>
            </a:pPr>
            <a:r>
              <a:t>- https://docs.opencv.org/4.x/d9/db0/tutorial_hough_lines.html</a:t>
            </a:r>
            <a:endParaRPr/>
          </a:p>
          <a:p xmlns:a="http://schemas.openxmlformats.org/drawingml/2006/main">
            <a:pPr marL="0" lvl="0" indent="0" algn="l">
              <a:lnSpc>
                <a:spcPct val="100000"/>
              </a:lnSpc>
              <a:spcBef>
                <a:spcPts val="360"/>
              </a:spcBef>
              <a:spcAft>
                <a:spcPts val="0"/>
              </a:spcAft>
              <a:buSzPts val="1400"/>
              <a:buNone/>
            </a:pPr>
            <a:r>
              <a:t>- /media/william/blueicedrive/Github/Intro2AV-CourseContent/2026/Labs/ClassicalCV/student/README.md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5009ed7f1e43b0" /><Relationship Type="http://schemas.openxmlformats.org/officeDocument/2006/relationships/image" Target="/ppt/media/image.jpeg" Id="Re99caca81eb0427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d8b07c269144d8e" /><Relationship Type="http://schemas.openxmlformats.org/officeDocument/2006/relationships/image" Target="/ppt/media/image.png" Id="R575abdbfd6f54f8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132058feed14403" /><Relationship Type="http://schemas.openxmlformats.org/officeDocument/2006/relationships/image" Target="/ppt/media/image2.jpeg" Id="R2b5e0094cb8e400f" /><Relationship Type="http://schemas.openxmlformats.org/officeDocument/2006/relationships/image" Target="/ppt/media/image.png" Id="Rddd0c907a91d4be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f5cb5051f2b42db" /><Relationship Type="http://schemas.openxmlformats.org/officeDocument/2006/relationships/image" Target="/ppt/media/image2.jpeg" Id="R3381bd856d8345c5" /><Relationship Type="http://schemas.openxmlformats.org/officeDocument/2006/relationships/image" Target="/ppt/media/image.png" Id="R6af6503a57284d7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d324a1a5bb246cf" /><Relationship Type="http://schemas.openxmlformats.org/officeDocument/2006/relationships/image" Target="/ppt/media/image2.jpeg" Id="R76031275d5704c3e" /><Relationship Type="http://schemas.openxmlformats.org/officeDocument/2006/relationships/image" Target="/ppt/media/image.png" Id="R216e7831537f422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d3cbabe52954477" /><Relationship Type="http://schemas.openxmlformats.org/officeDocument/2006/relationships/image" Target="/ppt/media/image2.jpeg" Id="R207ac355a8a84c58" /><Relationship Type="http://schemas.openxmlformats.org/officeDocument/2006/relationships/image" Target="/ppt/media/image.png" Id="R34c533db746b460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1afc84eca554dc4" /><Relationship Type="http://schemas.openxmlformats.org/officeDocument/2006/relationships/image" Target="/ppt/media/image2.jpeg" Id="Ra0cf80f667a84099" /><Relationship Type="http://schemas.openxmlformats.org/officeDocument/2006/relationships/image" Target="/ppt/media/image.png" Id="R3c9f8fd9e75e4f4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8b6d3228b7d4007" /><Relationship Type="http://schemas.openxmlformats.org/officeDocument/2006/relationships/image" Target="/ppt/media/image2.jpeg" Id="R369a12cbaa51491c" /><Relationship Type="http://schemas.openxmlformats.org/officeDocument/2006/relationships/image" Target="/ppt/media/image.png" Id="R8d7c6812a17c4e3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15967f7b6b54b70" /><Relationship Type="http://schemas.openxmlformats.org/officeDocument/2006/relationships/image" Target="/ppt/media/image2.jpeg" Id="Rdcfe7b0f3f6a4861" /><Relationship Type="http://schemas.openxmlformats.org/officeDocument/2006/relationships/image" Target="/ppt/media/image.png" Id="Rf8cc2d95d7214ff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3ca10e86cfa4cac" /><Relationship Type="http://schemas.openxmlformats.org/officeDocument/2006/relationships/image" Target="/ppt/media/image2.jpeg" Id="Rc2365e158206424c" /><Relationship Type="http://schemas.openxmlformats.org/officeDocument/2006/relationships/image" Target="/ppt/media/image.png" Id="R931c184b60d34b6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e3dee4296df94009" /><Relationship Type="http://schemas.openxmlformats.org/officeDocument/2006/relationships/image" Target="/ppt/media/image2.jpeg" Id="Rc6238b26a7c64031" /><Relationship Type="http://schemas.openxmlformats.org/officeDocument/2006/relationships/image" Target="/ppt/media/image.png" Id="Rbd60271be7204944"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09b0f1298ecc447f" /><Relationship Type="http://schemas.openxmlformats.org/officeDocument/2006/relationships/image" Target="/ppt/media/image2.jpeg" Id="R734caca045e24705" /><Relationship Type="http://schemas.openxmlformats.org/officeDocument/2006/relationships/image" Target="/ppt/media/image.png" Id="R22c521bc4c5741e6" /></Relationships>
</file>

<file path=ppt/slideLayouts/slideLayout1.xml><?xml version="1.0" encoding="utf-8"?>
<p:sldLayout xmlns:p="http://schemas.openxmlformats.org/presentationml/2006/main" matchingName="Title Slide" type="title">
  <p:cSld name="TITLE">
    <p:bg>
      <p:bgPr>
        <a:blipFill xmlns:a="http://schemas.openxmlformats.org/drawingml/2006/main">
          <a:blip xmlns:r="http://schemas.openxmlformats.org/officeDocument/2006/relationships" r:embed="Re99caca81eb0427d">
            <a:alphaModFix/>
          </a:blip>
          <a:stretch>
            <a:fillRect l="0" t="0" r="0" b="0"/>
          </a:stretch>
        </a:blipFill>
      </p:bgPr>
    </p:bg>
    <p:spTree>
      <p:nvGrpSpPr>
        <p:cNvPr id="1" name=""/>
        <p:cNvGrpSpPr/>
        <p:nvPr/>
      </p:nvGrpSpPr>
      <p:grpSpPr>
        <a:xfrm xmlns:a="http://schemas.openxmlformats.org/drawingml/2006/main"/>
      </p:grpSpPr>
      <p:sp>
        <p:nvSpPr>
          <p:cNvPr id="14" name="Google Shape;14;p5">
            <a:extLst xmlns:a="http://schemas.openxmlformats.org/drawingml/2006/main">
              <a:ext uri="{FF2B5EF4-FFF2-40B4-BE49-F238E27FC236}">
                <a16:creationId xmlns:a16="http://schemas.microsoft.com/office/drawing/2014/main" id="{157F8516-4E9A-4655-9E76-5A9DFE36F14A}"/>
              </a:ext>
            </a:extLst>
          </p:cNvPr>
          <p:cNvSpPr>
            <a:spLocks xmlns:a="http://schemas.openxmlformats.org/drawingml/2006/main" noGrp="1"/>
          </p:cNvSpPr>
          <p:nvPr>
            <p:ph type="ctrTitle" idx="0"/>
          </p:nvPr>
        </p:nvSpPr>
        <p:spPr>
          <a:xfrm xmlns:a="http://schemas.openxmlformats.org/drawingml/2006/main">
            <a:off x="685800" y="1597819"/>
            <a:ext cx="7772400" cy="11025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lt1"/>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15" name="Google Shape;15;p5">
            <a:extLst xmlns:a="http://schemas.openxmlformats.org/drawingml/2006/main">
              <a:ext uri="{FF2B5EF4-FFF2-40B4-BE49-F238E27FC236}">
                <a16:creationId xmlns:a16="http://schemas.microsoft.com/office/drawing/2014/main" id="{05953B8B-4176-4373-9D38-0BA9B820F5CB}"/>
              </a:ext>
            </a:extLst>
          </p:cNvPr>
          <p:cNvSpPr>
            <a:spLocks xmlns:a="http://schemas.openxmlformats.org/drawingml/2006/main" noGrp="1"/>
          </p:cNvSpPr>
          <p:nvPr>
            <p:ph type="subTitle" idx="1"/>
          </p:nvPr>
        </p:nvSpPr>
        <p:spPr>
          <a:xfrm xmlns:a="http://schemas.openxmlformats.org/drawingml/2006/main">
            <a:off x="1371600" y="2914650"/>
            <a:ext cx="6400800" cy="1314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algn="ctr">
              <a:lnSpc>
                <a:spcPct val="100000"/>
              </a:lnSpc>
              <a:spcBef>
                <a:spcPts val="360"/>
              </a:spcBef>
              <a:spcAft>
                <a:spcPts val="0"/>
              </a:spcAft>
              <a:buClr>
                <a:schemeClr val="accent5"/>
              </a:buClr>
              <a:buSzPts val="1800"/>
              <a:buNone/>
              <a:defRPr>
                <a:solidFill>
                  <a:schemeClr val="accent5"/>
                </a:solidFill>
              </a:defRPr>
            </a:lvl1pPr>
            <a:lvl2pPr algn="ctr">
              <a:lnSpc>
                <a:spcPct val="100000"/>
              </a:lnSpc>
              <a:spcBef>
                <a:spcPts val="360"/>
              </a:spcBef>
              <a:spcAft>
                <a:spcPts val="0"/>
              </a:spcAft>
              <a:buClr>
                <a:srgbClr val="888888"/>
              </a:buClr>
              <a:buSzPts val="1800"/>
              <a:buNone/>
              <a:defRPr>
                <a:solidFill>
                  <a:srgbClr val="888888"/>
                </a:solidFill>
              </a:defRPr>
            </a:lvl2pPr>
            <a:lvl3pPr algn="ctr">
              <a:lnSpc>
                <a:spcPct val="100000"/>
              </a:lnSpc>
              <a:spcBef>
                <a:spcPts val="360"/>
              </a:spcBef>
              <a:spcAft>
                <a:spcPts val="0"/>
              </a:spcAft>
              <a:buClr>
                <a:srgbClr val="888888"/>
              </a:buClr>
              <a:buSzPts val="1800"/>
              <a:buNone/>
              <a:defRPr>
                <a:solidFill>
                  <a:srgbClr val="888888"/>
                </a:solidFill>
              </a:defRPr>
            </a:lvl3pPr>
            <a:lvl4pPr algn="ctr">
              <a:lnSpc>
                <a:spcPct val="100000"/>
              </a:lnSpc>
              <a:spcBef>
                <a:spcPts val="360"/>
              </a:spcBef>
              <a:spcAft>
                <a:spcPts val="0"/>
              </a:spcAft>
              <a:buClr>
                <a:srgbClr val="888888"/>
              </a:buClr>
              <a:buSzPts val="1800"/>
              <a:buNone/>
              <a:defRPr>
                <a:solidFill>
                  <a:srgbClr val="888888"/>
                </a:solidFill>
              </a:defRPr>
            </a:lvl4pPr>
            <a:lvl5pPr algn="ctr">
              <a:lnSpc>
                <a:spcPct val="100000"/>
              </a:lnSpc>
              <a:spcBef>
                <a:spcPts val="360"/>
              </a:spcBef>
              <a:spcAft>
                <a:spcPts val="0"/>
              </a:spcAft>
              <a:buClr>
                <a:srgbClr val="888888"/>
              </a:buClr>
              <a:buSzPts val="1800"/>
              <a:buNone/>
              <a:defRPr>
                <a:solidFill>
                  <a:srgbClr val="888888"/>
                </a:solidFill>
              </a:defRPr>
            </a:lvl5pPr>
            <a:lvl6pPr algn="ctr">
              <a:lnSpc>
                <a:spcPct val="100000"/>
              </a:lnSpc>
              <a:spcBef>
                <a:spcPts val="400"/>
              </a:spcBef>
              <a:spcAft>
                <a:spcPts val="0"/>
              </a:spcAft>
              <a:buClr>
                <a:srgbClr val="888888"/>
              </a:buClr>
              <a:buSzPts val="2000"/>
              <a:buNone/>
              <a:defRPr>
                <a:solidFill>
                  <a:srgbClr val="888888"/>
                </a:solidFill>
              </a:defRPr>
            </a:lvl6pPr>
            <a:lvl7pPr algn="ctr">
              <a:lnSpc>
                <a:spcPct val="100000"/>
              </a:lnSpc>
              <a:spcBef>
                <a:spcPts val="400"/>
              </a:spcBef>
              <a:spcAft>
                <a:spcPts val="0"/>
              </a:spcAft>
              <a:buClr>
                <a:srgbClr val="888888"/>
              </a:buClr>
              <a:buSzPts val="2000"/>
              <a:buNone/>
              <a:defRPr>
                <a:solidFill>
                  <a:srgbClr val="888888"/>
                </a:solidFill>
              </a:defRPr>
            </a:lvl7pPr>
            <a:lvl8pPr algn="ctr">
              <a:lnSpc>
                <a:spcPct val="100000"/>
              </a:lnSpc>
              <a:spcBef>
                <a:spcPts val="400"/>
              </a:spcBef>
              <a:spcAft>
                <a:spcPts val="0"/>
              </a:spcAft>
              <a:buClr>
                <a:srgbClr val="888888"/>
              </a:buClr>
              <a:buSzPts val="2000"/>
              <a:buNone/>
              <a:defRPr>
                <a:solidFill>
                  <a:srgbClr val="888888"/>
                </a:solidFill>
              </a:defRPr>
            </a:lvl8pPr>
            <a:lvl9pPr algn="ctr">
              <a:lnSpc>
                <a:spcPct val="100000"/>
              </a:lnSpc>
              <a:spcBef>
                <a:spcPts val="400"/>
              </a:spcBef>
              <a:spcAft>
                <a:spcPts val="0"/>
              </a:spcAft>
              <a:buClr>
                <a:srgbClr val="888888"/>
              </a:buClr>
              <a:buSzPts val="2000"/>
              <a:buNone/>
              <a:defRPr>
                <a:solidFill>
                  <a:srgbClr val="888888"/>
                </a:solidFill>
              </a:defRPr>
            </a:lvl9pPr>
          </a:lstStyle>
          <a:p xmlns:a="http://schemas.openxmlformats.org/drawingml/2006/main"/>
        </p:txBody>
      </p:sp>
    </p:spTree>
  </p:cSld>
</p:sldLayout>
</file>

<file path=ppt/slideLayouts/slideLayout2.xml><?xml version="1.0" encoding="utf-8"?>
<p:sldLayout xmlns:p="http://schemas.openxmlformats.org/presentationml/2006/main" matchingName="Title and Content" type="obj">
  <p:cSld name="OBJECT">
    <p:bg>
      <p:bgPr>
        <a:solidFill xmlns:a="http://schemas.openxmlformats.org/drawingml/2006/main">
          <a:schemeClr val="lt1"/>
        </a:solidFill>
      </p:bgPr>
    </p:bg>
    <p:spTree>
      <p:nvGrpSpPr>
        <p:cNvPr id="1" name=""/>
        <p:cNvGrpSpPr/>
        <p:nvPr/>
      </p:nvGrpSpPr>
      <p:grpSpPr>
        <a:xfrm xmlns:a="http://schemas.openxmlformats.org/drawingml/2006/main"/>
      </p:grpSpPr>
      <p:sp>
        <p:nvSpPr>
          <p:cNvPr id="17" name="Google Shape;17;p6">
            <a:extLst xmlns:a="http://schemas.openxmlformats.org/drawingml/2006/main">
              <a:ext uri="{FF2B5EF4-FFF2-40B4-BE49-F238E27FC236}">
                <a16:creationId xmlns:a16="http://schemas.microsoft.com/office/drawing/2014/main" id="{CA7F72D0-4F21-47CE-8589-B3A062E6B8DC}"/>
              </a:ext>
            </a:extLst>
          </p:cNvPr>
          <p:cNvSpPr>
            <a:spLocks xmlns:a="http://schemas.openxmlformats.org/drawingml/2006/main" noGrp="1"/>
          </p:cNvSpPr>
          <p:nvPr>
            <p:ph type="title" idx="0"/>
          </p:nvPr>
        </p:nvSpPr>
        <p:spPr>
          <a:xfrm xmlns:a="http://schemas.openxmlformats.org/drawingml/2006/main">
            <a:off x="457200" y="528490"/>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rgbClr val="006096"/>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18" name="Google Shape;18;p6">
            <a:extLst xmlns:a="http://schemas.openxmlformats.org/drawingml/2006/main">
              <a:ext uri="{FF2B5EF4-FFF2-40B4-BE49-F238E27FC236}">
                <a16:creationId xmlns:a16="http://schemas.microsoft.com/office/drawing/2014/main" id="{D45F4002-8928-4621-B0AC-CF2B00C3614A}"/>
              </a:ext>
            </a:extLst>
          </p:cNvPr>
          <p:cNvSpPr>
            <a:spLocks xmlns:a="http://schemas.openxmlformats.org/drawingml/2006/main" noGrp="1"/>
          </p:cNvSpPr>
          <p:nvPr>
            <p:ph type="body" idx="1"/>
          </p:nvPr>
        </p:nvSpPr>
        <p:spPr>
          <a:xfrm xmlns:a="http://schemas.openxmlformats.org/drawingml/2006/main">
            <a:off x="457200" y="1543050"/>
            <a:ext cx="8229600" cy="2651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42900" algn="l">
              <a:lnSpc>
                <a:spcPct val="100000"/>
              </a:lnSpc>
              <a:spcBef>
                <a:spcPts val="360"/>
              </a:spcBef>
              <a:spcAft>
                <a:spcPts val="0"/>
              </a:spcAft>
              <a:buClr>
                <a:srgbClr val="006096"/>
              </a:buClr>
              <a:buSzPts val="1800"/>
              <a:buChar char="•"/>
              <a:defRPr>
                <a:solidFill>
                  <a:srgbClr val="006096"/>
                </a:solidFill>
              </a:defRPr>
            </a:lvl1pPr>
            <a:lvl2pPr marL="914400" indent="-342900" algn="l">
              <a:lnSpc>
                <a:spcPct val="100000"/>
              </a:lnSpc>
              <a:spcBef>
                <a:spcPts val="360"/>
              </a:spcBef>
              <a:spcAft>
                <a:spcPts val="0"/>
              </a:spcAft>
              <a:buClr>
                <a:srgbClr val="006096"/>
              </a:buClr>
              <a:buSzPts val="1800"/>
              <a:buChar char="–"/>
              <a:defRPr>
                <a:solidFill>
                  <a:srgbClr val="006096"/>
                </a:solidFill>
              </a:defRPr>
            </a:lvl2pPr>
            <a:lvl3pPr marL="1371600" indent="-342900" algn="l">
              <a:lnSpc>
                <a:spcPct val="100000"/>
              </a:lnSpc>
              <a:spcBef>
                <a:spcPts val="360"/>
              </a:spcBef>
              <a:spcAft>
                <a:spcPts val="0"/>
              </a:spcAft>
              <a:buClr>
                <a:srgbClr val="006096"/>
              </a:buClr>
              <a:buSzPts val="1800"/>
              <a:buChar char="•"/>
              <a:defRPr>
                <a:solidFill>
                  <a:srgbClr val="006096"/>
                </a:solidFill>
              </a:defRPr>
            </a:lvl3pPr>
            <a:lvl4pPr marL="1828800" indent="-342900" algn="l">
              <a:lnSpc>
                <a:spcPct val="100000"/>
              </a:lnSpc>
              <a:spcBef>
                <a:spcPts val="360"/>
              </a:spcBef>
              <a:spcAft>
                <a:spcPts val="0"/>
              </a:spcAft>
              <a:buClr>
                <a:srgbClr val="006096"/>
              </a:buClr>
              <a:buSzPts val="1800"/>
              <a:buChar char="–"/>
              <a:defRPr>
                <a:solidFill>
                  <a:srgbClr val="006096"/>
                </a:solidFill>
              </a:defRPr>
            </a:lvl4pPr>
            <a:lvl5pPr marL="2286000" indent="-342900" algn="l">
              <a:lnSpc>
                <a:spcPct val="100000"/>
              </a:lnSpc>
              <a:spcBef>
                <a:spcPts val="360"/>
              </a:spcBef>
              <a:spcAft>
                <a:spcPts val="0"/>
              </a:spcAft>
              <a:buClr>
                <a:srgbClr val="006096"/>
              </a:buClr>
              <a:buSzPts val="1800"/>
              <a:buChar char="»"/>
              <a:defRPr>
                <a:solidFill>
                  <a:srgbClr val="006096"/>
                </a:solidFill>
              </a:defRPr>
            </a:lvl5pPr>
            <a:lvl6pPr marL="2743200" indent="-342900" algn="l">
              <a:lnSpc>
                <a:spcPct val="100000"/>
              </a:lnSpc>
              <a:spcBef>
                <a:spcPts val="360"/>
              </a:spcBef>
              <a:spcAft>
                <a:spcPts val="0"/>
              </a:spcAft>
              <a:buClr>
                <a:schemeClr val="dk1"/>
              </a:buClr>
              <a:buSzPts val="1800"/>
              <a:buChar char="•"/>
              <a:defRPr/>
            </a:lvl6pPr>
            <a:lvl7pPr marL="3200400" indent="-342900" algn="l">
              <a:lnSpc>
                <a:spcPct val="100000"/>
              </a:lnSpc>
              <a:spcBef>
                <a:spcPts val="360"/>
              </a:spcBef>
              <a:spcAft>
                <a:spcPts val="0"/>
              </a:spcAft>
              <a:buClr>
                <a:schemeClr val="dk1"/>
              </a:buClr>
              <a:buSzPts val="1800"/>
              <a:buChar char="•"/>
              <a:defRPr/>
            </a:lvl7pPr>
            <a:lvl8pPr marL="3657600" indent="-342900" algn="l">
              <a:lnSpc>
                <a:spcPct val="100000"/>
              </a:lnSpc>
              <a:spcBef>
                <a:spcPts val="360"/>
              </a:spcBef>
              <a:spcAft>
                <a:spcPts val="0"/>
              </a:spcAft>
              <a:buClr>
                <a:schemeClr val="dk1"/>
              </a:buClr>
              <a:buSzPts val="1800"/>
              <a:buChar char="•"/>
              <a:defRPr/>
            </a:lvl8pPr>
            <a:lvl9pPr marL="4114800" indent="-342900" algn="l">
              <a:lnSpc>
                <a:spcPct val="100000"/>
              </a:lnSpc>
              <a:spcBef>
                <a:spcPts val="360"/>
              </a:spcBef>
              <a:spcAft>
                <a:spcPts val="0"/>
              </a:spcAft>
              <a:buClr>
                <a:schemeClr val="dk1"/>
              </a:buClr>
              <a:buSzPts val="1800"/>
              <a:buChar char="•"/>
              <a:defRPr/>
            </a:lvl9pPr>
          </a:lstStyle>
          <a:p xmlns:a="http://schemas.openxmlformats.org/drawingml/2006/main"/>
        </p:txBody>
      </p:sp>
      <p:sp>
        <p:nvSpPr>
          <p:cNvPr id="19" name="Google Shape;19;p6">
            <a:extLst xmlns:a="http://schemas.openxmlformats.org/drawingml/2006/main">
              <a:ext uri="{FF2B5EF4-FFF2-40B4-BE49-F238E27FC236}">
                <a16:creationId xmlns:a16="http://schemas.microsoft.com/office/drawing/2014/main" id="{AC4CCDEC-1DC0-4A5A-85B4-38F0551A1D63}"/>
              </a:ext>
            </a:extLst>
          </p:cNvPr>
          <p:cNvSpPr>
            <a:spLocks xmlns:a="http://schemas.openxmlformats.org/drawingml/2006/main" noGrp="1"/>
          </p:cNvSpPr>
          <p:nvPr>
            <p:ph type="sldNum" idx="12"/>
          </p:nvPr>
        </p:nvSpPr>
        <p:spPr>
          <a:xfrm xmlns:a="http://schemas.openxmlformats.org/drawingml/2006/main">
            <a:off x="35052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24" name="Google Shape;20;p6"/>
          <p:cNvPicPr>
            <a:picLocks xmlns:a="http://schemas.openxmlformats.org/drawingml/2006/main" noChangeAspect="1"/>
          </p:cNvPicPr>
          <p:nvPr/>
        </p:nvPicPr>
        <p:blipFill rotWithShape="1">
          <a:blip xmlns:r="http://schemas.openxmlformats.org/officeDocument/2006/relationships" xmlns:a="http://schemas.openxmlformats.org/drawingml/2006/main" r:embed="R575abdbfd6f54f8e">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3.xml><?xml version="1.0" encoding="utf-8"?>
<p:sldLayout xmlns:p="http://schemas.openxmlformats.org/presentationml/2006/main" matchingName="Custom Layout">
  <p:cSld name="Custom Layout">
    <p:bg>
      <p:bgPr>
        <a:blipFill xmlns:a="http://schemas.openxmlformats.org/drawingml/2006/main">
          <a:blip xmlns:r="http://schemas.openxmlformats.org/officeDocument/2006/relationships" r:embed="R2b5e0094cb8e400f">
            <a:alphaModFix/>
          </a:blip>
          <a:stretch>
            <a:fillRect l="0" t="0" r="0" b="0"/>
          </a:stretch>
        </a:blipFill>
      </p:bgPr>
    </p:bg>
    <p:spTree>
      <p:nvGrpSpPr>
        <p:cNvPr id="1" name=""/>
        <p:cNvGrpSpPr/>
        <p:nvPr/>
      </p:nvGrpSpPr>
      <p:grpSpPr>
        <a:xfrm xmlns:a="http://schemas.openxmlformats.org/drawingml/2006/main"/>
      </p:grpSpPr>
      <p:sp>
        <p:nvSpPr>
          <p:cNvPr id="22" name="Google Shape;22;p7">
            <a:extLst xmlns:a="http://schemas.openxmlformats.org/drawingml/2006/main">
              <a:ext uri="{FF2B5EF4-FFF2-40B4-BE49-F238E27FC236}">
                <a16:creationId xmlns:a16="http://schemas.microsoft.com/office/drawing/2014/main" id="{3A3F76B3-3068-48F4-81F6-24A9B2DC0C37}"/>
              </a:ext>
            </a:extLst>
          </p:cNvPr>
          <p:cNvSpPr>
            <a:spLocks xmlns:a="http://schemas.openxmlformats.org/drawingml/2006/main" noGrp="1"/>
          </p:cNvSpPr>
          <p:nvPr>
            <p:ph type="title" idx="0"/>
          </p:nvPr>
        </p:nvSpPr>
        <p:spPr>
          <a:xfrm xmlns:a="http://schemas.openxmlformats.org/drawingml/2006/main">
            <a:off x="457200" y="914400"/>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rgbClr val="006096"/>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23" name="Google Shape;23;p7">
            <a:extLst xmlns:a="http://schemas.openxmlformats.org/drawingml/2006/main">
              <a:ext uri="{FF2B5EF4-FFF2-40B4-BE49-F238E27FC236}">
                <a16:creationId xmlns:a16="http://schemas.microsoft.com/office/drawing/2014/main" id="{F2993406-37CB-4770-A06A-D6F58D2C4EE2}"/>
              </a:ext>
            </a:extLst>
          </p:cNvPr>
          <p:cNvSpPr>
            <a:spLocks xmlns:a="http://schemas.openxmlformats.org/drawingml/2006/main" noGrp="1"/>
          </p:cNvSpPr>
          <p:nvPr>
            <p:ph type="sldNum" idx="12"/>
          </p:nvPr>
        </p:nvSpPr>
        <p:spPr>
          <a:xfrm xmlns:a="http://schemas.openxmlformats.org/drawingml/2006/main">
            <a:off x="35052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r>
              <a:t>1</a:t>
            </a:r>
            <a:endParaRPr>
              <a:solidFill>
                <a:schemeClr val="dk2"/>
              </a:solidFill>
            </a:endParaRPr>
          </a:p>
        </p:txBody>
      </p:sp>
      <p:pic>
        <p:nvPicPr>
          <p:cNvPr id="27" name="Google Shape;24;p7"/>
          <p:cNvPicPr>
            <a:picLocks xmlns:a="http://schemas.openxmlformats.org/drawingml/2006/main" noChangeAspect="1"/>
          </p:cNvPicPr>
          <p:nvPr/>
        </p:nvPicPr>
        <p:blipFill rotWithShape="1">
          <a:blip xmlns:r="http://schemas.openxmlformats.org/officeDocument/2006/relationships" xmlns:a="http://schemas.openxmlformats.org/drawingml/2006/main" r:embed="Rddd0c907a91d4beb">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4.xml><?xml version="1.0" encoding="utf-8"?>
<p:sldLayout xmlns:p="http://schemas.openxmlformats.org/presentationml/2006/main" matchingName="Section Header" type="secHead">
  <p:cSld name="SECTION_HEADER">
    <p:bg>
      <p:bgPr>
        <a:blipFill xmlns:a="http://schemas.openxmlformats.org/drawingml/2006/main">
          <a:blip xmlns:r="http://schemas.openxmlformats.org/officeDocument/2006/relationships" r:embed="R3381bd856d8345c5">
            <a:alphaModFix/>
          </a:blip>
          <a:stretch>
            <a:fillRect l="0" t="0" r="0" b="0"/>
          </a:stretch>
        </a:blipFill>
      </p:bgPr>
    </p:bg>
    <p:spTree>
      <p:nvGrpSpPr>
        <p:cNvPr id="1" name=""/>
        <p:cNvGrpSpPr/>
        <p:nvPr/>
      </p:nvGrpSpPr>
      <p:grpSpPr>
        <a:xfrm xmlns:a="http://schemas.openxmlformats.org/drawingml/2006/main"/>
      </p:grpSpPr>
      <p:sp>
        <p:nvSpPr>
          <p:cNvPr id="26" name="Google Shape;26;p8">
            <a:extLst xmlns:a="http://schemas.openxmlformats.org/drawingml/2006/main">
              <a:ext uri="{FF2B5EF4-FFF2-40B4-BE49-F238E27FC236}">
                <a16:creationId xmlns:a16="http://schemas.microsoft.com/office/drawing/2014/main" id="{4F20680E-7189-4E8E-A10F-5AA83C89CE2E}"/>
              </a:ext>
            </a:extLst>
          </p:cNvPr>
          <p:cNvSpPr>
            <a:spLocks xmlns:a="http://schemas.openxmlformats.org/drawingml/2006/main" noGrp="1"/>
          </p:cNvSpPr>
          <p:nvPr>
            <p:ph type="title" idx="0"/>
          </p:nvPr>
        </p:nvSpPr>
        <p:spPr>
          <a:xfrm xmlns:a="http://schemas.openxmlformats.org/drawingml/2006/main">
            <a:off x="722313" y="2477691"/>
            <a:ext cx="7772400" cy="10215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l">
              <a:lnSpc>
                <a:spcPct val="100000"/>
              </a:lnSpc>
              <a:spcBef>
                <a:spcPts val="0"/>
              </a:spcBef>
              <a:spcAft>
                <a:spcPts val="0"/>
              </a:spcAft>
              <a:buSzPts val="1400"/>
              <a:buNone/>
              <a:defRPr sz="3200" b="1" cap="none">
                <a:solidFill>
                  <a:srgbClr val="006096"/>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27" name="Google Shape;27;p8">
            <a:extLst xmlns:a="http://schemas.openxmlformats.org/drawingml/2006/main">
              <a:ext uri="{FF2B5EF4-FFF2-40B4-BE49-F238E27FC236}">
                <a16:creationId xmlns:a16="http://schemas.microsoft.com/office/drawing/2014/main" id="{58C95736-3565-49A1-8DCB-EE0C2C66F758}"/>
              </a:ext>
            </a:extLst>
          </p:cNvPr>
          <p:cNvSpPr>
            <a:spLocks xmlns:a="http://schemas.openxmlformats.org/drawingml/2006/main" noGrp="1"/>
          </p:cNvSpPr>
          <p:nvPr>
            <p:ph type="body" idx="1"/>
          </p:nvPr>
        </p:nvSpPr>
        <p:spPr>
          <a:xfrm xmlns:a="http://schemas.openxmlformats.org/drawingml/2006/main">
            <a:off x="722313" y="1352550"/>
            <a:ext cx="7772400" cy="11251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marL="457200" indent="-228600" algn="l">
              <a:lnSpc>
                <a:spcPct val="100000"/>
              </a:lnSpc>
              <a:spcBef>
                <a:spcPts val="400"/>
              </a:spcBef>
              <a:spcAft>
                <a:spcPts val="0"/>
              </a:spcAft>
              <a:buClr>
                <a:srgbClr val="888888"/>
              </a:buClr>
              <a:buSzPts val="2000"/>
              <a:buNone/>
              <a:defRPr sz="2000">
                <a:solidFill>
                  <a:srgbClr val="888888"/>
                </a:solidFill>
              </a:defRPr>
            </a:lvl1pPr>
            <a:lvl2pPr marL="914400" indent="-228600" algn="l">
              <a:lnSpc>
                <a:spcPct val="100000"/>
              </a:lnSpc>
              <a:spcBef>
                <a:spcPts val="360"/>
              </a:spcBef>
              <a:spcAft>
                <a:spcPts val="0"/>
              </a:spcAft>
              <a:buClr>
                <a:srgbClr val="888888"/>
              </a:buClr>
              <a:buSzPts val="1800"/>
              <a:buNone/>
              <a:defRPr sz="1800">
                <a:solidFill>
                  <a:srgbClr val="888888"/>
                </a:solidFill>
              </a:defRPr>
            </a:lvl2pPr>
            <a:lvl3pPr marL="1371600" indent="-228600" algn="l">
              <a:lnSpc>
                <a:spcPct val="100000"/>
              </a:lnSpc>
              <a:spcBef>
                <a:spcPts val="320"/>
              </a:spcBef>
              <a:spcAft>
                <a:spcPts val="0"/>
              </a:spcAft>
              <a:buClr>
                <a:srgbClr val="888888"/>
              </a:buClr>
              <a:buSzPts val="1600"/>
              <a:buNone/>
              <a:defRPr sz="1600">
                <a:solidFill>
                  <a:srgbClr val="888888"/>
                </a:solidFill>
              </a:defRPr>
            </a:lvl3pPr>
            <a:lvl4pPr marL="1828800" indent="-228600" algn="l">
              <a:lnSpc>
                <a:spcPct val="100000"/>
              </a:lnSpc>
              <a:spcBef>
                <a:spcPts val="280"/>
              </a:spcBef>
              <a:spcAft>
                <a:spcPts val="0"/>
              </a:spcAft>
              <a:buClr>
                <a:srgbClr val="888888"/>
              </a:buClr>
              <a:buSzPts val="1400"/>
              <a:buNone/>
              <a:defRPr sz="1400">
                <a:solidFill>
                  <a:srgbClr val="888888"/>
                </a:solidFill>
              </a:defRPr>
            </a:lvl4pPr>
            <a:lvl5pPr marL="2286000" indent="-228600" algn="l">
              <a:lnSpc>
                <a:spcPct val="100000"/>
              </a:lnSpc>
              <a:spcBef>
                <a:spcPts val="280"/>
              </a:spcBef>
              <a:spcAft>
                <a:spcPts val="0"/>
              </a:spcAft>
              <a:buClr>
                <a:srgbClr val="888888"/>
              </a:buClr>
              <a:buSzPts val="1400"/>
              <a:buNone/>
              <a:defRPr sz="1400">
                <a:solidFill>
                  <a:srgbClr val="888888"/>
                </a:solidFill>
              </a:defRPr>
            </a:lvl5pPr>
            <a:lvl6pPr marL="2743200" indent="-228600" algn="l">
              <a:lnSpc>
                <a:spcPct val="100000"/>
              </a:lnSpc>
              <a:spcBef>
                <a:spcPts val="280"/>
              </a:spcBef>
              <a:spcAft>
                <a:spcPts val="0"/>
              </a:spcAft>
              <a:buClr>
                <a:srgbClr val="888888"/>
              </a:buClr>
              <a:buSzPts val="1400"/>
              <a:buNone/>
              <a:defRPr sz="1400">
                <a:solidFill>
                  <a:srgbClr val="888888"/>
                </a:solidFill>
              </a:defRPr>
            </a:lvl6pPr>
            <a:lvl7pPr marL="3200400" indent="-228600" algn="l">
              <a:lnSpc>
                <a:spcPct val="100000"/>
              </a:lnSpc>
              <a:spcBef>
                <a:spcPts val="280"/>
              </a:spcBef>
              <a:spcAft>
                <a:spcPts val="0"/>
              </a:spcAft>
              <a:buClr>
                <a:srgbClr val="888888"/>
              </a:buClr>
              <a:buSzPts val="1400"/>
              <a:buNone/>
              <a:defRPr sz="1400">
                <a:solidFill>
                  <a:srgbClr val="888888"/>
                </a:solidFill>
              </a:defRPr>
            </a:lvl7pPr>
            <a:lvl8pPr marL="3657600" indent="-228600" algn="l">
              <a:lnSpc>
                <a:spcPct val="100000"/>
              </a:lnSpc>
              <a:spcBef>
                <a:spcPts val="280"/>
              </a:spcBef>
              <a:spcAft>
                <a:spcPts val="0"/>
              </a:spcAft>
              <a:buClr>
                <a:srgbClr val="888888"/>
              </a:buClr>
              <a:buSzPts val="1400"/>
              <a:buNone/>
              <a:defRPr sz="1400">
                <a:solidFill>
                  <a:srgbClr val="888888"/>
                </a:solidFill>
              </a:defRPr>
            </a:lvl8pPr>
            <a:lvl9pPr marL="4114800" indent="-228600" algn="l">
              <a:lnSpc>
                <a:spcPct val="100000"/>
              </a:lnSpc>
              <a:spcBef>
                <a:spcPts val="280"/>
              </a:spcBef>
              <a:spcAft>
                <a:spcPts val="0"/>
              </a:spcAft>
              <a:buClr>
                <a:srgbClr val="888888"/>
              </a:buClr>
              <a:buSzPts val="1400"/>
              <a:buNone/>
              <a:defRPr sz="1400">
                <a:solidFill>
                  <a:srgbClr val="888888"/>
                </a:solidFill>
              </a:defRPr>
            </a:lvl9pPr>
          </a:lstStyle>
          <a:p xmlns:a="http://schemas.openxmlformats.org/drawingml/2006/main"/>
        </p:txBody>
      </p:sp>
      <p:sp>
        <p:nvSpPr>
          <p:cNvPr id="28" name="Google Shape;28;p8">
            <a:extLst xmlns:a="http://schemas.openxmlformats.org/drawingml/2006/main">
              <a:ext uri="{FF2B5EF4-FFF2-40B4-BE49-F238E27FC236}">
                <a16:creationId xmlns:a16="http://schemas.microsoft.com/office/drawing/2014/main" id="{191DA7F1-B634-4E94-AB28-BB4D13A1258C}"/>
              </a:ext>
            </a:extLst>
          </p:cNvPr>
          <p:cNvSpPr>
            <a:spLocks xmlns:a="http://schemas.openxmlformats.org/drawingml/2006/main" noGrp="1"/>
          </p:cNvSpPr>
          <p:nvPr>
            <p:ph type="sldNum" idx="12"/>
          </p:nvPr>
        </p:nvSpPr>
        <p:spPr>
          <a:xfrm xmlns:a="http://schemas.openxmlformats.org/drawingml/2006/main">
            <a:off x="35052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33" name="Google Shape;29;p8"/>
          <p:cNvPicPr>
            <a:picLocks xmlns:a="http://schemas.openxmlformats.org/drawingml/2006/main" noChangeAspect="1"/>
          </p:cNvPicPr>
          <p:nvPr/>
        </p:nvPicPr>
        <p:blipFill rotWithShape="1">
          <a:blip xmlns:r="http://schemas.openxmlformats.org/officeDocument/2006/relationships" xmlns:a="http://schemas.openxmlformats.org/drawingml/2006/main" r:embed="R6af6503a57284d7e">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5.xml><?xml version="1.0" encoding="utf-8"?>
<p:sldLayout xmlns:p="http://schemas.openxmlformats.org/presentationml/2006/main" matchingName="Two Content" type="twoObj">
  <p:cSld name="TWO_OBJECTS">
    <p:bg>
      <p:bgPr>
        <a:blipFill xmlns:a="http://schemas.openxmlformats.org/drawingml/2006/main">
          <a:blip xmlns:r="http://schemas.openxmlformats.org/officeDocument/2006/relationships" r:embed="R76031275d5704c3e">
            <a:alphaModFix/>
          </a:blip>
          <a:stretch>
            <a:fillRect l="0" t="0" r="0" b="0"/>
          </a:stretch>
        </a:blipFill>
      </p:bgPr>
    </p:bg>
    <p:spTree>
      <p:nvGrpSpPr>
        <p:cNvPr id="1" name=""/>
        <p:cNvGrpSpPr/>
        <p:nvPr/>
      </p:nvGrpSpPr>
      <p:grpSpPr>
        <a:xfrm xmlns:a="http://schemas.openxmlformats.org/drawingml/2006/main"/>
      </p:grpSpPr>
      <p:sp>
        <p:nvSpPr>
          <p:cNvPr id="31" name="Google Shape;31;p9">
            <a:extLst xmlns:a="http://schemas.openxmlformats.org/drawingml/2006/main">
              <a:ext uri="{FF2B5EF4-FFF2-40B4-BE49-F238E27FC236}">
                <a16:creationId xmlns:a16="http://schemas.microsoft.com/office/drawing/2014/main" id="{DCC55CB8-39AE-4C74-88FB-4EEFB036F643}"/>
              </a:ext>
            </a:extLst>
          </p:cNvPr>
          <p:cNvSpPr>
            <a:spLocks xmlns:a="http://schemas.openxmlformats.org/drawingml/2006/main" noGrp="1"/>
          </p:cNvSpPr>
          <p:nvPr>
            <p:ph type="title" idx="0"/>
          </p:nvPr>
        </p:nvSpPr>
        <p:spPr>
          <a:xfrm xmlns:a="http://schemas.openxmlformats.org/drawingml/2006/main">
            <a:off x="457200" y="514350"/>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rgbClr val="006096"/>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32" name="Google Shape;32;p9">
            <a:extLst xmlns:a="http://schemas.openxmlformats.org/drawingml/2006/main">
              <a:ext uri="{FF2B5EF4-FFF2-40B4-BE49-F238E27FC236}">
                <a16:creationId xmlns:a16="http://schemas.microsoft.com/office/drawing/2014/main" id="{9359EBB7-0307-4560-BF82-8C975AAF3A8D}"/>
              </a:ext>
            </a:extLst>
          </p:cNvPr>
          <p:cNvSpPr>
            <a:spLocks xmlns:a="http://schemas.openxmlformats.org/drawingml/2006/main" noGrp="1"/>
          </p:cNvSpPr>
          <p:nvPr>
            <p:ph type="body" idx="1"/>
          </p:nvPr>
        </p:nvSpPr>
        <p:spPr>
          <a:xfrm xmlns:a="http://schemas.openxmlformats.org/drawingml/2006/main">
            <a:off x="457200" y="1085851"/>
            <a:ext cx="4038600" cy="31087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406400" algn="l">
              <a:lnSpc>
                <a:spcPct val="100000"/>
              </a:lnSpc>
              <a:spcBef>
                <a:spcPts val="560"/>
              </a:spcBef>
              <a:spcAft>
                <a:spcPts val="0"/>
              </a:spcAft>
              <a:buClr>
                <a:schemeClr val="dk2"/>
              </a:buClr>
              <a:buSzPts val="2800"/>
              <a:buChar char="•"/>
              <a:defRPr sz="2800"/>
            </a:lvl1pPr>
            <a:lvl2pPr marL="914400" indent="-381000" algn="l">
              <a:lnSpc>
                <a:spcPct val="100000"/>
              </a:lnSpc>
              <a:spcBef>
                <a:spcPts val="480"/>
              </a:spcBef>
              <a:spcAft>
                <a:spcPts val="0"/>
              </a:spcAft>
              <a:buClr>
                <a:schemeClr val="dk2"/>
              </a:buClr>
              <a:buSzPts val="2400"/>
              <a:buChar char="–"/>
              <a:defRPr sz="2400"/>
            </a:lvl2pPr>
            <a:lvl3pPr marL="1371600" indent="-355600" algn="l">
              <a:lnSpc>
                <a:spcPct val="100000"/>
              </a:lnSpc>
              <a:spcBef>
                <a:spcPts val="400"/>
              </a:spcBef>
              <a:spcAft>
                <a:spcPts val="0"/>
              </a:spcAft>
              <a:buClr>
                <a:schemeClr val="dk2"/>
              </a:buClr>
              <a:buSzPts val="2000"/>
              <a:buChar char="•"/>
              <a:defRPr sz="2000"/>
            </a:lvl3pPr>
            <a:lvl4pPr marL="1828800" indent="-342900" algn="l">
              <a:lnSpc>
                <a:spcPct val="100000"/>
              </a:lnSpc>
              <a:spcBef>
                <a:spcPts val="360"/>
              </a:spcBef>
              <a:spcAft>
                <a:spcPts val="0"/>
              </a:spcAft>
              <a:buClr>
                <a:schemeClr val="dk2"/>
              </a:buClr>
              <a:buSzPts val="1800"/>
              <a:buChar char="–"/>
              <a:defRPr sz="1800"/>
            </a:lvl4pPr>
            <a:lvl5pPr marL="2286000" indent="-342900" algn="l">
              <a:lnSpc>
                <a:spcPct val="100000"/>
              </a:lnSpc>
              <a:spcBef>
                <a:spcPts val="360"/>
              </a:spcBef>
              <a:spcAft>
                <a:spcPts val="0"/>
              </a:spcAft>
              <a:buClr>
                <a:schemeClr val="dk2"/>
              </a:buClr>
              <a:buSzPts val="1800"/>
              <a:buChar char="»"/>
              <a:defRPr sz="1800"/>
            </a:lvl5pPr>
            <a:lvl6pPr marL="2743200" indent="-342900" algn="l">
              <a:lnSpc>
                <a:spcPct val="100000"/>
              </a:lnSpc>
              <a:spcBef>
                <a:spcPts val="360"/>
              </a:spcBef>
              <a:spcAft>
                <a:spcPts val="0"/>
              </a:spcAft>
              <a:buClr>
                <a:schemeClr val="dk1"/>
              </a:buClr>
              <a:buSzPts val="1800"/>
              <a:buChar char="•"/>
              <a:defRPr sz="1800"/>
            </a:lvl6pPr>
            <a:lvl7pPr marL="3200400" indent="-342900" algn="l">
              <a:lnSpc>
                <a:spcPct val="100000"/>
              </a:lnSpc>
              <a:spcBef>
                <a:spcPts val="360"/>
              </a:spcBef>
              <a:spcAft>
                <a:spcPts val="0"/>
              </a:spcAft>
              <a:buClr>
                <a:schemeClr val="dk1"/>
              </a:buClr>
              <a:buSzPts val="1800"/>
              <a:buChar char="•"/>
              <a:defRPr sz="1800"/>
            </a:lvl7pPr>
            <a:lvl8pPr marL="3657600" indent="-342900" algn="l">
              <a:lnSpc>
                <a:spcPct val="100000"/>
              </a:lnSpc>
              <a:spcBef>
                <a:spcPts val="360"/>
              </a:spcBef>
              <a:spcAft>
                <a:spcPts val="0"/>
              </a:spcAft>
              <a:buClr>
                <a:schemeClr val="dk1"/>
              </a:buClr>
              <a:buSzPts val="1800"/>
              <a:buChar char="•"/>
              <a:defRPr sz="1800"/>
            </a:lvl8pPr>
            <a:lvl9pPr marL="4114800" indent="-342900" algn="l">
              <a:lnSpc>
                <a:spcPct val="100000"/>
              </a:lnSpc>
              <a:spcBef>
                <a:spcPts val="360"/>
              </a:spcBef>
              <a:spcAft>
                <a:spcPts val="0"/>
              </a:spcAft>
              <a:buClr>
                <a:schemeClr val="dk1"/>
              </a:buClr>
              <a:buSzPts val="1800"/>
              <a:buChar char="•"/>
              <a:defRPr sz="1800"/>
            </a:lvl9pPr>
          </a:lstStyle>
          <a:p xmlns:a="http://schemas.openxmlformats.org/drawingml/2006/main"/>
        </p:txBody>
      </p:sp>
      <p:sp>
        <p:nvSpPr>
          <p:cNvPr id="33" name="Google Shape;33;p9">
            <a:extLst xmlns:a="http://schemas.openxmlformats.org/drawingml/2006/main">
              <a:ext uri="{FF2B5EF4-FFF2-40B4-BE49-F238E27FC236}">
                <a16:creationId xmlns:a16="http://schemas.microsoft.com/office/drawing/2014/main" id="{80CF91F8-E298-44E2-80D6-27DB34BF21B5}"/>
              </a:ext>
            </a:extLst>
          </p:cNvPr>
          <p:cNvSpPr>
            <a:spLocks xmlns:a="http://schemas.openxmlformats.org/drawingml/2006/main" noGrp="1"/>
          </p:cNvSpPr>
          <p:nvPr>
            <p:ph type="body" idx="2"/>
          </p:nvPr>
        </p:nvSpPr>
        <p:spPr>
          <a:xfrm xmlns:a="http://schemas.openxmlformats.org/drawingml/2006/main">
            <a:off x="4648200" y="1085851"/>
            <a:ext cx="4038600" cy="31087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406400" algn="l">
              <a:lnSpc>
                <a:spcPct val="100000"/>
              </a:lnSpc>
              <a:spcBef>
                <a:spcPts val="560"/>
              </a:spcBef>
              <a:spcAft>
                <a:spcPts val="0"/>
              </a:spcAft>
              <a:buClr>
                <a:schemeClr val="dk2"/>
              </a:buClr>
              <a:buSzPts val="2800"/>
              <a:buChar char="•"/>
              <a:defRPr sz="2800"/>
            </a:lvl1pPr>
            <a:lvl2pPr marL="914400" indent="-381000" algn="l">
              <a:lnSpc>
                <a:spcPct val="100000"/>
              </a:lnSpc>
              <a:spcBef>
                <a:spcPts val="480"/>
              </a:spcBef>
              <a:spcAft>
                <a:spcPts val="0"/>
              </a:spcAft>
              <a:buClr>
                <a:schemeClr val="dk2"/>
              </a:buClr>
              <a:buSzPts val="2400"/>
              <a:buChar char="–"/>
              <a:defRPr sz="2400"/>
            </a:lvl2pPr>
            <a:lvl3pPr marL="1371600" indent="-355600" algn="l">
              <a:lnSpc>
                <a:spcPct val="100000"/>
              </a:lnSpc>
              <a:spcBef>
                <a:spcPts val="400"/>
              </a:spcBef>
              <a:spcAft>
                <a:spcPts val="0"/>
              </a:spcAft>
              <a:buClr>
                <a:schemeClr val="dk2"/>
              </a:buClr>
              <a:buSzPts val="2000"/>
              <a:buChar char="•"/>
              <a:defRPr sz="2000"/>
            </a:lvl3pPr>
            <a:lvl4pPr marL="1828800" indent="-342900" algn="l">
              <a:lnSpc>
                <a:spcPct val="100000"/>
              </a:lnSpc>
              <a:spcBef>
                <a:spcPts val="360"/>
              </a:spcBef>
              <a:spcAft>
                <a:spcPts val="0"/>
              </a:spcAft>
              <a:buClr>
                <a:schemeClr val="dk2"/>
              </a:buClr>
              <a:buSzPts val="1800"/>
              <a:buChar char="–"/>
              <a:defRPr sz="1800"/>
            </a:lvl4pPr>
            <a:lvl5pPr marL="2286000" indent="-342900" algn="l">
              <a:lnSpc>
                <a:spcPct val="100000"/>
              </a:lnSpc>
              <a:spcBef>
                <a:spcPts val="360"/>
              </a:spcBef>
              <a:spcAft>
                <a:spcPts val="0"/>
              </a:spcAft>
              <a:buClr>
                <a:schemeClr val="dk2"/>
              </a:buClr>
              <a:buSzPts val="1800"/>
              <a:buChar char="»"/>
              <a:defRPr sz="1800"/>
            </a:lvl5pPr>
            <a:lvl6pPr marL="2743200" indent="-342900" algn="l">
              <a:lnSpc>
                <a:spcPct val="100000"/>
              </a:lnSpc>
              <a:spcBef>
                <a:spcPts val="360"/>
              </a:spcBef>
              <a:spcAft>
                <a:spcPts val="0"/>
              </a:spcAft>
              <a:buClr>
                <a:schemeClr val="dk1"/>
              </a:buClr>
              <a:buSzPts val="1800"/>
              <a:buChar char="•"/>
              <a:defRPr sz="1800"/>
            </a:lvl6pPr>
            <a:lvl7pPr marL="3200400" indent="-342900" algn="l">
              <a:lnSpc>
                <a:spcPct val="100000"/>
              </a:lnSpc>
              <a:spcBef>
                <a:spcPts val="360"/>
              </a:spcBef>
              <a:spcAft>
                <a:spcPts val="0"/>
              </a:spcAft>
              <a:buClr>
                <a:schemeClr val="dk1"/>
              </a:buClr>
              <a:buSzPts val="1800"/>
              <a:buChar char="•"/>
              <a:defRPr sz="1800"/>
            </a:lvl7pPr>
            <a:lvl8pPr marL="3657600" indent="-342900" algn="l">
              <a:lnSpc>
                <a:spcPct val="100000"/>
              </a:lnSpc>
              <a:spcBef>
                <a:spcPts val="360"/>
              </a:spcBef>
              <a:spcAft>
                <a:spcPts val="0"/>
              </a:spcAft>
              <a:buClr>
                <a:schemeClr val="dk1"/>
              </a:buClr>
              <a:buSzPts val="1800"/>
              <a:buChar char="•"/>
              <a:defRPr sz="1800"/>
            </a:lvl8pPr>
            <a:lvl9pPr marL="4114800" indent="-342900" algn="l">
              <a:lnSpc>
                <a:spcPct val="100000"/>
              </a:lnSpc>
              <a:spcBef>
                <a:spcPts val="360"/>
              </a:spcBef>
              <a:spcAft>
                <a:spcPts val="0"/>
              </a:spcAft>
              <a:buClr>
                <a:schemeClr val="dk1"/>
              </a:buClr>
              <a:buSzPts val="1800"/>
              <a:buChar char="•"/>
              <a:defRPr sz="1800"/>
            </a:lvl9pPr>
          </a:lstStyle>
          <a:p xmlns:a="http://schemas.openxmlformats.org/drawingml/2006/main"/>
        </p:txBody>
      </p:sp>
      <p:sp>
        <p:nvSpPr>
          <p:cNvPr id="34" name="Google Shape;34;p9">
            <a:extLst xmlns:a="http://schemas.openxmlformats.org/drawingml/2006/main">
              <a:ext uri="{FF2B5EF4-FFF2-40B4-BE49-F238E27FC236}">
                <a16:creationId xmlns:a16="http://schemas.microsoft.com/office/drawing/2014/main" id="{C9364362-20F2-4973-A664-A24C32796405}"/>
              </a:ext>
            </a:extLst>
          </p:cNvPr>
          <p:cNvSpPr>
            <a:spLocks xmlns:a="http://schemas.openxmlformats.org/drawingml/2006/main" noGrp="1"/>
          </p:cNvSpPr>
          <p:nvPr>
            <p:ph type="sldNum" idx="12"/>
          </p:nvPr>
        </p:nvSpPr>
        <p:spPr>
          <a:xfrm xmlns:a="http://schemas.openxmlformats.org/drawingml/2006/main">
            <a:off x="35052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40" name="Google Shape;35;p9"/>
          <p:cNvPicPr>
            <a:picLocks xmlns:a="http://schemas.openxmlformats.org/drawingml/2006/main" noChangeAspect="1"/>
          </p:cNvPicPr>
          <p:nvPr/>
        </p:nvPicPr>
        <p:blipFill rotWithShape="1">
          <a:blip xmlns:r="http://schemas.openxmlformats.org/officeDocument/2006/relationships" xmlns:a="http://schemas.openxmlformats.org/drawingml/2006/main" r:embed="R216e7831537f4222">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6.xml><?xml version="1.0" encoding="utf-8"?>
<p:sldLayout xmlns:p="http://schemas.openxmlformats.org/presentationml/2006/main" matchingName="Comparison">
  <p:cSld name="Comparison">
    <p:bg>
      <p:bgPr>
        <a:blipFill xmlns:a="http://schemas.openxmlformats.org/drawingml/2006/main">
          <a:blip xmlns:r="http://schemas.openxmlformats.org/officeDocument/2006/relationships" r:embed="R207ac355a8a84c58">
            <a:alphaModFix/>
          </a:blip>
          <a:stretch>
            <a:fillRect l="0" t="0" r="0" b="0"/>
          </a:stretch>
        </a:blipFill>
      </p:bgPr>
    </p:bg>
    <p:spTree>
      <p:nvGrpSpPr>
        <p:cNvPr id="1" name=""/>
        <p:cNvGrpSpPr/>
        <p:nvPr/>
      </p:nvGrpSpPr>
      <p:grpSpPr>
        <a:xfrm xmlns:a="http://schemas.openxmlformats.org/drawingml/2006/main"/>
      </p:grpSpPr>
      <p:sp>
        <p:nvSpPr>
          <p:cNvPr id="37" name="Google Shape;37;p10">
            <a:extLst xmlns:a="http://schemas.openxmlformats.org/drawingml/2006/main">
              <a:ext uri="{FF2B5EF4-FFF2-40B4-BE49-F238E27FC236}">
                <a16:creationId xmlns:a16="http://schemas.microsoft.com/office/drawing/2014/main" id="{21B90B07-62C6-48C2-9171-F20A7326FA1B}"/>
              </a:ext>
            </a:extLst>
          </p:cNvPr>
          <p:cNvSpPr>
            <a:spLocks xmlns:a="http://schemas.openxmlformats.org/drawingml/2006/main" noGrp="1"/>
          </p:cNvSpPr>
          <p:nvPr>
            <p:ph type="body" idx="1"/>
          </p:nvPr>
        </p:nvSpPr>
        <p:spPr>
          <a:xfrm xmlns:a="http://schemas.openxmlformats.org/drawingml/2006/main">
            <a:off x="457200" y="514350"/>
            <a:ext cx="4040188" cy="7739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marL="457200" indent="-228600" algn="l">
              <a:lnSpc>
                <a:spcPct val="100000"/>
              </a:lnSpc>
              <a:spcBef>
                <a:spcPts val="480"/>
              </a:spcBef>
              <a:spcAft>
                <a:spcPts val="0"/>
              </a:spcAft>
              <a:buClr>
                <a:schemeClr val="dk2"/>
              </a:buClr>
              <a:buSzPts val="2400"/>
              <a:buNone/>
              <a:defRPr sz="2400" b="1"/>
            </a:lvl1pPr>
            <a:lvl2pPr marL="914400" indent="-228600" algn="l">
              <a:lnSpc>
                <a:spcPct val="100000"/>
              </a:lnSpc>
              <a:spcBef>
                <a:spcPts val="400"/>
              </a:spcBef>
              <a:spcAft>
                <a:spcPts val="0"/>
              </a:spcAft>
              <a:buClr>
                <a:schemeClr val="dk2"/>
              </a:buClr>
              <a:buSzPts val="2000"/>
              <a:buNone/>
              <a:defRPr sz="2000" b="1"/>
            </a:lvl2pPr>
            <a:lvl3pPr marL="1371600" indent="-228600" algn="l">
              <a:lnSpc>
                <a:spcPct val="100000"/>
              </a:lnSpc>
              <a:spcBef>
                <a:spcPts val="360"/>
              </a:spcBef>
              <a:spcAft>
                <a:spcPts val="0"/>
              </a:spcAft>
              <a:buClr>
                <a:schemeClr val="dk2"/>
              </a:buClr>
              <a:buSzPts val="1800"/>
              <a:buNone/>
              <a:defRPr sz="1800" b="1"/>
            </a:lvl3pPr>
            <a:lvl4pPr marL="1828800" indent="-228600" algn="l">
              <a:lnSpc>
                <a:spcPct val="100000"/>
              </a:lnSpc>
              <a:spcBef>
                <a:spcPts val="320"/>
              </a:spcBef>
              <a:spcAft>
                <a:spcPts val="0"/>
              </a:spcAft>
              <a:buClr>
                <a:schemeClr val="dk2"/>
              </a:buClr>
              <a:buSzPts val="1600"/>
              <a:buNone/>
              <a:defRPr sz="1600" b="1"/>
            </a:lvl4pPr>
            <a:lvl5pPr marL="2286000" indent="-228600" algn="l">
              <a:lnSpc>
                <a:spcPct val="100000"/>
              </a:lnSpc>
              <a:spcBef>
                <a:spcPts val="320"/>
              </a:spcBef>
              <a:spcAft>
                <a:spcPts val="0"/>
              </a:spcAft>
              <a:buClr>
                <a:schemeClr val="dk2"/>
              </a:buClr>
              <a:buSzPts val="1600"/>
              <a:buNone/>
              <a:defRPr sz="1600" b="1"/>
            </a:lvl5pPr>
            <a:lvl6pPr marL="2743200" indent="-228600" algn="l">
              <a:lnSpc>
                <a:spcPct val="100000"/>
              </a:lnSpc>
              <a:spcBef>
                <a:spcPts val="320"/>
              </a:spcBef>
              <a:spcAft>
                <a:spcPts val="0"/>
              </a:spcAft>
              <a:buClr>
                <a:schemeClr val="dk1"/>
              </a:buClr>
              <a:buSzPts val="1600"/>
              <a:buNone/>
              <a:defRPr sz="1600" b="1"/>
            </a:lvl6pPr>
            <a:lvl7pPr marL="3200400" indent="-228600" algn="l">
              <a:lnSpc>
                <a:spcPct val="100000"/>
              </a:lnSpc>
              <a:spcBef>
                <a:spcPts val="320"/>
              </a:spcBef>
              <a:spcAft>
                <a:spcPts val="0"/>
              </a:spcAft>
              <a:buClr>
                <a:schemeClr val="dk1"/>
              </a:buClr>
              <a:buSzPts val="1600"/>
              <a:buNone/>
              <a:defRPr sz="1600" b="1"/>
            </a:lvl7pPr>
            <a:lvl8pPr marL="3657600" indent="-228600" algn="l">
              <a:lnSpc>
                <a:spcPct val="100000"/>
              </a:lnSpc>
              <a:spcBef>
                <a:spcPts val="320"/>
              </a:spcBef>
              <a:spcAft>
                <a:spcPts val="0"/>
              </a:spcAft>
              <a:buClr>
                <a:schemeClr val="dk1"/>
              </a:buClr>
              <a:buSzPts val="1600"/>
              <a:buNone/>
              <a:defRPr sz="1600" b="1"/>
            </a:lvl8pPr>
            <a:lvl9pPr marL="4114800" indent="-228600" algn="l">
              <a:lnSpc>
                <a:spcPct val="100000"/>
              </a:lnSpc>
              <a:spcBef>
                <a:spcPts val="320"/>
              </a:spcBef>
              <a:spcAft>
                <a:spcPts val="0"/>
              </a:spcAft>
              <a:buClr>
                <a:schemeClr val="dk1"/>
              </a:buClr>
              <a:buSzPts val="1600"/>
              <a:buNone/>
              <a:defRPr sz="1600" b="1"/>
            </a:lvl9pPr>
          </a:lstStyle>
          <a:p xmlns:a="http://schemas.openxmlformats.org/drawingml/2006/main"/>
        </p:txBody>
      </p:sp>
      <p:sp>
        <p:nvSpPr>
          <p:cNvPr id="38" name="Google Shape;38;p10">
            <a:extLst xmlns:a="http://schemas.openxmlformats.org/drawingml/2006/main">
              <a:ext uri="{FF2B5EF4-FFF2-40B4-BE49-F238E27FC236}">
                <a16:creationId xmlns:a16="http://schemas.microsoft.com/office/drawing/2014/main" id="{CE18C01C-E627-468D-8F23-96774A1F60C4}"/>
              </a:ext>
            </a:extLst>
          </p:cNvPr>
          <p:cNvSpPr>
            <a:spLocks xmlns:a="http://schemas.openxmlformats.org/drawingml/2006/main" noGrp="1"/>
          </p:cNvSpPr>
          <p:nvPr>
            <p:ph type="body" idx="2"/>
          </p:nvPr>
        </p:nvSpPr>
        <p:spPr>
          <a:xfrm xmlns:a="http://schemas.openxmlformats.org/drawingml/2006/main">
            <a:off x="457200" y="1288255"/>
            <a:ext cx="4040188" cy="29634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81000" algn="l">
              <a:lnSpc>
                <a:spcPct val="100000"/>
              </a:lnSpc>
              <a:spcBef>
                <a:spcPts val="480"/>
              </a:spcBef>
              <a:spcAft>
                <a:spcPts val="0"/>
              </a:spcAft>
              <a:buClr>
                <a:schemeClr val="dk2"/>
              </a:buClr>
              <a:buSzPts val="2400"/>
              <a:buChar char="•"/>
              <a:defRPr sz="2400"/>
            </a:lvl1pPr>
            <a:lvl2pPr marL="914400" indent="-355600" algn="l">
              <a:lnSpc>
                <a:spcPct val="100000"/>
              </a:lnSpc>
              <a:spcBef>
                <a:spcPts val="400"/>
              </a:spcBef>
              <a:spcAft>
                <a:spcPts val="0"/>
              </a:spcAft>
              <a:buClr>
                <a:schemeClr val="dk2"/>
              </a:buClr>
              <a:buSzPts val="2000"/>
              <a:buChar char="–"/>
              <a:defRPr sz="2000"/>
            </a:lvl2pPr>
            <a:lvl3pPr marL="1371600" indent="-342900" algn="l">
              <a:lnSpc>
                <a:spcPct val="100000"/>
              </a:lnSpc>
              <a:spcBef>
                <a:spcPts val="360"/>
              </a:spcBef>
              <a:spcAft>
                <a:spcPts val="0"/>
              </a:spcAft>
              <a:buClr>
                <a:schemeClr val="dk2"/>
              </a:buClr>
              <a:buSzPts val="1800"/>
              <a:buChar char="•"/>
              <a:defRPr sz="1800"/>
            </a:lvl3pPr>
            <a:lvl4pPr marL="1828800" indent="-330200" algn="l">
              <a:lnSpc>
                <a:spcPct val="100000"/>
              </a:lnSpc>
              <a:spcBef>
                <a:spcPts val="320"/>
              </a:spcBef>
              <a:spcAft>
                <a:spcPts val="0"/>
              </a:spcAft>
              <a:buClr>
                <a:schemeClr val="dk2"/>
              </a:buClr>
              <a:buSzPts val="1600"/>
              <a:buChar char="–"/>
              <a:defRPr sz="1600"/>
            </a:lvl4pPr>
            <a:lvl5pPr marL="2286000" indent="-330200" algn="l">
              <a:lnSpc>
                <a:spcPct val="100000"/>
              </a:lnSpc>
              <a:spcBef>
                <a:spcPts val="320"/>
              </a:spcBef>
              <a:spcAft>
                <a:spcPts val="0"/>
              </a:spcAft>
              <a:buClr>
                <a:schemeClr val="dk2"/>
              </a:buClr>
              <a:buSzPts val="1600"/>
              <a:buChar char="»"/>
              <a:defRPr sz="1600"/>
            </a:lvl5pPr>
            <a:lvl6pPr marL="2743200" indent="-330200" algn="l">
              <a:lnSpc>
                <a:spcPct val="100000"/>
              </a:lnSpc>
              <a:spcBef>
                <a:spcPts val="320"/>
              </a:spcBef>
              <a:spcAft>
                <a:spcPts val="0"/>
              </a:spcAft>
              <a:buClr>
                <a:schemeClr val="dk1"/>
              </a:buClr>
              <a:buSzPts val="1600"/>
              <a:buChar char="•"/>
              <a:defRPr sz="1600"/>
            </a:lvl6pPr>
            <a:lvl7pPr marL="3200400" indent="-330200" algn="l">
              <a:lnSpc>
                <a:spcPct val="100000"/>
              </a:lnSpc>
              <a:spcBef>
                <a:spcPts val="320"/>
              </a:spcBef>
              <a:spcAft>
                <a:spcPts val="0"/>
              </a:spcAft>
              <a:buClr>
                <a:schemeClr val="dk1"/>
              </a:buClr>
              <a:buSzPts val="1600"/>
              <a:buChar char="•"/>
              <a:defRPr sz="1600"/>
            </a:lvl7pPr>
            <a:lvl8pPr marL="3657600" indent="-330200" algn="l">
              <a:lnSpc>
                <a:spcPct val="100000"/>
              </a:lnSpc>
              <a:spcBef>
                <a:spcPts val="320"/>
              </a:spcBef>
              <a:spcAft>
                <a:spcPts val="0"/>
              </a:spcAft>
              <a:buClr>
                <a:schemeClr val="dk1"/>
              </a:buClr>
              <a:buSzPts val="1600"/>
              <a:buChar char="•"/>
              <a:defRPr sz="1600"/>
            </a:lvl8pPr>
            <a:lvl9pPr marL="4114800" indent="-330200" algn="l">
              <a:lnSpc>
                <a:spcPct val="100000"/>
              </a:lnSpc>
              <a:spcBef>
                <a:spcPts val="320"/>
              </a:spcBef>
              <a:spcAft>
                <a:spcPts val="0"/>
              </a:spcAft>
              <a:buClr>
                <a:schemeClr val="dk1"/>
              </a:buClr>
              <a:buSzPts val="1600"/>
              <a:buChar char="•"/>
              <a:defRPr sz="1600"/>
            </a:lvl9pPr>
          </a:lstStyle>
          <a:p xmlns:a="http://schemas.openxmlformats.org/drawingml/2006/main"/>
        </p:txBody>
      </p:sp>
      <p:sp>
        <p:nvSpPr>
          <p:cNvPr id="39" name="Google Shape;39;p10">
            <a:extLst xmlns:a="http://schemas.openxmlformats.org/drawingml/2006/main">
              <a:ext uri="{FF2B5EF4-FFF2-40B4-BE49-F238E27FC236}">
                <a16:creationId xmlns:a16="http://schemas.microsoft.com/office/drawing/2014/main" id="{8B856C52-5D3F-47FF-801C-52DBC5A7D8D8}"/>
              </a:ext>
            </a:extLst>
          </p:cNvPr>
          <p:cNvSpPr>
            <a:spLocks xmlns:a="http://schemas.openxmlformats.org/drawingml/2006/main" noGrp="1"/>
          </p:cNvSpPr>
          <p:nvPr>
            <p:ph type="body" idx="3"/>
          </p:nvPr>
        </p:nvSpPr>
        <p:spPr>
          <a:xfrm xmlns:a="http://schemas.openxmlformats.org/drawingml/2006/main">
            <a:off x="4645026" y="514350"/>
            <a:ext cx="4041775" cy="7739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marL="457200" indent="-228600" algn="l">
              <a:lnSpc>
                <a:spcPct val="100000"/>
              </a:lnSpc>
              <a:spcBef>
                <a:spcPts val="480"/>
              </a:spcBef>
              <a:spcAft>
                <a:spcPts val="0"/>
              </a:spcAft>
              <a:buClr>
                <a:schemeClr val="dk2"/>
              </a:buClr>
              <a:buSzPts val="2400"/>
              <a:buNone/>
              <a:defRPr sz="2400" b="1"/>
            </a:lvl1pPr>
            <a:lvl2pPr marL="914400" indent="-228600" algn="l">
              <a:lnSpc>
                <a:spcPct val="100000"/>
              </a:lnSpc>
              <a:spcBef>
                <a:spcPts val="400"/>
              </a:spcBef>
              <a:spcAft>
                <a:spcPts val="0"/>
              </a:spcAft>
              <a:buClr>
                <a:schemeClr val="dk2"/>
              </a:buClr>
              <a:buSzPts val="2000"/>
              <a:buNone/>
              <a:defRPr sz="2000" b="1"/>
            </a:lvl2pPr>
            <a:lvl3pPr marL="1371600" indent="-228600" algn="l">
              <a:lnSpc>
                <a:spcPct val="100000"/>
              </a:lnSpc>
              <a:spcBef>
                <a:spcPts val="360"/>
              </a:spcBef>
              <a:spcAft>
                <a:spcPts val="0"/>
              </a:spcAft>
              <a:buClr>
                <a:schemeClr val="dk2"/>
              </a:buClr>
              <a:buSzPts val="1800"/>
              <a:buNone/>
              <a:defRPr sz="1800" b="1"/>
            </a:lvl3pPr>
            <a:lvl4pPr marL="1828800" indent="-228600" algn="l">
              <a:lnSpc>
                <a:spcPct val="100000"/>
              </a:lnSpc>
              <a:spcBef>
                <a:spcPts val="320"/>
              </a:spcBef>
              <a:spcAft>
                <a:spcPts val="0"/>
              </a:spcAft>
              <a:buClr>
                <a:schemeClr val="dk2"/>
              </a:buClr>
              <a:buSzPts val="1600"/>
              <a:buNone/>
              <a:defRPr sz="1600" b="1"/>
            </a:lvl4pPr>
            <a:lvl5pPr marL="2286000" indent="-228600" algn="l">
              <a:lnSpc>
                <a:spcPct val="100000"/>
              </a:lnSpc>
              <a:spcBef>
                <a:spcPts val="320"/>
              </a:spcBef>
              <a:spcAft>
                <a:spcPts val="0"/>
              </a:spcAft>
              <a:buClr>
                <a:schemeClr val="dk2"/>
              </a:buClr>
              <a:buSzPts val="1600"/>
              <a:buNone/>
              <a:defRPr sz="1600" b="1"/>
            </a:lvl5pPr>
            <a:lvl6pPr marL="2743200" indent="-228600" algn="l">
              <a:lnSpc>
                <a:spcPct val="100000"/>
              </a:lnSpc>
              <a:spcBef>
                <a:spcPts val="320"/>
              </a:spcBef>
              <a:spcAft>
                <a:spcPts val="0"/>
              </a:spcAft>
              <a:buClr>
                <a:schemeClr val="dk1"/>
              </a:buClr>
              <a:buSzPts val="1600"/>
              <a:buNone/>
              <a:defRPr sz="1600" b="1"/>
            </a:lvl6pPr>
            <a:lvl7pPr marL="3200400" indent="-228600" algn="l">
              <a:lnSpc>
                <a:spcPct val="100000"/>
              </a:lnSpc>
              <a:spcBef>
                <a:spcPts val="320"/>
              </a:spcBef>
              <a:spcAft>
                <a:spcPts val="0"/>
              </a:spcAft>
              <a:buClr>
                <a:schemeClr val="dk1"/>
              </a:buClr>
              <a:buSzPts val="1600"/>
              <a:buNone/>
              <a:defRPr sz="1600" b="1"/>
            </a:lvl7pPr>
            <a:lvl8pPr marL="3657600" indent="-228600" algn="l">
              <a:lnSpc>
                <a:spcPct val="100000"/>
              </a:lnSpc>
              <a:spcBef>
                <a:spcPts val="320"/>
              </a:spcBef>
              <a:spcAft>
                <a:spcPts val="0"/>
              </a:spcAft>
              <a:buClr>
                <a:schemeClr val="dk1"/>
              </a:buClr>
              <a:buSzPts val="1600"/>
              <a:buNone/>
              <a:defRPr sz="1600" b="1"/>
            </a:lvl8pPr>
            <a:lvl9pPr marL="4114800" indent="-228600" algn="l">
              <a:lnSpc>
                <a:spcPct val="100000"/>
              </a:lnSpc>
              <a:spcBef>
                <a:spcPts val="320"/>
              </a:spcBef>
              <a:spcAft>
                <a:spcPts val="0"/>
              </a:spcAft>
              <a:buClr>
                <a:schemeClr val="dk1"/>
              </a:buClr>
              <a:buSzPts val="1600"/>
              <a:buNone/>
              <a:defRPr sz="1600" b="1"/>
            </a:lvl9pPr>
          </a:lstStyle>
          <a:p xmlns:a="http://schemas.openxmlformats.org/drawingml/2006/main"/>
        </p:txBody>
      </p:sp>
      <p:sp>
        <p:nvSpPr>
          <p:cNvPr id="40" name="Google Shape;40;p10">
            <a:extLst xmlns:a="http://schemas.openxmlformats.org/drawingml/2006/main">
              <a:ext uri="{FF2B5EF4-FFF2-40B4-BE49-F238E27FC236}">
                <a16:creationId xmlns:a16="http://schemas.microsoft.com/office/drawing/2014/main" id="{94D2284E-5C23-456D-8C6E-71F555810BAF}"/>
              </a:ext>
            </a:extLst>
          </p:cNvPr>
          <p:cNvSpPr>
            <a:spLocks xmlns:a="http://schemas.openxmlformats.org/drawingml/2006/main" noGrp="1"/>
          </p:cNvSpPr>
          <p:nvPr>
            <p:ph type="body" idx="4"/>
          </p:nvPr>
        </p:nvSpPr>
        <p:spPr>
          <a:xfrm xmlns:a="http://schemas.openxmlformats.org/drawingml/2006/main">
            <a:off x="4645026" y="1288255"/>
            <a:ext cx="4041775" cy="29634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81000" algn="l">
              <a:lnSpc>
                <a:spcPct val="100000"/>
              </a:lnSpc>
              <a:spcBef>
                <a:spcPts val="480"/>
              </a:spcBef>
              <a:spcAft>
                <a:spcPts val="0"/>
              </a:spcAft>
              <a:buClr>
                <a:schemeClr val="dk2"/>
              </a:buClr>
              <a:buSzPts val="2400"/>
              <a:buChar char="•"/>
              <a:defRPr sz="2400"/>
            </a:lvl1pPr>
            <a:lvl2pPr marL="914400" indent="-355600" algn="l">
              <a:lnSpc>
                <a:spcPct val="100000"/>
              </a:lnSpc>
              <a:spcBef>
                <a:spcPts val="400"/>
              </a:spcBef>
              <a:spcAft>
                <a:spcPts val="0"/>
              </a:spcAft>
              <a:buClr>
                <a:schemeClr val="dk2"/>
              </a:buClr>
              <a:buSzPts val="2000"/>
              <a:buChar char="–"/>
              <a:defRPr sz="2000"/>
            </a:lvl2pPr>
            <a:lvl3pPr marL="1371600" indent="-342900" algn="l">
              <a:lnSpc>
                <a:spcPct val="100000"/>
              </a:lnSpc>
              <a:spcBef>
                <a:spcPts val="360"/>
              </a:spcBef>
              <a:spcAft>
                <a:spcPts val="0"/>
              </a:spcAft>
              <a:buClr>
                <a:schemeClr val="dk2"/>
              </a:buClr>
              <a:buSzPts val="1800"/>
              <a:buChar char="•"/>
              <a:defRPr sz="1800"/>
            </a:lvl3pPr>
            <a:lvl4pPr marL="1828800" indent="-330200" algn="l">
              <a:lnSpc>
                <a:spcPct val="100000"/>
              </a:lnSpc>
              <a:spcBef>
                <a:spcPts val="320"/>
              </a:spcBef>
              <a:spcAft>
                <a:spcPts val="0"/>
              </a:spcAft>
              <a:buClr>
                <a:schemeClr val="dk2"/>
              </a:buClr>
              <a:buSzPts val="1600"/>
              <a:buChar char="–"/>
              <a:defRPr sz="1600"/>
            </a:lvl4pPr>
            <a:lvl5pPr marL="2286000" indent="-330200" algn="l">
              <a:lnSpc>
                <a:spcPct val="100000"/>
              </a:lnSpc>
              <a:spcBef>
                <a:spcPts val="320"/>
              </a:spcBef>
              <a:spcAft>
                <a:spcPts val="0"/>
              </a:spcAft>
              <a:buClr>
                <a:schemeClr val="dk2"/>
              </a:buClr>
              <a:buSzPts val="1600"/>
              <a:buChar char="»"/>
              <a:defRPr sz="1600"/>
            </a:lvl5pPr>
            <a:lvl6pPr marL="2743200" indent="-330200" algn="l">
              <a:lnSpc>
                <a:spcPct val="100000"/>
              </a:lnSpc>
              <a:spcBef>
                <a:spcPts val="320"/>
              </a:spcBef>
              <a:spcAft>
                <a:spcPts val="0"/>
              </a:spcAft>
              <a:buClr>
                <a:schemeClr val="dk1"/>
              </a:buClr>
              <a:buSzPts val="1600"/>
              <a:buChar char="•"/>
              <a:defRPr sz="1600"/>
            </a:lvl6pPr>
            <a:lvl7pPr marL="3200400" indent="-330200" algn="l">
              <a:lnSpc>
                <a:spcPct val="100000"/>
              </a:lnSpc>
              <a:spcBef>
                <a:spcPts val="320"/>
              </a:spcBef>
              <a:spcAft>
                <a:spcPts val="0"/>
              </a:spcAft>
              <a:buClr>
                <a:schemeClr val="dk1"/>
              </a:buClr>
              <a:buSzPts val="1600"/>
              <a:buChar char="•"/>
              <a:defRPr sz="1600"/>
            </a:lvl7pPr>
            <a:lvl8pPr marL="3657600" indent="-330200" algn="l">
              <a:lnSpc>
                <a:spcPct val="100000"/>
              </a:lnSpc>
              <a:spcBef>
                <a:spcPts val="320"/>
              </a:spcBef>
              <a:spcAft>
                <a:spcPts val="0"/>
              </a:spcAft>
              <a:buClr>
                <a:schemeClr val="dk1"/>
              </a:buClr>
              <a:buSzPts val="1600"/>
              <a:buChar char="•"/>
              <a:defRPr sz="1600"/>
            </a:lvl8pPr>
            <a:lvl9pPr marL="4114800" indent="-330200" algn="l">
              <a:lnSpc>
                <a:spcPct val="100000"/>
              </a:lnSpc>
              <a:spcBef>
                <a:spcPts val="320"/>
              </a:spcBef>
              <a:spcAft>
                <a:spcPts val="0"/>
              </a:spcAft>
              <a:buClr>
                <a:schemeClr val="dk1"/>
              </a:buClr>
              <a:buSzPts val="1600"/>
              <a:buChar char="•"/>
              <a:defRPr sz="1600"/>
            </a:lvl9pPr>
          </a:lstStyle>
          <a:p xmlns:a="http://schemas.openxmlformats.org/drawingml/2006/main"/>
        </p:txBody>
      </p:sp>
      <p:sp>
        <p:nvSpPr>
          <p:cNvPr id="41" name="Google Shape;41;p10">
            <a:extLst xmlns:a="http://schemas.openxmlformats.org/drawingml/2006/main">
              <a:ext uri="{FF2B5EF4-FFF2-40B4-BE49-F238E27FC236}">
                <a16:creationId xmlns:a16="http://schemas.microsoft.com/office/drawing/2014/main" id="{891B070B-5E2A-4B8C-8CD6-EF8E286E4CE6}"/>
              </a:ext>
            </a:extLst>
          </p:cNvPr>
          <p:cNvSpPr>
            <a:spLocks xmlns:a="http://schemas.openxmlformats.org/drawingml/2006/main" noGrp="1"/>
          </p:cNvSpPr>
          <p:nvPr>
            <p:ph type="sldNum" idx="12"/>
          </p:nvPr>
        </p:nvSpPr>
        <p:spPr>
          <a:xfrm xmlns:a="http://schemas.openxmlformats.org/drawingml/2006/main">
            <a:off x="35052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48" name="Google Shape;42;p10"/>
          <p:cNvPicPr>
            <a:picLocks xmlns:a="http://schemas.openxmlformats.org/drawingml/2006/main" noChangeAspect="1"/>
          </p:cNvPicPr>
          <p:nvPr/>
        </p:nvPicPr>
        <p:blipFill rotWithShape="1">
          <a:blip xmlns:r="http://schemas.openxmlformats.org/officeDocument/2006/relationships" xmlns:a="http://schemas.openxmlformats.org/drawingml/2006/main" r:embed="R34c533db746b4603">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7.xml><?xml version="1.0" encoding="utf-8"?>
<p:sldLayout xmlns:p="http://schemas.openxmlformats.org/presentationml/2006/main" matchingName="Title Only" type="titleOnly">
  <p:cSld name="TITLE_ONLY">
    <p:bg>
      <p:bgPr>
        <a:blipFill xmlns:a="http://schemas.openxmlformats.org/drawingml/2006/main">
          <a:blip xmlns:r="http://schemas.openxmlformats.org/officeDocument/2006/relationships" r:embed="Ra0cf80f667a84099">
            <a:alphaModFix/>
          </a:blip>
          <a:stretch>
            <a:fillRect l="0" t="0" r="0" b="0"/>
          </a:stretch>
        </a:blipFill>
      </p:bgPr>
    </p:bg>
    <p:spTree>
      <p:nvGrpSpPr>
        <p:cNvPr id="1" name=""/>
        <p:cNvGrpSpPr/>
        <p:nvPr/>
      </p:nvGrpSpPr>
      <p:grpSpPr>
        <a:xfrm xmlns:a="http://schemas.openxmlformats.org/drawingml/2006/main"/>
      </p:grpSpPr>
      <p:sp>
        <p:nvSpPr>
          <p:cNvPr id="44" name="Google Shape;44;p11">
            <a:extLst xmlns:a="http://schemas.openxmlformats.org/drawingml/2006/main">
              <a:ext uri="{FF2B5EF4-FFF2-40B4-BE49-F238E27FC236}">
                <a16:creationId xmlns:a16="http://schemas.microsoft.com/office/drawing/2014/main" id="{684FD4D8-9F8F-4A22-9C61-279AD65A4693}"/>
              </a:ext>
            </a:extLst>
          </p:cNvPr>
          <p:cNvSpPr>
            <a:spLocks xmlns:a="http://schemas.openxmlformats.org/drawingml/2006/main" noGrp="1"/>
          </p:cNvSpPr>
          <p:nvPr>
            <p:ph type="title" idx="0"/>
          </p:nvPr>
        </p:nvSpPr>
        <p:spPr>
          <a:xfrm xmlns:a="http://schemas.openxmlformats.org/drawingml/2006/main">
            <a:off x="457200" y="514350"/>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rgbClr val="006096"/>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45" name="Google Shape;45;p11">
            <a:extLst xmlns:a="http://schemas.openxmlformats.org/drawingml/2006/main">
              <a:ext uri="{FF2B5EF4-FFF2-40B4-BE49-F238E27FC236}">
                <a16:creationId xmlns:a16="http://schemas.microsoft.com/office/drawing/2014/main" id="{42C7043F-A184-40E9-A916-D856B91600EE}"/>
              </a:ext>
            </a:extLst>
          </p:cNvPr>
          <p:cNvSpPr>
            <a:spLocks xmlns:a="http://schemas.openxmlformats.org/drawingml/2006/main" noGrp="1"/>
          </p:cNvSpPr>
          <p:nvPr>
            <p:ph type="sldNum" idx="12"/>
          </p:nvPr>
        </p:nvSpPr>
        <p:spPr>
          <a:xfrm xmlns:a="http://schemas.openxmlformats.org/drawingml/2006/main">
            <a:off x="35052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49" name="Google Shape;46;p11"/>
          <p:cNvPicPr>
            <a:picLocks xmlns:a="http://schemas.openxmlformats.org/drawingml/2006/main" noChangeAspect="1"/>
          </p:cNvPicPr>
          <p:nvPr/>
        </p:nvPicPr>
        <p:blipFill rotWithShape="1">
          <a:blip xmlns:r="http://schemas.openxmlformats.org/officeDocument/2006/relationships" xmlns:a="http://schemas.openxmlformats.org/drawingml/2006/main" r:embed="R3c9f8fd9e75e4f4a">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8.xml><?xml version="1.0" encoding="utf-8"?>
<p:sldLayout xmlns:p="http://schemas.openxmlformats.org/presentationml/2006/main" matchingName="Blank" type="blank">
  <p:cSld name="BLANK">
    <p:bg>
      <p:bgPr>
        <a:blipFill xmlns:a="http://schemas.openxmlformats.org/drawingml/2006/main">
          <a:blip xmlns:r="http://schemas.openxmlformats.org/officeDocument/2006/relationships" r:embed="R369a12cbaa51491c">
            <a:alphaModFix/>
          </a:blip>
          <a:stretch>
            <a:fillRect l="0" t="0" r="0" b="0"/>
          </a:stretch>
        </a:blipFill>
      </p:bgPr>
    </p:bg>
    <p:spTree>
      <p:nvGrpSpPr>
        <p:cNvPr id="1" name=""/>
        <p:cNvGrpSpPr/>
        <p:nvPr/>
      </p:nvGrpSpPr>
      <p:grpSpPr>
        <a:xfrm xmlns:a="http://schemas.openxmlformats.org/drawingml/2006/main"/>
      </p:grpSpPr>
      <p:sp>
        <p:nvSpPr>
          <p:cNvPr id="48" name="Google Shape;48;p12">
            <a:extLst xmlns:a="http://schemas.openxmlformats.org/drawingml/2006/main">
              <a:ext uri="{FF2B5EF4-FFF2-40B4-BE49-F238E27FC236}">
                <a16:creationId xmlns:a16="http://schemas.microsoft.com/office/drawing/2014/main" id="{AB1B6BC9-6776-4368-BFDA-BC9D70029E81}"/>
              </a:ext>
            </a:extLst>
          </p:cNvPr>
          <p:cNvSpPr>
            <a:spLocks xmlns:a="http://schemas.openxmlformats.org/drawingml/2006/main" noGrp="1"/>
          </p:cNvSpPr>
          <p:nvPr>
            <p:ph type="sldNum" idx="12"/>
          </p:nvPr>
        </p:nvSpPr>
        <p:spPr>
          <a:xfrm xmlns:a="http://schemas.openxmlformats.org/drawingml/2006/main">
            <a:off x="32766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51" name="Google Shape;49;p12"/>
          <p:cNvPicPr>
            <a:picLocks xmlns:a="http://schemas.openxmlformats.org/drawingml/2006/main" noChangeAspect="1"/>
          </p:cNvPicPr>
          <p:nvPr/>
        </p:nvPicPr>
        <p:blipFill rotWithShape="1">
          <a:blip xmlns:r="http://schemas.openxmlformats.org/officeDocument/2006/relationships" xmlns:a="http://schemas.openxmlformats.org/drawingml/2006/main" r:embed="R8d7c6812a17c4e35">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9.xml><?xml version="1.0" encoding="utf-8"?>
<p:sldLayout xmlns:p="http://schemas.openxmlformats.org/presentationml/2006/main" matchingName="Content with Caption" type="objTx">
  <p:cSld name="OBJECT_WITH_CAPTION_TEXT">
    <p:bg>
      <p:bgPr>
        <a:blipFill xmlns:a="http://schemas.openxmlformats.org/drawingml/2006/main">
          <a:blip xmlns:r="http://schemas.openxmlformats.org/officeDocument/2006/relationships" r:embed="Rdcfe7b0f3f6a4861">
            <a:alphaModFix/>
          </a:blip>
          <a:stretch>
            <a:fillRect l="0" t="0" r="0" b="0"/>
          </a:stretch>
        </a:blipFill>
      </p:bgPr>
    </p:bg>
    <p:spTree>
      <p:nvGrpSpPr>
        <p:cNvPr id="1" name=""/>
        <p:cNvGrpSpPr/>
        <p:nvPr/>
      </p:nvGrpSpPr>
      <p:grpSpPr>
        <a:xfrm xmlns:a="http://schemas.openxmlformats.org/drawingml/2006/main"/>
      </p:grpSpPr>
      <p:sp>
        <p:nvSpPr>
          <p:cNvPr id="51" name="Google Shape;51;p13">
            <a:extLst xmlns:a="http://schemas.openxmlformats.org/drawingml/2006/main">
              <a:ext uri="{FF2B5EF4-FFF2-40B4-BE49-F238E27FC236}">
                <a16:creationId xmlns:a16="http://schemas.microsoft.com/office/drawing/2014/main" id="{246A7F87-0AC6-47A2-AF20-CFC93847A8B1}"/>
              </a:ext>
            </a:extLst>
          </p:cNvPr>
          <p:cNvSpPr>
            <a:spLocks xmlns:a="http://schemas.openxmlformats.org/drawingml/2006/main" noGrp="1"/>
          </p:cNvSpPr>
          <p:nvPr>
            <p:ph type="title" idx="0"/>
          </p:nvPr>
        </p:nvSpPr>
        <p:spPr>
          <a:xfrm xmlns:a="http://schemas.openxmlformats.org/drawingml/2006/main">
            <a:off x="457201" y="438150"/>
            <a:ext cx="3008313" cy="8715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100000"/>
              </a:lnSpc>
              <a:spcBef>
                <a:spcPts val="0"/>
              </a:spcBef>
              <a:spcAft>
                <a:spcPts val="0"/>
              </a:spcAft>
              <a:buSzPts val="1400"/>
              <a:buNone/>
              <a:defRPr sz="2000" b="1">
                <a:solidFill>
                  <a:srgbClr val="006096"/>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52" name="Google Shape;52;p13">
            <a:extLst xmlns:a="http://schemas.openxmlformats.org/drawingml/2006/main">
              <a:ext uri="{FF2B5EF4-FFF2-40B4-BE49-F238E27FC236}">
                <a16:creationId xmlns:a16="http://schemas.microsoft.com/office/drawing/2014/main" id="{84E8853F-BF66-47F9-A256-E416F020AFD4}"/>
              </a:ext>
            </a:extLst>
          </p:cNvPr>
          <p:cNvSpPr>
            <a:spLocks xmlns:a="http://schemas.openxmlformats.org/drawingml/2006/main" noGrp="1"/>
          </p:cNvSpPr>
          <p:nvPr>
            <p:ph type="body" idx="1"/>
          </p:nvPr>
        </p:nvSpPr>
        <p:spPr>
          <a:xfrm xmlns:a="http://schemas.openxmlformats.org/drawingml/2006/main">
            <a:off x="3575050" y="438151"/>
            <a:ext cx="5111750" cy="365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431800" algn="l">
              <a:lnSpc>
                <a:spcPct val="100000"/>
              </a:lnSpc>
              <a:spcBef>
                <a:spcPts val="640"/>
              </a:spcBef>
              <a:spcAft>
                <a:spcPts val="0"/>
              </a:spcAft>
              <a:buClr>
                <a:schemeClr val="dk2"/>
              </a:buClr>
              <a:buSzPts val="3200"/>
              <a:buChar char="•"/>
              <a:defRPr sz="3200"/>
            </a:lvl1pPr>
            <a:lvl2pPr marL="914400" indent="-406400" algn="l">
              <a:lnSpc>
                <a:spcPct val="100000"/>
              </a:lnSpc>
              <a:spcBef>
                <a:spcPts val="560"/>
              </a:spcBef>
              <a:spcAft>
                <a:spcPts val="0"/>
              </a:spcAft>
              <a:buClr>
                <a:schemeClr val="dk2"/>
              </a:buClr>
              <a:buSzPts val="2800"/>
              <a:buChar char="–"/>
              <a:defRPr sz="2800"/>
            </a:lvl2pPr>
            <a:lvl3pPr marL="1371600" indent="-381000" algn="l">
              <a:lnSpc>
                <a:spcPct val="100000"/>
              </a:lnSpc>
              <a:spcBef>
                <a:spcPts val="480"/>
              </a:spcBef>
              <a:spcAft>
                <a:spcPts val="0"/>
              </a:spcAft>
              <a:buClr>
                <a:schemeClr val="dk2"/>
              </a:buClr>
              <a:buSzPts val="2400"/>
              <a:buChar char="•"/>
              <a:defRPr sz="2400"/>
            </a:lvl3pPr>
            <a:lvl4pPr marL="1828800" indent="-355600" algn="l">
              <a:lnSpc>
                <a:spcPct val="100000"/>
              </a:lnSpc>
              <a:spcBef>
                <a:spcPts val="400"/>
              </a:spcBef>
              <a:spcAft>
                <a:spcPts val="0"/>
              </a:spcAft>
              <a:buClr>
                <a:schemeClr val="dk2"/>
              </a:buClr>
              <a:buSzPts val="2000"/>
              <a:buChar char="–"/>
              <a:defRPr sz="2000"/>
            </a:lvl4pPr>
            <a:lvl5pPr marL="2286000" indent="-355600" algn="l">
              <a:lnSpc>
                <a:spcPct val="100000"/>
              </a:lnSpc>
              <a:spcBef>
                <a:spcPts val="400"/>
              </a:spcBef>
              <a:spcAft>
                <a:spcPts val="0"/>
              </a:spcAft>
              <a:buClr>
                <a:schemeClr val="dk2"/>
              </a:buClr>
              <a:buSzPts val="2000"/>
              <a:buChar char="»"/>
              <a:defRPr sz="2000"/>
            </a:lvl5pPr>
            <a:lvl6pPr marL="2743200" indent="-355600" algn="l">
              <a:lnSpc>
                <a:spcPct val="100000"/>
              </a:lnSpc>
              <a:spcBef>
                <a:spcPts val="400"/>
              </a:spcBef>
              <a:spcAft>
                <a:spcPts val="0"/>
              </a:spcAft>
              <a:buClr>
                <a:schemeClr val="dk1"/>
              </a:buClr>
              <a:buSzPts val="2000"/>
              <a:buChar char="•"/>
              <a:defRPr sz="2000"/>
            </a:lvl6pPr>
            <a:lvl7pPr marL="3200400" indent="-355600" algn="l">
              <a:lnSpc>
                <a:spcPct val="100000"/>
              </a:lnSpc>
              <a:spcBef>
                <a:spcPts val="400"/>
              </a:spcBef>
              <a:spcAft>
                <a:spcPts val="0"/>
              </a:spcAft>
              <a:buClr>
                <a:schemeClr val="dk1"/>
              </a:buClr>
              <a:buSzPts val="2000"/>
              <a:buChar char="•"/>
              <a:defRPr sz="2000"/>
            </a:lvl7pPr>
            <a:lvl8pPr marL="3657600" indent="-355600" algn="l">
              <a:lnSpc>
                <a:spcPct val="100000"/>
              </a:lnSpc>
              <a:spcBef>
                <a:spcPts val="400"/>
              </a:spcBef>
              <a:spcAft>
                <a:spcPts val="0"/>
              </a:spcAft>
              <a:buClr>
                <a:schemeClr val="dk1"/>
              </a:buClr>
              <a:buSzPts val="2000"/>
              <a:buChar char="•"/>
              <a:defRPr sz="2000"/>
            </a:lvl8pPr>
            <a:lvl9pPr marL="4114800" indent="-355600" algn="l">
              <a:lnSpc>
                <a:spcPct val="100000"/>
              </a:lnSpc>
              <a:spcBef>
                <a:spcPts val="400"/>
              </a:spcBef>
              <a:spcAft>
                <a:spcPts val="0"/>
              </a:spcAft>
              <a:buClr>
                <a:schemeClr val="dk1"/>
              </a:buClr>
              <a:buSzPts val="2000"/>
              <a:buChar char="•"/>
              <a:defRPr sz="2000"/>
            </a:lvl9pPr>
          </a:lstStyle>
          <a:p xmlns:a="http://schemas.openxmlformats.org/drawingml/2006/main"/>
        </p:txBody>
      </p:sp>
      <p:sp>
        <p:nvSpPr>
          <p:cNvPr id="53" name="Google Shape;53;p13">
            <a:extLst xmlns:a="http://schemas.openxmlformats.org/drawingml/2006/main">
              <a:ext uri="{FF2B5EF4-FFF2-40B4-BE49-F238E27FC236}">
                <a16:creationId xmlns:a16="http://schemas.microsoft.com/office/drawing/2014/main" id="{8AC87F0C-3809-4331-8BB2-6D2AEC485C54}"/>
              </a:ext>
            </a:extLst>
          </p:cNvPr>
          <p:cNvSpPr>
            <a:spLocks xmlns:a="http://schemas.openxmlformats.org/drawingml/2006/main" noGrp="1"/>
          </p:cNvSpPr>
          <p:nvPr>
            <p:ph type="body" idx="2"/>
          </p:nvPr>
        </p:nvSpPr>
        <p:spPr>
          <a:xfrm xmlns:a="http://schemas.openxmlformats.org/drawingml/2006/main">
            <a:off x="457201" y="1428750"/>
            <a:ext cx="3008313" cy="26670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228600" algn="l">
              <a:lnSpc>
                <a:spcPct val="100000"/>
              </a:lnSpc>
              <a:spcBef>
                <a:spcPts val="280"/>
              </a:spcBef>
              <a:spcAft>
                <a:spcPts val="0"/>
              </a:spcAft>
              <a:buClr>
                <a:srgbClr val="006096"/>
              </a:buClr>
              <a:buSzPts val="1400"/>
              <a:buNone/>
              <a:defRPr sz="1400">
                <a:solidFill>
                  <a:srgbClr val="006096"/>
                </a:solidFill>
              </a:defRPr>
            </a:lvl1pPr>
            <a:lvl2pPr marL="914400" indent="-228600" algn="l">
              <a:lnSpc>
                <a:spcPct val="100000"/>
              </a:lnSpc>
              <a:spcBef>
                <a:spcPts val="240"/>
              </a:spcBef>
              <a:spcAft>
                <a:spcPts val="0"/>
              </a:spcAft>
              <a:buClr>
                <a:schemeClr val="dk2"/>
              </a:buClr>
              <a:buSzPts val="1200"/>
              <a:buNone/>
              <a:defRPr sz="1200"/>
            </a:lvl2pPr>
            <a:lvl3pPr marL="1371600" indent="-228600" algn="l">
              <a:lnSpc>
                <a:spcPct val="100000"/>
              </a:lnSpc>
              <a:spcBef>
                <a:spcPts val="200"/>
              </a:spcBef>
              <a:spcAft>
                <a:spcPts val="0"/>
              </a:spcAft>
              <a:buClr>
                <a:schemeClr val="dk2"/>
              </a:buClr>
              <a:buSzPts val="1000"/>
              <a:buNone/>
              <a:defRPr sz="1000"/>
            </a:lvl3pPr>
            <a:lvl4pPr marL="1828800" indent="-228600" algn="l">
              <a:lnSpc>
                <a:spcPct val="100000"/>
              </a:lnSpc>
              <a:spcBef>
                <a:spcPts val="180"/>
              </a:spcBef>
              <a:spcAft>
                <a:spcPts val="0"/>
              </a:spcAft>
              <a:buClr>
                <a:schemeClr val="dk2"/>
              </a:buClr>
              <a:buSzPts val="900"/>
              <a:buNone/>
              <a:defRPr sz="900"/>
            </a:lvl4pPr>
            <a:lvl5pPr marL="2286000" indent="-228600" algn="l">
              <a:lnSpc>
                <a:spcPct val="100000"/>
              </a:lnSpc>
              <a:spcBef>
                <a:spcPts val="180"/>
              </a:spcBef>
              <a:spcAft>
                <a:spcPts val="0"/>
              </a:spcAft>
              <a:buClr>
                <a:schemeClr val="dk2"/>
              </a:buClr>
              <a:buSzPts val="900"/>
              <a:buNone/>
              <a:defRPr sz="900"/>
            </a:lvl5pPr>
            <a:lvl6pPr marL="2743200" indent="-228600" algn="l">
              <a:lnSpc>
                <a:spcPct val="100000"/>
              </a:lnSpc>
              <a:spcBef>
                <a:spcPts val="180"/>
              </a:spcBef>
              <a:spcAft>
                <a:spcPts val="0"/>
              </a:spcAft>
              <a:buClr>
                <a:schemeClr val="dk1"/>
              </a:buClr>
              <a:buSzPts val="900"/>
              <a:buNone/>
              <a:defRPr sz="900"/>
            </a:lvl6pPr>
            <a:lvl7pPr marL="3200400" indent="-228600" algn="l">
              <a:lnSpc>
                <a:spcPct val="100000"/>
              </a:lnSpc>
              <a:spcBef>
                <a:spcPts val="180"/>
              </a:spcBef>
              <a:spcAft>
                <a:spcPts val="0"/>
              </a:spcAft>
              <a:buClr>
                <a:schemeClr val="dk1"/>
              </a:buClr>
              <a:buSzPts val="900"/>
              <a:buNone/>
              <a:defRPr sz="900"/>
            </a:lvl7pPr>
            <a:lvl8pPr marL="3657600" indent="-228600" algn="l">
              <a:lnSpc>
                <a:spcPct val="100000"/>
              </a:lnSpc>
              <a:spcBef>
                <a:spcPts val="180"/>
              </a:spcBef>
              <a:spcAft>
                <a:spcPts val="0"/>
              </a:spcAft>
              <a:buClr>
                <a:schemeClr val="dk1"/>
              </a:buClr>
              <a:buSzPts val="900"/>
              <a:buNone/>
              <a:defRPr sz="900"/>
            </a:lvl8pPr>
            <a:lvl9pPr marL="4114800" indent="-228600" algn="l">
              <a:lnSpc>
                <a:spcPct val="100000"/>
              </a:lnSpc>
              <a:spcBef>
                <a:spcPts val="180"/>
              </a:spcBef>
              <a:spcAft>
                <a:spcPts val="0"/>
              </a:spcAft>
              <a:buClr>
                <a:schemeClr val="dk1"/>
              </a:buClr>
              <a:buSzPts val="900"/>
              <a:buNone/>
              <a:defRPr sz="900"/>
            </a:lvl9pPr>
          </a:lstStyle>
          <a:p xmlns:a="http://schemas.openxmlformats.org/drawingml/2006/main"/>
        </p:txBody>
      </p:sp>
      <p:sp>
        <p:nvSpPr>
          <p:cNvPr id="54" name="Google Shape;54;p13">
            <a:extLst xmlns:a="http://schemas.openxmlformats.org/drawingml/2006/main">
              <a:ext uri="{FF2B5EF4-FFF2-40B4-BE49-F238E27FC236}">
                <a16:creationId xmlns:a16="http://schemas.microsoft.com/office/drawing/2014/main" id="{96DEB597-7520-45A4-8130-D4F1F18AC501}"/>
              </a:ext>
            </a:extLst>
          </p:cNvPr>
          <p:cNvSpPr>
            <a:spLocks xmlns:a="http://schemas.openxmlformats.org/drawingml/2006/main" noGrp="1"/>
          </p:cNvSpPr>
          <p:nvPr>
            <p:ph type="sldNum" idx="12"/>
          </p:nvPr>
        </p:nvSpPr>
        <p:spPr>
          <a:xfrm xmlns:a="http://schemas.openxmlformats.org/drawingml/2006/main">
            <a:off x="3563998"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60" name="Google Shape;55;p13"/>
          <p:cNvPicPr>
            <a:picLocks xmlns:a="http://schemas.openxmlformats.org/drawingml/2006/main" noChangeAspect="1"/>
          </p:cNvPicPr>
          <p:nvPr/>
        </p:nvPicPr>
        <p:blipFill rotWithShape="1">
          <a:blip xmlns:r="http://schemas.openxmlformats.org/officeDocument/2006/relationships" xmlns:a="http://schemas.openxmlformats.org/drawingml/2006/main" r:embed="Rf8cc2d95d7214ffb">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10.xml><?xml version="1.0" encoding="utf-8"?>
<p:sldLayout xmlns:p="http://schemas.openxmlformats.org/presentationml/2006/main" matchingName="Picture with Caption" type="picTx">
  <p:cSld name="PICTURE_WITH_CAPTION_TEXT">
    <p:bg>
      <p:bgPr>
        <a:blipFill xmlns:a="http://schemas.openxmlformats.org/drawingml/2006/main">
          <a:blip xmlns:r="http://schemas.openxmlformats.org/officeDocument/2006/relationships" r:embed="Rc2365e158206424c">
            <a:alphaModFix/>
          </a:blip>
          <a:stretch>
            <a:fillRect l="0" t="0" r="0" b="0"/>
          </a:stretch>
        </a:blipFill>
      </p:bgPr>
    </p:bg>
    <p:spTree>
      <p:nvGrpSpPr>
        <p:cNvPr id="1" name=""/>
        <p:cNvGrpSpPr/>
        <p:nvPr/>
      </p:nvGrpSpPr>
      <p:grpSpPr>
        <a:xfrm xmlns:a="http://schemas.openxmlformats.org/drawingml/2006/main"/>
      </p:grpSpPr>
      <p:sp>
        <p:nvSpPr>
          <p:cNvPr id="57" name="Google Shape;57;p14">
            <a:extLst xmlns:a="http://schemas.openxmlformats.org/drawingml/2006/main">
              <a:ext uri="{FF2B5EF4-FFF2-40B4-BE49-F238E27FC236}">
                <a16:creationId xmlns:a16="http://schemas.microsoft.com/office/drawing/2014/main" id="{34E14A14-7B88-4E6C-8862-3AAE5CF89929}"/>
              </a:ext>
            </a:extLst>
          </p:cNvPr>
          <p:cNvSpPr>
            <a:spLocks xmlns:a="http://schemas.openxmlformats.org/drawingml/2006/main" noGrp="1"/>
          </p:cNvSpPr>
          <p:nvPr>
            <p:ph type="title" idx="0"/>
          </p:nvPr>
        </p:nvSpPr>
        <p:spPr>
          <a:xfrm xmlns:a="http://schemas.openxmlformats.org/drawingml/2006/main">
            <a:off x="6096000" y="459580"/>
            <a:ext cx="2514600" cy="66436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100000"/>
              </a:lnSpc>
              <a:spcBef>
                <a:spcPts val="0"/>
              </a:spcBef>
              <a:spcAft>
                <a:spcPts val="0"/>
              </a:spcAft>
              <a:buSzPts val="1400"/>
              <a:buNone/>
              <a:defRPr sz="2000" b="1">
                <a:solidFill>
                  <a:srgbClr val="006096"/>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58" name="Google Shape;58;p14">
            <a:extLst xmlns:a="http://schemas.openxmlformats.org/drawingml/2006/main">
              <a:ext uri="{FF2B5EF4-FFF2-40B4-BE49-F238E27FC236}">
                <a16:creationId xmlns:a16="http://schemas.microsoft.com/office/drawing/2014/main" id="{2C244923-EDBF-4969-A5CD-6E7C76C00A93}"/>
              </a:ext>
            </a:extLst>
          </p:cNvPr>
          <p:cNvSpPr>
            <a:spLocks xmlns:a="http://schemas.openxmlformats.org/drawingml/2006/main" noGrp="1"/>
          </p:cNvSpPr>
          <p:nvPr>
            <p:ph type="pic" idx="2"/>
          </p:nvPr>
        </p:nvSpPr>
        <p:spPr>
          <a:xfrm xmlns:a="http://schemas.openxmlformats.org/drawingml/2006/main">
            <a:off x="457200" y="459580"/>
            <a:ext cx="5486400" cy="3636169"/>
          </a:xfrm>
          <a:prstGeom xmlns:a="http://schemas.openxmlformats.org/drawingml/2006/main" prst="rect">
            <a:avLst/>
          </a:prstGeom>
          <a:noFill xmlns:a="http://schemas.openxmlformats.org/drawingml/2006/main"/>
          <a:ln xmlns:a="http://schemas.openxmlformats.org/drawingml/2006/main">
            <a:noFill/>
          </a:ln>
        </p:spPr>
      </p:sp>
      <p:sp>
        <p:nvSpPr>
          <p:cNvPr id="59" name="Google Shape;59;p14">
            <a:extLst xmlns:a="http://schemas.openxmlformats.org/drawingml/2006/main">
              <a:ext uri="{FF2B5EF4-FFF2-40B4-BE49-F238E27FC236}">
                <a16:creationId xmlns:a16="http://schemas.microsoft.com/office/drawing/2014/main" id="{95372B21-FFFE-481B-928D-4CEA3CFD4383}"/>
              </a:ext>
            </a:extLst>
          </p:cNvPr>
          <p:cNvSpPr>
            <a:spLocks xmlns:a="http://schemas.openxmlformats.org/drawingml/2006/main" noGrp="1"/>
          </p:cNvSpPr>
          <p:nvPr>
            <p:ph type="body" idx="1"/>
          </p:nvPr>
        </p:nvSpPr>
        <p:spPr>
          <a:xfrm xmlns:a="http://schemas.openxmlformats.org/drawingml/2006/main">
            <a:off x="6096000" y="1200150"/>
            <a:ext cx="2514600" cy="60364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228600" algn="l">
              <a:lnSpc>
                <a:spcPct val="100000"/>
              </a:lnSpc>
              <a:spcBef>
                <a:spcPts val="280"/>
              </a:spcBef>
              <a:spcAft>
                <a:spcPts val="0"/>
              </a:spcAft>
              <a:buClr>
                <a:schemeClr val="dk2"/>
              </a:buClr>
              <a:buSzPts val="1400"/>
              <a:buNone/>
              <a:defRPr sz="1400"/>
            </a:lvl1pPr>
            <a:lvl2pPr marL="914400" indent="-228600" algn="l">
              <a:lnSpc>
                <a:spcPct val="100000"/>
              </a:lnSpc>
              <a:spcBef>
                <a:spcPts val="240"/>
              </a:spcBef>
              <a:spcAft>
                <a:spcPts val="0"/>
              </a:spcAft>
              <a:buClr>
                <a:schemeClr val="dk2"/>
              </a:buClr>
              <a:buSzPts val="1200"/>
              <a:buNone/>
              <a:defRPr sz="1200"/>
            </a:lvl2pPr>
            <a:lvl3pPr marL="1371600" indent="-228600" algn="l">
              <a:lnSpc>
                <a:spcPct val="100000"/>
              </a:lnSpc>
              <a:spcBef>
                <a:spcPts val="200"/>
              </a:spcBef>
              <a:spcAft>
                <a:spcPts val="0"/>
              </a:spcAft>
              <a:buClr>
                <a:schemeClr val="dk2"/>
              </a:buClr>
              <a:buSzPts val="1000"/>
              <a:buNone/>
              <a:defRPr sz="1000"/>
            </a:lvl3pPr>
            <a:lvl4pPr marL="1828800" indent="-228600" algn="l">
              <a:lnSpc>
                <a:spcPct val="100000"/>
              </a:lnSpc>
              <a:spcBef>
                <a:spcPts val="180"/>
              </a:spcBef>
              <a:spcAft>
                <a:spcPts val="0"/>
              </a:spcAft>
              <a:buClr>
                <a:schemeClr val="dk2"/>
              </a:buClr>
              <a:buSzPts val="900"/>
              <a:buNone/>
              <a:defRPr sz="900"/>
            </a:lvl4pPr>
            <a:lvl5pPr marL="2286000" indent="-228600" algn="l">
              <a:lnSpc>
                <a:spcPct val="100000"/>
              </a:lnSpc>
              <a:spcBef>
                <a:spcPts val="180"/>
              </a:spcBef>
              <a:spcAft>
                <a:spcPts val="0"/>
              </a:spcAft>
              <a:buClr>
                <a:schemeClr val="dk2"/>
              </a:buClr>
              <a:buSzPts val="900"/>
              <a:buNone/>
              <a:defRPr sz="900"/>
            </a:lvl5pPr>
            <a:lvl6pPr marL="2743200" indent="-228600" algn="l">
              <a:lnSpc>
                <a:spcPct val="100000"/>
              </a:lnSpc>
              <a:spcBef>
                <a:spcPts val="180"/>
              </a:spcBef>
              <a:spcAft>
                <a:spcPts val="0"/>
              </a:spcAft>
              <a:buClr>
                <a:schemeClr val="dk1"/>
              </a:buClr>
              <a:buSzPts val="900"/>
              <a:buNone/>
              <a:defRPr sz="900"/>
            </a:lvl6pPr>
            <a:lvl7pPr marL="3200400" indent="-228600" algn="l">
              <a:lnSpc>
                <a:spcPct val="100000"/>
              </a:lnSpc>
              <a:spcBef>
                <a:spcPts val="180"/>
              </a:spcBef>
              <a:spcAft>
                <a:spcPts val="0"/>
              </a:spcAft>
              <a:buClr>
                <a:schemeClr val="dk1"/>
              </a:buClr>
              <a:buSzPts val="900"/>
              <a:buNone/>
              <a:defRPr sz="900"/>
            </a:lvl7pPr>
            <a:lvl8pPr marL="3657600" indent="-228600" algn="l">
              <a:lnSpc>
                <a:spcPct val="100000"/>
              </a:lnSpc>
              <a:spcBef>
                <a:spcPts val="180"/>
              </a:spcBef>
              <a:spcAft>
                <a:spcPts val="0"/>
              </a:spcAft>
              <a:buClr>
                <a:schemeClr val="dk1"/>
              </a:buClr>
              <a:buSzPts val="900"/>
              <a:buNone/>
              <a:defRPr sz="900"/>
            </a:lvl8pPr>
            <a:lvl9pPr marL="4114800" indent="-228600" algn="l">
              <a:lnSpc>
                <a:spcPct val="100000"/>
              </a:lnSpc>
              <a:spcBef>
                <a:spcPts val="180"/>
              </a:spcBef>
              <a:spcAft>
                <a:spcPts val="0"/>
              </a:spcAft>
              <a:buClr>
                <a:schemeClr val="dk1"/>
              </a:buClr>
              <a:buSzPts val="900"/>
              <a:buNone/>
              <a:defRPr sz="900"/>
            </a:lvl9pPr>
          </a:lstStyle>
          <a:p xmlns:a="http://schemas.openxmlformats.org/drawingml/2006/main"/>
        </p:txBody>
      </p:sp>
      <p:sp>
        <p:nvSpPr>
          <p:cNvPr id="60" name="Google Shape;60;p14">
            <a:extLst xmlns:a="http://schemas.openxmlformats.org/drawingml/2006/main">
              <a:ext uri="{FF2B5EF4-FFF2-40B4-BE49-F238E27FC236}">
                <a16:creationId xmlns:a16="http://schemas.microsoft.com/office/drawing/2014/main" id="{F4311BF3-9270-499F-B1A9-444F1DF1E51C}"/>
              </a:ext>
            </a:extLst>
          </p:cNvPr>
          <p:cNvSpPr>
            <a:spLocks xmlns:a="http://schemas.openxmlformats.org/drawingml/2006/main" noGrp="1"/>
          </p:cNvSpPr>
          <p:nvPr>
            <p:ph type="sldNum" idx="12"/>
          </p:nvPr>
        </p:nvSpPr>
        <p:spPr>
          <a:xfrm xmlns:a="http://schemas.openxmlformats.org/drawingml/2006/main">
            <a:off x="35052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66" name="Google Shape;61;p14"/>
          <p:cNvPicPr>
            <a:picLocks xmlns:a="http://schemas.openxmlformats.org/drawingml/2006/main" noChangeAspect="1"/>
          </p:cNvPicPr>
          <p:nvPr/>
        </p:nvPicPr>
        <p:blipFill rotWithShape="1">
          <a:blip xmlns:r="http://schemas.openxmlformats.org/officeDocument/2006/relationships" xmlns:a="http://schemas.openxmlformats.org/drawingml/2006/main" r:embed="R931c184b60d34b6a">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11.xml><?xml version="1.0" encoding="utf-8"?>
<p:sldLayout xmlns:p="http://schemas.openxmlformats.org/presentationml/2006/main" matchingName="Title and Vertical Text" type="vertTx">
  <p:cSld name="VERTICAL_TEXT">
    <p:bg>
      <p:bgPr>
        <a:blipFill xmlns:a="http://schemas.openxmlformats.org/drawingml/2006/main">
          <a:blip xmlns:r="http://schemas.openxmlformats.org/officeDocument/2006/relationships" r:embed="Rc6238b26a7c64031">
            <a:alphaModFix/>
          </a:blip>
          <a:stretch>
            <a:fillRect l="0" t="0" r="0" b="0"/>
          </a:stretch>
        </a:blipFill>
      </p:bgPr>
    </p:bg>
    <p:spTree>
      <p:nvGrpSpPr>
        <p:cNvPr id="1" name=""/>
        <p:cNvGrpSpPr/>
        <p:nvPr/>
      </p:nvGrpSpPr>
      <p:grpSpPr>
        <a:xfrm xmlns:a="http://schemas.openxmlformats.org/drawingml/2006/main"/>
      </p:grpSpPr>
      <p:sp>
        <p:nvSpPr>
          <p:cNvPr id="63" name="Google Shape;63;p15">
            <a:extLst xmlns:a="http://schemas.openxmlformats.org/drawingml/2006/main">
              <a:ext uri="{FF2B5EF4-FFF2-40B4-BE49-F238E27FC236}">
                <a16:creationId xmlns:a16="http://schemas.microsoft.com/office/drawing/2014/main" id="{8033C60E-23DD-4C67-ABFE-5F259AD884DD}"/>
              </a:ext>
            </a:extLst>
          </p:cNvPr>
          <p:cNvSpPr>
            <a:spLocks xmlns:a="http://schemas.openxmlformats.org/drawingml/2006/main" noGrp="1"/>
          </p:cNvSpPr>
          <p:nvPr>
            <p:ph type="title" idx="0"/>
          </p:nvPr>
        </p:nvSpPr>
        <p:spPr>
          <a:xfrm xmlns:a="http://schemas.openxmlformats.org/drawingml/2006/main">
            <a:off x="457200" y="476250"/>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rgbClr val="006096"/>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64" name="Google Shape;64;p15">
            <a:extLst xmlns:a="http://schemas.openxmlformats.org/drawingml/2006/main">
              <a:ext uri="{FF2B5EF4-FFF2-40B4-BE49-F238E27FC236}">
                <a16:creationId xmlns:a16="http://schemas.microsoft.com/office/drawing/2014/main" id="{FEBBDD83-25DB-4F38-8213-010B4EC63089}"/>
              </a:ext>
            </a:extLst>
          </p:cNvPr>
          <p:cNvSpPr>
            <a:spLocks xmlns:a="http://schemas.openxmlformats.org/drawingml/2006/main" noGrp="1"/>
          </p:cNvSpPr>
          <p:nvPr>
            <p:ph type="body" idx="1"/>
          </p:nvPr>
        </p:nvSpPr>
        <p:spPr>
          <a:xfrm xmlns:a="http://schemas.openxmlformats.org/drawingml/2006/main" rot="5400000">
            <a:off x="3246438" y="-1284287"/>
            <a:ext cx="2651125" cy="822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42900" algn="l">
              <a:lnSpc>
                <a:spcPct val="100000"/>
              </a:lnSpc>
              <a:spcBef>
                <a:spcPts val="360"/>
              </a:spcBef>
              <a:spcAft>
                <a:spcPts val="0"/>
              </a:spcAft>
              <a:buClr>
                <a:schemeClr val="dk2"/>
              </a:buClr>
              <a:buSzPts val="1800"/>
              <a:buChar char="•"/>
              <a:defRPr/>
            </a:lvl1pPr>
            <a:lvl2pPr marL="914400" indent="-342900" algn="l">
              <a:lnSpc>
                <a:spcPct val="100000"/>
              </a:lnSpc>
              <a:spcBef>
                <a:spcPts val="360"/>
              </a:spcBef>
              <a:spcAft>
                <a:spcPts val="0"/>
              </a:spcAft>
              <a:buClr>
                <a:schemeClr val="dk2"/>
              </a:buClr>
              <a:buSzPts val="1800"/>
              <a:buChar char="–"/>
              <a:defRPr/>
            </a:lvl2pPr>
            <a:lvl3pPr marL="1371600" indent="-342900" algn="l">
              <a:lnSpc>
                <a:spcPct val="100000"/>
              </a:lnSpc>
              <a:spcBef>
                <a:spcPts val="360"/>
              </a:spcBef>
              <a:spcAft>
                <a:spcPts val="0"/>
              </a:spcAft>
              <a:buClr>
                <a:schemeClr val="dk2"/>
              </a:buClr>
              <a:buSzPts val="1800"/>
              <a:buChar char="•"/>
              <a:defRPr/>
            </a:lvl3pPr>
            <a:lvl4pPr marL="1828800" indent="-342900" algn="l">
              <a:lnSpc>
                <a:spcPct val="100000"/>
              </a:lnSpc>
              <a:spcBef>
                <a:spcPts val="360"/>
              </a:spcBef>
              <a:spcAft>
                <a:spcPts val="0"/>
              </a:spcAft>
              <a:buClr>
                <a:schemeClr val="dk2"/>
              </a:buClr>
              <a:buSzPts val="1800"/>
              <a:buChar char="–"/>
              <a:defRPr/>
            </a:lvl4pPr>
            <a:lvl5pPr marL="2286000" indent="-342900" algn="l">
              <a:lnSpc>
                <a:spcPct val="100000"/>
              </a:lnSpc>
              <a:spcBef>
                <a:spcPts val="360"/>
              </a:spcBef>
              <a:spcAft>
                <a:spcPts val="0"/>
              </a:spcAft>
              <a:buClr>
                <a:schemeClr val="dk2"/>
              </a:buClr>
              <a:buSzPts val="1800"/>
              <a:buChar char="»"/>
              <a:defRPr/>
            </a:lvl5pPr>
            <a:lvl6pPr marL="2743200" indent="-342900" algn="l">
              <a:lnSpc>
                <a:spcPct val="100000"/>
              </a:lnSpc>
              <a:spcBef>
                <a:spcPts val="360"/>
              </a:spcBef>
              <a:spcAft>
                <a:spcPts val="0"/>
              </a:spcAft>
              <a:buClr>
                <a:schemeClr val="dk1"/>
              </a:buClr>
              <a:buSzPts val="1800"/>
              <a:buChar char="•"/>
              <a:defRPr/>
            </a:lvl6pPr>
            <a:lvl7pPr marL="3200400" indent="-342900" algn="l">
              <a:lnSpc>
                <a:spcPct val="100000"/>
              </a:lnSpc>
              <a:spcBef>
                <a:spcPts val="360"/>
              </a:spcBef>
              <a:spcAft>
                <a:spcPts val="0"/>
              </a:spcAft>
              <a:buClr>
                <a:schemeClr val="dk1"/>
              </a:buClr>
              <a:buSzPts val="1800"/>
              <a:buChar char="•"/>
              <a:defRPr/>
            </a:lvl7pPr>
            <a:lvl8pPr marL="3657600" indent="-342900" algn="l">
              <a:lnSpc>
                <a:spcPct val="100000"/>
              </a:lnSpc>
              <a:spcBef>
                <a:spcPts val="360"/>
              </a:spcBef>
              <a:spcAft>
                <a:spcPts val="0"/>
              </a:spcAft>
              <a:buClr>
                <a:schemeClr val="dk1"/>
              </a:buClr>
              <a:buSzPts val="1800"/>
              <a:buChar char="•"/>
              <a:defRPr/>
            </a:lvl8pPr>
            <a:lvl9pPr marL="4114800" indent="-342900" algn="l">
              <a:lnSpc>
                <a:spcPct val="100000"/>
              </a:lnSpc>
              <a:spcBef>
                <a:spcPts val="360"/>
              </a:spcBef>
              <a:spcAft>
                <a:spcPts val="0"/>
              </a:spcAft>
              <a:buClr>
                <a:schemeClr val="dk1"/>
              </a:buClr>
              <a:buSzPts val="1800"/>
              <a:buChar char="•"/>
              <a:defRPr/>
            </a:lvl9pPr>
          </a:lstStyle>
          <a:p xmlns:a="http://schemas.openxmlformats.org/drawingml/2006/main"/>
        </p:txBody>
      </p:sp>
      <p:sp>
        <p:nvSpPr>
          <p:cNvPr id="65" name="Google Shape;65;p15">
            <a:extLst xmlns:a="http://schemas.openxmlformats.org/drawingml/2006/main">
              <a:ext uri="{FF2B5EF4-FFF2-40B4-BE49-F238E27FC236}">
                <a16:creationId xmlns:a16="http://schemas.microsoft.com/office/drawing/2014/main" id="{22232244-5B4E-434C-B44E-21DCBDF0FCC2}"/>
              </a:ext>
            </a:extLst>
          </p:cNvPr>
          <p:cNvSpPr>
            <a:spLocks xmlns:a="http://schemas.openxmlformats.org/drawingml/2006/main" noGrp="1"/>
          </p:cNvSpPr>
          <p:nvPr>
            <p:ph type="sldNum" idx="12"/>
          </p:nvPr>
        </p:nvSpPr>
        <p:spPr>
          <a:xfrm xmlns:a="http://schemas.openxmlformats.org/drawingml/2006/main">
            <a:off x="35052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70" name="Google Shape;66;p15"/>
          <p:cNvPicPr>
            <a:picLocks xmlns:a="http://schemas.openxmlformats.org/drawingml/2006/main" noChangeAspect="1"/>
          </p:cNvPicPr>
          <p:nvPr/>
        </p:nvPicPr>
        <p:blipFill rotWithShape="1">
          <a:blip xmlns:r="http://schemas.openxmlformats.org/officeDocument/2006/relationships" xmlns:a="http://schemas.openxmlformats.org/drawingml/2006/main" r:embed="Rbd60271be7204944">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Layouts/slideLayout12.xml><?xml version="1.0" encoding="utf-8"?>
<p:sldLayout xmlns:p="http://schemas.openxmlformats.org/presentationml/2006/main" matchingName="Vertical Title and Text" type="vertTitleAndTx">
  <p:cSld name="VERTICAL_TITLE_AND_VERTICAL_TEXT">
    <p:bg>
      <p:bgPr>
        <a:blipFill xmlns:a="http://schemas.openxmlformats.org/drawingml/2006/main">
          <a:blip xmlns:r="http://schemas.openxmlformats.org/officeDocument/2006/relationships" r:embed="R734caca045e24705">
            <a:alphaModFix/>
          </a:blip>
          <a:stretch>
            <a:fillRect l="0" t="0" r="0" b="0"/>
          </a:stretch>
        </a:blipFill>
      </p:bgPr>
    </p:bg>
    <p:spTree>
      <p:nvGrpSpPr>
        <p:cNvPr id="1" name=""/>
        <p:cNvGrpSpPr/>
        <p:nvPr/>
      </p:nvGrpSpPr>
      <p:grpSpPr>
        <a:xfrm xmlns:a="http://schemas.openxmlformats.org/drawingml/2006/main"/>
      </p:grpSpPr>
      <p:sp>
        <p:nvSpPr>
          <p:cNvPr id="68" name="Google Shape;68;p16">
            <a:extLst xmlns:a="http://schemas.openxmlformats.org/drawingml/2006/main">
              <a:ext uri="{FF2B5EF4-FFF2-40B4-BE49-F238E27FC236}">
                <a16:creationId xmlns:a16="http://schemas.microsoft.com/office/drawing/2014/main" id="{E65E7B8A-06CE-498D-838C-3CC68F3A0922}"/>
              </a:ext>
            </a:extLst>
          </p:cNvPr>
          <p:cNvSpPr>
            <a:spLocks xmlns:a="http://schemas.openxmlformats.org/drawingml/2006/main" noGrp="1"/>
          </p:cNvSpPr>
          <p:nvPr>
            <p:ph type="title" idx="0"/>
          </p:nvPr>
        </p:nvSpPr>
        <p:spPr>
          <a:xfrm xmlns:a="http://schemas.openxmlformats.org/drawingml/2006/main" rot="5400000">
            <a:off x="5857724" y="1277143"/>
            <a:ext cx="3579813" cy="20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rgbClr val="006096"/>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p:txBody>
      </p:sp>
      <p:sp>
        <p:nvSpPr>
          <p:cNvPr id="69" name="Google Shape;69;p16">
            <a:extLst xmlns:a="http://schemas.openxmlformats.org/drawingml/2006/main">
              <a:ext uri="{FF2B5EF4-FFF2-40B4-BE49-F238E27FC236}">
                <a16:creationId xmlns:a16="http://schemas.microsoft.com/office/drawing/2014/main" id="{24E0B39A-8112-49C0-BD4F-1D30435A51DA}"/>
              </a:ext>
            </a:extLst>
          </p:cNvPr>
          <p:cNvSpPr>
            <a:spLocks xmlns:a="http://schemas.openxmlformats.org/drawingml/2006/main" noGrp="1"/>
          </p:cNvSpPr>
          <p:nvPr>
            <p:ph type="body" idx="1"/>
          </p:nvPr>
        </p:nvSpPr>
        <p:spPr>
          <a:xfrm xmlns:a="http://schemas.openxmlformats.org/drawingml/2006/main" rot="5400000">
            <a:off x="1677194" y="-704057"/>
            <a:ext cx="3579813" cy="6019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42900" algn="l">
              <a:lnSpc>
                <a:spcPct val="100000"/>
              </a:lnSpc>
              <a:spcBef>
                <a:spcPts val="360"/>
              </a:spcBef>
              <a:spcAft>
                <a:spcPts val="0"/>
              </a:spcAft>
              <a:buClr>
                <a:schemeClr val="dk2"/>
              </a:buClr>
              <a:buSzPts val="1800"/>
              <a:buChar char="•"/>
              <a:defRPr/>
            </a:lvl1pPr>
            <a:lvl2pPr marL="914400" indent="-342900" algn="l">
              <a:lnSpc>
                <a:spcPct val="100000"/>
              </a:lnSpc>
              <a:spcBef>
                <a:spcPts val="360"/>
              </a:spcBef>
              <a:spcAft>
                <a:spcPts val="0"/>
              </a:spcAft>
              <a:buClr>
                <a:schemeClr val="dk2"/>
              </a:buClr>
              <a:buSzPts val="1800"/>
              <a:buChar char="–"/>
              <a:defRPr/>
            </a:lvl2pPr>
            <a:lvl3pPr marL="1371600" indent="-342900" algn="l">
              <a:lnSpc>
                <a:spcPct val="100000"/>
              </a:lnSpc>
              <a:spcBef>
                <a:spcPts val="360"/>
              </a:spcBef>
              <a:spcAft>
                <a:spcPts val="0"/>
              </a:spcAft>
              <a:buClr>
                <a:schemeClr val="dk2"/>
              </a:buClr>
              <a:buSzPts val="1800"/>
              <a:buChar char="•"/>
              <a:defRPr/>
            </a:lvl3pPr>
            <a:lvl4pPr marL="1828800" indent="-342900" algn="l">
              <a:lnSpc>
                <a:spcPct val="100000"/>
              </a:lnSpc>
              <a:spcBef>
                <a:spcPts val="360"/>
              </a:spcBef>
              <a:spcAft>
                <a:spcPts val="0"/>
              </a:spcAft>
              <a:buClr>
                <a:schemeClr val="dk2"/>
              </a:buClr>
              <a:buSzPts val="1800"/>
              <a:buChar char="–"/>
              <a:defRPr/>
            </a:lvl4pPr>
            <a:lvl5pPr marL="2286000" indent="-342900" algn="l">
              <a:lnSpc>
                <a:spcPct val="100000"/>
              </a:lnSpc>
              <a:spcBef>
                <a:spcPts val="360"/>
              </a:spcBef>
              <a:spcAft>
                <a:spcPts val="0"/>
              </a:spcAft>
              <a:buClr>
                <a:schemeClr val="dk2"/>
              </a:buClr>
              <a:buSzPts val="1800"/>
              <a:buChar char="»"/>
              <a:defRPr/>
            </a:lvl5pPr>
            <a:lvl6pPr marL="2743200" indent="-342900" algn="l">
              <a:lnSpc>
                <a:spcPct val="100000"/>
              </a:lnSpc>
              <a:spcBef>
                <a:spcPts val="360"/>
              </a:spcBef>
              <a:spcAft>
                <a:spcPts val="0"/>
              </a:spcAft>
              <a:buClr>
                <a:schemeClr val="dk1"/>
              </a:buClr>
              <a:buSzPts val="1800"/>
              <a:buChar char="•"/>
              <a:defRPr/>
            </a:lvl6pPr>
            <a:lvl7pPr marL="3200400" indent="-342900" algn="l">
              <a:lnSpc>
                <a:spcPct val="100000"/>
              </a:lnSpc>
              <a:spcBef>
                <a:spcPts val="360"/>
              </a:spcBef>
              <a:spcAft>
                <a:spcPts val="0"/>
              </a:spcAft>
              <a:buClr>
                <a:schemeClr val="dk1"/>
              </a:buClr>
              <a:buSzPts val="1800"/>
              <a:buChar char="•"/>
              <a:defRPr/>
            </a:lvl7pPr>
            <a:lvl8pPr marL="3657600" indent="-342900" algn="l">
              <a:lnSpc>
                <a:spcPct val="100000"/>
              </a:lnSpc>
              <a:spcBef>
                <a:spcPts val="360"/>
              </a:spcBef>
              <a:spcAft>
                <a:spcPts val="0"/>
              </a:spcAft>
              <a:buClr>
                <a:schemeClr val="dk1"/>
              </a:buClr>
              <a:buSzPts val="1800"/>
              <a:buChar char="•"/>
              <a:defRPr/>
            </a:lvl8pPr>
            <a:lvl9pPr marL="4114800" indent="-342900" algn="l">
              <a:lnSpc>
                <a:spcPct val="100000"/>
              </a:lnSpc>
              <a:spcBef>
                <a:spcPts val="360"/>
              </a:spcBef>
              <a:spcAft>
                <a:spcPts val="0"/>
              </a:spcAft>
              <a:buClr>
                <a:schemeClr val="dk1"/>
              </a:buClr>
              <a:buSzPts val="1800"/>
              <a:buChar char="•"/>
              <a:defRPr/>
            </a:lvl9pPr>
          </a:lstStyle>
          <a:p xmlns:a="http://schemas.openxmlformats.org/drawingml/2006/main"/>
        </p:txBody>
      </p:sp>
      <p:sp>
        <p:nvSpPr>
          <p:cNvPr id="70" name="Google Shape;70;p16">
            <a:extLst xmlns:a="http://schemas.openxmlformats.org/drawingml/2006/main">
              <a:ext uri="{FF2B5EF4-FFF2-40B4-BE49-F238E27FC236}">
                <a16:creationId xmlns:a16="http://schemas.microsoft.com/office/drawing/2014/main" id="{77B1A8A5-7F5F-408F-B8AF-3927F7C3A9C2}"/>
              </a:ext>
            </a:extLst>
          </p:cNvPr>
          <p:cNvSpPr>
            <a:spLocks xmlns:a="http://schemas.openxmlformats.org/drawingml/2006/main" noGrp="1"/>
          </p:cNvSpPr>
          <p:nvPr>
            <p:ph type="sldNum" idx="12"/>
          </p:nvPr>
        </p:nvSpPr>
        <p:spPr>
          <a:xfrm xmlns:a="http://schemas.openxmlformats.org/drawingml/2006/main">
            <a:off x="33528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75" name="Google Shape;71;p16"/>
          <p:cNvPicPr>
            <a:picLocks xmlns:a="http://schemas.openxmlformats.org/drawingml/2006/main" noChangeAspect="1"/>
          </p:cNvPicPr>
          <p:nvPr/>
        </p:nvPicPr>
        <p:blipFill rotWithShape="1">
          <a:blip xmlns:r="http://schemas.openxmlformats.org/officeDocument/2006/relationships" xmlns:a="http://schemas.openxmlformats.org/drawingml/2006/main" r:embed="R22c521bc4c5741e6">
            <a:alphaModFix/>
          </a:blip>
          <a:srcRect xmlns:a="http://schemas.openxmlformats.org/drawingml/2006/main" l="0" t="0" r="0" b="0"/>
          <a:stretch xmlns:a="http://schemas.openxmlformats.org/drawingml/2006/main"/>
        </p:blipFill>
        <p:spPr>
          <a:xfrm xmlns:a="http://schemas.openxmlformats.org/drawingml/2006/main">
            <a:off x="8747125" y="0"/>
            <a:ext cx="396875" cy="396875"/>
          </a:xfrm>
          <a:prstGeom xmlns:a="http://schemas.openxmlformats.org/drawingml/2006/main" prst="rect">
            <a:avLst/>
          </a:prstGeom>
          <a:ln xmlns:a="http://schemas.openxmlformats.org/drawingml/2006/main">
            <a:noFill/>
          </a:ln>
        </p:spPr>
      </p:pic>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jpeg" Id="R83c35afbc9974f22" /><Relationship Type="http://schemas.openxmlformats.org/officeDocument/2006/relationships/theme" Target="/ppt/slideMasters/theme/theme2.xml" Id="R9ac8e1f6377e465c" /><Relationship Type="http://schemas.openxmlformats.org/officeDocument/2006/relationships/slideLayout" Target="/ppt/slideLayouts/slideLayout1.xml" Id="R550bc276b94b4252" /><Relationship Type="http://schemas.openxmlformats.org/officeDocument/2006/relationships/slideLayout" Target="/ppt/slideLayouts/slideLayout2.xml" Id="R6dcc76aa50ee4e5c" /><Relationship Type="http://schemas.openxmlformats.org/officeDocument/2006/relationships/slideLayout" Target="/ppt/slideLayouts/slideLayout3.xml" Id="Rd5c17c59a4704129" /><Relationship Type="http://schemas.openxmlformats.org/officeDocument/2006/relationships/slideLayout" Target="/ppt/slideLayouts/slideLayout4.xml" Id="R923b829710984d50" /><Relationship Type="http://schemas.openxmlformats.org/officeDocument/2006/relationships/slideLayout" Target="/ppt/slideLayouts/slideLayout5.xml" Id="Rb6213b9821344ffc" /><Relationship Type="http://schemas.openxmlformats.org/officeDocument/2006/relationships/slideLayout" Target="/ppt/slideLayouts/slideLayout6.xml" Id="Rab4c352cfa9d4d75" /><Relationship Type="http://schemas.openxmlformats.org/officeDocument/2006/relationships/slideLayout" Target="/ppt/slideLayouts/slideLayout7.xml" Id="R4a58bb7b329c49ec" /><Relationship Type="http://schemas.openxmlformats.org/officeDocument/2006/relationships/slideLayout" Target="/ppt/slideLayouts/slideLayout8.xml" Id="R47a27e09d2aa4cd0" /><Relationship Type="http://schemas.openxmlformats.org/officeDocument/2006/relationships/slideLayout" Target="/ppt/slideLayouts/slideLayout9.xml" Id="Rbbdd657e61cb407c" /><Relationship Type="http://schemas.openxmlformats.org/officeDocument/2006/relationships/slideLayout" Target="/ppt/slideLayouts/slideLayout10.xml" Id="R6b898cd99679410c" /><Relationship Type="http://schemas.openxmlformats.org/officeDocument/2006/relationships/slideLayout" Target="/ppt/slideLayouts/slideLayout11.xml" Id="Ra02b2c26541341f1" /><Relationship Type="http://schemas.openxmlformats.org/officeDocument/2006/relationships/slideLayout" Target="/ppt/slideLayouts/slideLayout12.xml" Id="R87788dcbeeda426d" /></Relationships>
</file>

<file path=ppt/slideMasters/slideMaster1.xml><?xml version="1.0" encoding="utf-8"?>
<p:sldMaster xmlns:p="http://schemas.openxmlformats.org/presentationml/2006/main">
  <p:cSld>
    <p:bg>
      <p:bgPr>
        <a:blipFill xmlns:a="http://schemas.openxmlformats.org/drawingml/2006/main">
          <a:blip xmlns:r="http://schemas.openxmlformats.org/officeDocument/2006/relationships" r:embed="R83c35afbc9974f22">
            <a:alphaModFix/>
          </a:blip>
          <a:stretch>
            <a:fillRect l="0" t="0" r="0" b="0"/>
          </a:stretch>
        </a:blipFill>
      </p:bgPr>
    </p:bg>
    <p:spTree>
      <p:nvGrpSpPr>
        <p:cNvPr id="1" name=""/>
        <p:cNvGrpSpPr/>
        <p:nvPr/>
      </p:nvGrpSpPr>
      <p:grpSpPr>
        <a:xfrm xmlns:a="http://schemas.openxmlformats.org/drawingml/2006/main"/>
      </p:grpSpPr>
      <p:sp>
        <p:nvSpPr>
          <p:cNvPr id="10" name="Google Shape;10;p4">
            <a:extLst xmlns:a="http://schemas.openxmlformats.org/drawingml/2006/main">
              <a:ext uri="{FF2B5EF4-FFF2-40B4-BE49-F238E27FC236}">
                <a16:creationId xmlns:a16="http://schemas.microsoft.com/office/drawing/2014/main" id="{B43E41D2-4401-4A45-A56C-6E118BA779A9}"/>
              </a:ext>
            </a:extLst>
          </p:cNvPr>
          <p:cNvSpPr>
            <a:spLocks xmlns:a="http://schemas.openxmlformats.org/drawingml/2006/main" noGrp="1"/>
          </p:cNvSpPr>
          <p:nvPr>
            <p:ph type="title" idx="0"/>
          </p:nvPr>
        </p:nvSpPr>
        <p:spPr>
          <a:xfrm xmlns:a="http://schemas.openxmlformats.org/drawingml/2006/main">
            <a:off x="457200" y="914400"/>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3200" b="0" i="0" u="none" cap="none">
                <a:solidFill>
                  <a:schemeClr val="lt1"/>
                </a:solidFill>
                <a:latin typeface="Calibri"/>
                <a:ea typeface="Calibri"/>
                <a:cs typeface="Calibri"/>
              </a:defRPr>
            </a:lvl1pPr>
            <a:lvl2pPr marR="0" algn="ctr">
              <a:lnSpc>
                <a:spcPct val="100000"/>
              </a:lnSpc>
              <a:spcBef>
                <a:spcPts val="0"/>
              </a:spcBef>
              <a:spcAft>
                <a:spcPts val="0"/>
              </a:spcAft>
              <a:buClr>
                <a:srgbClr val="000000"/>
              </a:buClr>
              <a:buSzPts val="1400"/>
              <a:buFont typeface="Arial"/>
              <a:buNone/>
              <a:defRPr sz="3200" b="0" i="0" u="none" cap="none">
                <a:solidFill>
                  <a:schemeClr val="dk1"/>
                </a:solidFill>
                <a:latin typeface="Helvetica Neue"/>
                <a:ea typeface="Helvetica Neue"/>
                <a:cs typeface="Helvetica Neue"/>
              </a:defRPr>
            </a:lvl2pPr>
            <a:lvl3pPr marR="0" algn="ctr">
              <a:lnSpc>
                <a:spcPct val="100000"/>
              </a:lnSpc>
              <a:spcBef>
                <a:spcPts val="0"/>
              </a:spcBef>
              <a:spcAft>
                <a:spcPts val="0"/>
              </a:spcAft>
              <a:buClr>
                <a:srgbClr val="000000"/>
              </a:buClr>
              <a:buSzPts val="1400"/>
              <a:buFont typeface="Arial"/>
              <a:buNone/>
              <a:defRPr sz="3200" b="0" i="0" u="none" cap="none">
                <a:solidFill>
                  <a:schemeClr val="dk1"/>
                </a:solidFill>
                <a:latin typeface="Helvetica Neue"/>
                <a:ea typeface="Helvetica Neue"/>
                <a:cs typeface="Helvetica Neue"/>
              </a:defRPr>
            </a:lvl3pPr>
            <a:lvl4pPr marR="0" algn="ctr">
              <a:lnSpc>
                <a:spcPct val="100000"/>
              </a:lnSpc>
              <a:spcBef>
                <a:spcPts val="0"/>
              </a:spcBef>
              <a:spcAft>
                <a:spcPts val="0"/>
              </a:spcAft>
              <a:buClr>
                <a:srgbClr val="000000"/>
              </a:buClr>
              <a:buSzPts val="1400"/>
              <a:buFont typeface="Arial"/>
              <a:buNone/>
              <a:defRPr sz="3200" b="0" i="0" u="none" cap="none">
                <a:solidFill>
                  <a:schemeClr val="dk1"/>
                </a:solidFill>
                <a:latin typeface="Helvetica Neue"/>
                <a:ea typeface="Helvetica Neue"/>
                <a:cs typeface="Helvetica Neue"/>
              </a:defRPr>
            </a:lvl4pPr>
            <a:lvl5pPr marR="0" algn="ctr">
              <a:lnSpc>
                <a:spcPct val="100000"/>
              </a:lnSpc>
              <a:spcBef>
                <a:spcPts val="0"/>
              </a:spcBef>
              <a:spcAft>
                <a:spcPts val="0"/>
              </a:spcAft>
              <a:buClr>
                <a:srgbClr val="000000"/>
              </a:buClr>
              <a:buSzPts val="1400"/>
              <a:buFont typeface="Arial"/>
              <a:buNone/>
              <a:defRPr sz="3200" b="0" i="0" u="none" cap="none">
                <a:solidFill>
                  <a:schemeClr val="dk1"/>
                </a:solidFill>
                <a:latin typeface="Helvetica Neue"/>
                <a:ea typeface="Helvetica Neue"/>
                <a:cs typeface="Helvetica Neue"/>
              </a:defRPr>
            </a:lvl5pPr>
            <a:lvl6pPr marR="0" algn="ctr">
              <a:lnSpc>
                <a:spcPct val="100000"/>
              </a:lnSpc>
              <a:spcBef>
                <a:spcPts val="0"/>
              </a:spcBef>
              <a:spcAft>
                <a:spcPts val="0"/>
              </a:spcAft>
              <a:buClr>
                <a:srgbClr val="000000"/>
              </a:buClr>
              <a:buSzPts val="1400"/>
              <a:buFont typeface="Arial"/>
              <a:buNone/>
              <a:defRPr sz="3200" b="0" i="0" u="none" cap="none">
                <a:solidFill>
                  <a:schemeClr val="dk1"/>
                </a:solidFill>
                <a:latin typeface="Helvetica Neue"/>
                <a:ea typeface="Helvetica Neue"/>
                <a:cs typeface="Helvetica Neue"/>
              </a:defRPr>
            </a:lvl6pPr>
            <a:lvl7pPr marR="0" algn="ctr">
              <a:lnSpc>
                <a:spcPct val="100000"/>
              </a:lnSpc>
              <a:spcBef>
                <a:spcPts val="0"/>
              </a:spcBef>
              <a:spcAft>
                <a:spcPts val="0"/>
              </a:spcAft>
              <a:buClr>
                <a:srgbClr val="000000"/>
              </a:buClr>
              <a:buSzPts val="1400"/>
              <a:buFont typeface="Arial"/>
              <a:buNone/>
              <a:defRPr sz="3200" b="0" i="0" u="none" cap="none">
                <a:solidFill>
                  <a:schemeClr val="dk1"/>
                </a:solidFill>
                <a:latin typeface="Helvetica Neue"/>
                <a:ea typeface="Helvetica Neue"/>
                <a:cs typeface="Helvetica Neue"/>
              </a:defRPr>
            </a:lvl7pPr>
            <a:lvl8pPr marR="0" algn="ctr">
              <a:lnSpc>
                <a:spcPct val="100000"/>
              </a:lnSpc>
              <a:spcBef>
                <a:spcPts val="0"/>
              </a:spcBef>
              <a:spcAft>
                <a:spcPts val="0"/>
              </a:spcAft>
              <a:buClr>
                <a:srgbClr val="000000"/>
              </a:buClr>
              <a:buSzPts val="1400"/>
              <a:buFont typeface="Arial"/>
              <a:buNone/>
              <a:defRPr sz="3200" b="0" i="0" u="none" cap="none">
                <a:solidFill>
                  <a:schemeClr val="dk1"/>
                </a:solidFill>
                <a:latin typeface="Helvetica Neue"/>
                <a:ea typeface="Helvetica Neue"/>
                <a:cs typeface="Helvetica Neue"/>
              </a:defRPr>
            </a:lvl8pPr>
            <a:lvl9pPr marR="0" algn="ctr">
              <a:lnSpc>
                <a:spcPct val="100000"/>
              </a:lnSpc>
              <a:spcBef>
                <a:spcPts val="0"/>
              </a:spcBef>
              <a:spcAft>
                <a:spcPts val="0"/>
              </a:spcAft>
              <a:buClr>
                <a:srgbClr val="000000"/>
              </a:buClr>
              <a:buSzPts val="1400"/>
              <a:buFont typeface="Arial"/>
              <a:buNone/>
              <a:defRPr sz="3200" b="0" i="0" u="none" cap="none">
                <a:solidFill>
                  <a:schemeClr val="dk1"/>
                </a:solidFill>
                <a:latin typeface="Helvetica Neue"/>
                <a:ea typeface="Helvetica Neue"/>
                <a:cs typeface="Helvetica Neue"/>
              </a:defRPr>
            </a:lvl9pPr>
          </a:lstStyle>
          <a:p xmlns:a="http://schemas.openxmlformats.org/drawingml/2006/main"/>
        </p:txBody>
      </p:sp>
      <p:sp>
        <p:nvSpPr>
          <p:cNvPr id="11" name="Google Shape;11;p4">
            <a:extLst xmlns:a="http://schemas.openxmlformats.org/drawingml/2006/main">
              <a:ext uri="{FF2B5EF4-FFF2-40B4-BE49-F238E27FC236}">
                <a16:creationId xmlns:a16="http://schemas.microsoft.com/office/drawing/2014/main" id="{CA6A18E1-ABF6-46D6-971B-319C0D99B245}"/>
              </a:ext>
            </a:extLst>
          </p:cNvPr>
          <p:cNvSpPr>
            <a:spLocks xmlns:a="http://schemas.openxmlformats.org/drawingml/2006/main" noGrp="1"/>
          </p:cNvSpPr>
          <p:nvPr>
            <p:ph type="body" idx="1"/>
          </p:nvPr>
        </p:nvSpPr>
        <p:spPr>
          <a:xfrm xmlns:a="http://schemas.openxmlformats.org/drawingml/2006/main">
            <a:off x="457200" y="1943100"/>
            <a:ext cx="8229600" cy="2651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342900" algn="l">
              <a:lnSpc>
                <a:spcPct val="100000"/>
              </a:lnSpc>
              <a:spcBef>
                <a:spcPts val="360"/>
              </a:spcBef>
              <a:spcAft>
                <a:spcPts val="0"/>
              </a:spcAft>
              <a:buClr>
                <a:schemeClr val="dk2"/>
              </a:buClr>
              <a:buSzPts val="1800"/>
              <a:buFont typeface="Arial"/>
              <a:buChar char="•"/>
              <a:defRPr sz="1800" b="0" i="0" u="none" cap="none">
                <a:solidFill>
                  <a:schemeClr val="dk2"/>
                </a:solidFill>
                <a:latin typeface="Calibri"/>
                <a:ea typeface="Calibri"/>
                <a:cs typeface="Calibri"/>
              </a:defRPr>
            </a:lvl1pPr>
            <a:lvl2pPr marL="914400" marR="0" indent="-342900" algn="l">
              <a:lnSpc>
                <a:spcPct val="100000"/>
              </a:lnSpc>
              <a:spcBef>
                <a:spcPts val="360"/>
              </a:spcBef>
              <a:spcAft>
                <a:spcPts val="0"/>
              </a:spcAft>
              <a:buClr>
                <a:schemeClr val="dk2"/>
              </a:buClr>
              <a:buSzPts val="1800"/>
              <a:buFont typeface="Arial"/>
              <a:buChar char="–"/>
              <a:defRPr sz="1800" b="0" i="0" u="none" cap="none">
                <a:solidFill>
                  <a:schemeClr val="dk2"/>
                </a:solidFill>
                <a:latin typeface="Calibri"/>
                <a:ea typeface="Calibri"/>
                <a:cs typeface="Calibri"/>
              </a:defRPr>
            </a:lvl2pPr>
            <a:lvl3pPr marL="1371600" marR="0" indent="-342900" algn="l">
              <a:lnSpc>
                <a:spcPct val="100000"/>
              </a:lnSpc>
              <a:spcBef>
                <a:spcPts val="360"/>
              </a:spcBef>
              <a:spcAft>
                <a:spcPts val="0"/>
              </a:spcAft>
              <a:buClr>
                <a:schemeClr val="dk2"/>
              </a:buClr>
              <a:buSzPts val="1800"/>
              <a:buFont typeface="Arial"/>
              <a:buChar char="•"/>
              <a:defRPr sz="1800" b="0" i="0" u="none" cap="none">
                <a:solidFill>
                  <a:schemeClr val="dk2"/>
                </a:solidFill>
                <a:latin typeface="Calibri"/>
                <a:ea typeface="Calibri"/>
                <a:cs typeface="Calibri"/>
              </a:defRPr>
            </a:lvl3pPr>
            <a:lvl4pPr marL="1828800" marR="0" indent="-342900" algn="l">
              <a:lnSpc>
                <a:spcPct val="100000"/>
              </a:lnSpc>
              <a:spcBef>
                <a:spcPts val="360"/>
              </a:spcBef>
              <a:spcAft>
                <a:spcPts val="0"/>
              </a:spcAft>
              <a:buClr>
                <a:schemeClr val="dk2"/>
              </a:buClr>
              <a:buSzPts val="1800"/>
              <a:buFont typeface="Arial"/>
              <a:buChar char="–"/>
              <a:defRPr sz="1800" b="0" i="0" u="none" cap="none">
                <a:solidFill>
                  <a:schemeClr val="dk2"/>
                </a:solidFill>
                <a:latin typeface="Calibri"/>
                <a:ea typeface="Calibri"/>
                <a:cs typeface="Calibri"/>
              </a:defRPr>
            </a:lvl4pPr>
            <a:lvl5pPr marL="2286000" marR="0" indent="-342900" algn="l">
              <a:lnSpc>
                <a:spcPct val="100000"/>
              </a:lnSpc>
              <a:spcBef>
                <a:spcPts val="360"/>
              </a:spcBef>
              <a:spcAft>
                <a:spcPts val="0"/>
              </a:spcAft>
              <a:buClr>
                <a:schemeClr val="dk2"/>
              </a:buClr>
              <a:buSzPts val="1800"/>
              <a:buFont typeface="Arial"/>
              <a:buChar char="»"/>
              <a:defRPr sz="1800" b="0" i="0" u="none" cap="none">
                <a:solidFill>
                  <a:schemeClr val="dk2"/>
                </a:solidFill>
                <a:latin typeface="Calibri"/>
                <a:ea typeface="Calibri"/>
                <a:cs typeface="Calibri"/>
              </a:defRPr>
            </a:lvl5pPr>
            <a:lvl6pPr marL="2743200" marR="0" indent="-355600" algn="l">
              <a:lnSpc>
                <a:spcPct val="100000"/>
              </a:lnSpc>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6pPr>
            <a:lvl7pPr marL="3200400" marR="0" indent="-355600" algn="l">
              <a:lnSpc>
                <a:spcPct val="100000"/>
              </a:lnSpc>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7pPr>
            <a:lvl8pPr marL="3657600" marR="0" indent="-355600" algn="l">
              <a:lnSpc>
                <a:spcPct val="100000"/>
              </a:lnSpc>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8pPr>
            <a:lvl9pPr marL="4114800" marR="0" indent="-355600" algn="l">
              <a:lnSpc>
                <a:spcPct val="100000"/>
              </a:lnSpc>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9pPr>
          </a:lstStyle>
          <a:p xmlns:a="http://schemas.openxmlformats.org/drawingml/2006/main"/>
        </p:txBody>
      </p:sp>
      <p:sp>
        <p:nvSpPr>
          <p:cNvPr id="12" name="Google Shape;12;p4">
            <a:extLst xmlns:a="http://schemas.openxmlformats.org/drawingml/2006/main">
              <a:ext uri="{FF2B5EF4-FFF2-40B4-BE49-F238E27FC236}">
                <a16:creationId xmlns:a16="http://schemas.microsoft.com/office/drawing/2014/main" id="{297E309E-327E-41A8-B163-3522AE8A3E6A}"/>
              </a:ext>
            </a:extLst>
          </p:cNvPr>
          <p:cNvSpPr>
            <a:spLocks xmlns:a="http://schemas.openxmlformats.org/drawingml/2006/main" noGrp="1"/>
          </p:cNvSpPr>
          <p:nvPr>
            <p:ph type="sldNum" idx="12"/>
          </p:nvPr>
        </p:nvSpPr>
        <p:spPr>
          <a:xfrm xmlns:a="http://schemas.openxmlformats.org/drawingml/2006/main">
            <a:off x="6553200" y="4767263"/>
            <a:ext cx="2133600" cy="2746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2"/>
                </a:solidFill>
                <a:latin typeface="Helvetica Neue"/>
                <a:ea typeface="Helvetica Neue"/>
                <a:cs typeface="Helvetica Neue"/>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2"/>
                </a:solidFill>
                <a:latin typeface="Helvetica Neue"/>
                <a:ea typeface="Helvetica Neue"/>
                <a:cs typeface="Helvetica Neue"/>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2"/>
                </a:solidFill>
                <a:latin typeface="Helvetica Neue"/>
                <a:ea typeface="Helvetica Neue"/>
                <a:cs typeface="Helvetica Neue"/>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2"/>
                </a:solidFill>
                <a:latin typeface="Helvetica Neue"/>
                <a:ea typeface="Helvetica Neue"/>
                <a:cs typeface="Helvetica Neue"/>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2"/>
                </a:solidFill>
                <a:latin typeface="Helvetica Neue"/>
                <a:ea typeface="Helvetica Neue"/>
                <a:cs typeface="Helvetica Neue"/>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2"/>
                </a:solidFill>
                <a:latin typeface="Helvetica Neue"/>
                <a:ea typeface="Helvetica Neue"/>
                <a:cs typeface="Helvetica Neue"/>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2"/>
                </a:solidFill>
                <a:latin typeface="Helvetica Neue"/>
                <a:ea typeface="Helvetica Neue"/>
                <a:cs typeface="Helvetica Neue"/>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2"/>
                </a:solidFill>
                <a:latin typeface="Helvetica Neue"/>
                <a:ea typeface="Helvetica Neue"/>
                <a:cs typeface="Helvetica Neue"/>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2"/>
                </a:solidFill>
                <a:latin typeface="Helvetica Neue"/>
                <a:ea typeface="Helvetica Neue"/>
                <a:cs typeface="Helvetica Neue"/>
              </a:defRPr>
            </a:lvl9pPr>
          </a:lstStyle>
          <a:p xmlns:a="http://schemas.openxmlformats.org/drawingml/2006/main">
            <a:pPr marL="0" lvl="0" indent="0" algn="r">
              <a:spcBef>
                <a:spcPts val="0"/>
              </a:spcBef>
              <a:spcAft>
                <a:spcPts val="0"/>
              </a:spcAft>
              <a:buNone/>
            </a:pPr>
            <a:r>
              <a:t>1</a:t>
            </a:r>
            <a:endParaRPr sz="1400">
              <a:solidFill>
                <a:srgbClr val="000000"/>
              </a:solidFill>
              <a:latin typeface="Arial"/>
              <a:ea typeface="Arial"/>
              <a:cs typeface="Arial"/>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550bc276b94b4252"/>
    <p:sldLayoutId xmlns:r="http://schemas.openxmlformats.org/officeDocument/2006/relationships" id="2147483650" r:id="R6dcc76aa50ee4e5c"/>
    <p:sldLayoutId xmlns:r="http://schemas.openxmlformats.org/officeDocument/2006/relationships" id="2147483651" r:id="Rd5c17c59a4704129"/>
    <p:sldLayoutId xmlns:r="http://schemas.openxmlformats.org/officeDocument/2006/relationships" id="2147483652" r:id="R923b829710984d50"/>
    <p:sldLayoutId xmlns:r="http://schemas.openxmlformats.org/officeDocument/2006/relationships" id="2147483653" r:id="Rb6213b9821344ffc"/>
    <p:sldLayoutId xmlns:r="http://schemas.openxmlformats.org/officeDocument/2006/relationships" id="2147483654" r:id="Rab4c352cfa9d4d75"/>
    <p:sldLayoutId xmlns:r="http://schemas.openxmlformats.org/officeDocument/2006/relationships" id="2147483655" r:id="R4a58bb7b329c49ec"/>
    <p:sldLayoutId xmlns:r="http://schemas.openxmlformats.org/officeDocument/2006/relationships" id="2147483656" r:id="R47a27e09d2aa4cd0"/>
    <p:sldLayoutId xmlns:r="http://schemas.openxmlformats.org/officeDocument/2006/relationships" id="2147483657" r:id="Rbbdd657e61cb407c"/>
    <p:sldLayoutId xmlns:r="http://schemas.openxmlformats.org/officeDocument/2006/relationships" id="2147483658" r:id="R6b898cd99679410c"/>
    <p:sldLayoutId xmlns:r="http://schemas.openxmlformats.org/officeDocument/2006/relationships" id="2147483659" r:id="Ra02b2c26541341f1"/>
    <p:sldLayoutId xmlns:r="http://schemas.openxmlformats.org/officeDocument/2006/relationships" id="2147483660" r:id="R87788dcbeeda426d"/>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UD Primary and Secondary">
      <a:dk1>
        <a:srgbClr val="000000"/>
      </a:dk1>
      <a:lt1>
        <a:srgbClr val="FFFFFF"/>
      </a:lt1>
      <a:dk2>
        <a:srgbClr val="00539F"/>
      </a:dk2>
      <a:lt2>
        <a:srgbClr val="EEECE1"/>
      </a:lt2>
      <a:accent1>
        <a:srgbClr val="4F81BD"/>
      </a:accent1>
      <a:accent2>
        <a:srgbClr val="AF1E2D"/>
      </a:accent2>
      <a:accent3>
        <a:srgbClr val="BED600"/>
      </a:accent3>
      <a:accent4>
        <a:srgbClr val="5A8E22"/>
      </a:accent4>
      <a:accent5>
        <a:srgbClr val="00A0DF"/>
      </a:accent5>
      <a:accent6>
        <a:srgbClr val="EF8200"/>
      </a:accent6>
      <a:hlink>
        <a:srgbClr val="00539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UD Primary and Secondar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7ed2f7e42f14efc" /><Relationship Type="http://schemas.openxmlformats.org/officeDocument/2006/relationships/image" Target="/ppt/media/image2.png" Id="R4bec1d506f0f47f3" /><Relationship Type="http://schemas.openxmlformats.org/officeDocument/2006/relationships/notesSlide" Target="/ppt/notesSlides/notesSlide1.xml" Id="R6ac6a0c033f34583"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01900e5088724c5b" /><Relationship Type="http://schemas.openxmlformats.org/officeDocument/2006/relationships/notesSlide" Target="/ppt/notesSlides/notesSlide2.xml" Id="R3fbf9967d61f4f78"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e5ad0570fca94c28" /><Relationship Type="http://schemas.openxmlformats.org/officeDocument/2006/relationships/hyperlink" Target="https://drive.google.com/file/d/15JSaotsxEXHAcFdtfUTNPBkq8JsG8RKH/view?usp=drivesdk" TargetMode="External" Id="R9eb08b00d2864fbd" /><Relationship Type="http://schemas.openxmlformats.org/officeDocument/2006/relationships/notesSlide" Target="/ppt/notesSlides/notesSlide3.xml" Id="Recdd6c1d9fad42c0"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f0eedd56ac5a4b01" /><Relationship Type="http://schemas.openxmlformats.org/officeDocument/2006/relationships/notesSlide" Target="/ppt/notesSlides/notesSlide4.xml" Id="Rf65f1e54afa84a1b"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6cdab34aab5840d7" /><Relationship Type="http://schemas.openxmlformats.org/officeDocument/2006/relationships/notesSlide" Target="/ppt/notesSlides/notesSlide5.xml" Id="R8267704db9fd4662"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3ba9f36a607c4f51" /><Relationship Type="http://schemas.openxmlformats.org/officeDocument/2006/relationships/notesSlide" Target="/ppt/notesSlides/notesSlide6.xml" Id="Rff10c345a13f45a2"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d86d78a067bc494b" /><Relationship Type="http://schemas.openxmlformats.org/officeDocument/2006/relationships/notesSlide" Target="/ppt/notesSlides/notesSlide7.xml" Id="R6bb20afc73a8425a"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38439a70a659456a" /><Relationship Type="http://schemas.openxmlformats.org/officeDocument/2006/relationships/notesSlide" Target="/ppt/notesSlides/notesSlide8.xml" Id="R8878923abf1a4f21"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5f14e2423b2941fb" /><Relationship Type="http://schemas.openxmlformats.org/officeDocument/2006/relationships/image" Target="/ppt/media/image.gif" Id="Raca60025609e483a" /><Relationship Type="http://schemas.openxmlformats.org/officeDocument/2006/relationships/notesSlide" Target="/ppt/notesSlides/notesSlide9.xml" Id="R2574260e9ee540b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13e307cc275848e2" /><Relationship Type="http://schemas.openxmlformats.org/officeDocument/2006/relationships/image" Target="/ppt/media/image3.png" Id="R40487a12e4754298" /><Relationship Type="http://schemas.openxmlformats.org/officeDocument/2006/relationships/image" Target="/ppt/media/image4.png" Id="R3429f6471bab4303" /><Relationship Type="http://schemas.openxmlformats.org/officeDocument/2006/relationships/image" Target="/ppt/media/image5.png" Id="Rf04550d735be423b" /><Relationship Type="http://schemas.openxmlformats.org/officeDocument/2006/relationships/image" Target="/ppt/media/image6.png" Id="R24658709a5b242e8" /><Relationship Type="http://schemas.openxmlformats.org/officeDocument/2006/relationships/image" Target="/ppt/media/image7.png" Id="R3acfae1675d944b8" /><Relationship Type="http://schemas.openxmlformats.org/officeDocument/2006/relationships/notesSlide" Target="/ppt/notesSlides/notesSlide10.xml" Id="R07e32278b505410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9f46169fd0054bb9" /><Relationship Type="http://schemas.openxmlformats.org/officeDocument/2006/relationships/image" Target="/ppt/media/image2.gif" Id="Rb3b26d45b67e43cc" /><Relationship Type="http://schemas.openxmlformats.org/officeDocument/2006/relationships/notesSlide" Target="/ppt/notesSlides/notesSlide11.xml" Id="R5c46da91d5d2460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6437046c07464160" /><Relationship Type="http://schemas.openxmlformats.org/officeDocument/2006/relationships/image" Target="/ppt/media/image3.gif" Id="R3d2f173c97f448f4" /><Relationship Type="http://schemas.openxmlformats.org/officeDocument/2006/relationships/notesSlide" Target="/ppt/notesSlides/notesSlide12.xml" Id="R056754ee8f04477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e964dd8037b14c99" /><Relationship Type="http://schemas.openxmlformats.org/officeDocument/2006/relationships/notesSlide" Target="/ppt/notesSlides/notesSlide13.xml" Id="R59b6089c03e74f9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1642f89910cf4339" /><Relationship Type="http://schemas.openxmlformats.org/officeDocument/2006/relationships/notesSlide" Target="/ppt/notesSlides/notesSlide14.xml" Id="R415088d4218647e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47c9cf92712040ce" /><Relationship Type="http://schemas.openxmlformats.org/officeDocument/2006/relationships/notesSlide" Target="/ppt/notesSlides/notesSlide15.xml" Id="R3049e8354b6749d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ecded54447944e3d" /><Relationship Type="http://schemas.openxmlformats.org/officeDocument/2006/relationships/image" Target="/ppt/media/image8.png" Id="Rdacf09b73bb84b21" /><Relationship Type="http://schemas.openxmlformats.org/officeDocument/2006/relationships/image" Target="/ppt/media/image9.png" Id="R66691beb414c4feb" /><Relationship Type="http://schemas.openxmlformats.org/officeDocument/2006/relationships/image" Target="/ppt/media/image10.png" Id="Re74da8e5b5fe4182" /><Relationship Type="http://schemas.openxmlformats.org/officeDocument/2006/relationships/image" Target="/ppt/media/image11.png" Id="R89ca6a9fbaa448ef" /><Relationship Type="http://schemas.openxmlformats.org/officeDocument/2006/relationships/notesSlide" Target="/ppt/notesSlides/notesSlide16.xml" Id="R2aa5c0a364d9409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5be7ae9b566d4609" /><Relationship Type="http://schemas.openxmlformats.org/officeDocument/2006/relationships/image" Target="/ppt/media/image4.gif" Id="R18816ea30cd44012" /><Relationship Type="http://schemas.openxmlformats.org/officeDocument/2006/relationships/notesSlide" Target="/ppt/notesSlides/notesSlide17.xml" Id="R724f3af86700449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5811345f05144af8" /><Relationship Type="http://schemas.openxmlformats.org/officeDocument/2006/relationships/notesSlide" Target="/ppt/notesSlides/notesSlide18.xml" Id="Refe0752eb080451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a69aa2bfffca4b5c" /><Relationship Type="http://schemas.openxmlformats.org/officeDocument/2006/relationships/notesSlide" Target="/ppt/notesSlides/notesSlide19.xml" Id="Rc172ffc1bf034b3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b2e7a98f4b974c16" /><Relationship Type="http://schemas.openxmlformats.org/officeDocument/2006/relationships/notesSlide" Target="/ppt/notesSlides/notesSlide20.xml" Id="Rd5fbc6aa691e4f1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5bd0910808484ee0" /><Relationship Type="http://schemas.openxmlformats.org/officeDocument/2006/relationships/image" Target="/ppt/media/image5.gif" Id="R8d13bb38f5fe41a8" /><Relationship Type="http://schemas.openxmlformats.org/officeDocument/2006/relationships/notesSlide" Target="/ppt/notesSlides/notesSlide21.xml" Id="R6ab0e1b15752405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7e7bb53e3c014bc8" /><Relationship Type="http://schemas.openxmlformats.org/officeDocument/2006/relationships/notesSlide" Target="/ppt/notesSlides/notesSlide22.xml" Id="R0ac3a4a34d454b7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7b5d6aa2373e4b62" /><Relationship Type="http://schemas.openxmlformats.org/officeDocument/2006/relationships/notesSlide" Target="/ppt/notesSlides/notesSlide23.xml" Id="Rc18f38c546c04c1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e2098aa9f7864f01" /><Relationship Type="http://schemas.openxmlformats.org/officeDocument/2006/relationships/notesSlide" Target="/ppt/notesSlides/notesSlide24.xml" Id="R45d23e9a12194b8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030a75d4a09643a3" /><Relationship Type="http://schemas.openxmlformats.org/officeDocument/2006/relationships/notesSlide" Target="/ppt/notesSlides/notesSlide25.xml" Id="Ra528ab66da254ea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fc221aa23a7d41d3" /><Relationship Type="http://schemas.openxmlformats.org/officeDocument/2006/relationships/image" Target="/ppt/media/image6.gif" Id="Rf7089551408045b0" /><Relationship Type="http://schemas.openxmlformats.org/officeDocument/2006/relationships/notesSlide" Target="/ppt/notesSlides/notesSlide26.xml" Id="R7f7e6eda9d3d4fb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f516416f7fe7452b" /><Relationship Type="http://schemas.openxmlformats.org/officeDocument/2006/relationships/notesSlide" Target="/ppt/notesSlides/notesSlide27.xml" Id="Rce0c6ece523c476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29ae59d01bcb4cd8" /><Relationship Type="http://schemas.openxmlformats.org/officeDocument/2006/relationships/image" Target="/ppt/media/image12.png" Id="R5c5bf24587c9459f" /><Relationship Type="http://schemas.openxmlformats.org/officeDocument/2006/relationships/notesSlide" Target="/ppt/notesSlides/notesSlide28.xml" Id="R7378de87b7ae46f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47e2784012b64f15" /><Relationship Type="http://schemas.openxmlformats.org/officeDocument/2006/relationships/image" Target="/ppt/media/image7.gif" Id="R50379b51e8714162" /><Relationship Type="http://schemas.openxmlformats.org/officeDocument/2006/relationships/notesSlide" Target="/ppt/notesSlides/notesSlide29.xml" Id="R75d36ef57de0437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dea8d92837854a81" /><Relationship Type="http://schemas.openxmlformats.org/officeDocument/2006/relationships/notesSlide" Target="/ppt/notesSlides/notesSlide30.xml" Id="R5a55c8ef1f2f4e2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41eaf8a618db45a3" /><Relationship Type="http://schemas.openxmlformats.org/officeDocument/2006/relationships/image" Target="/ppt/media/image13.png" Id="R8f90ec1defe64b53" /><Relationship Type="http://schemas.openxmlformats.org/officeDocument/2006/relationships/notesSlide" Target="/ppt/notesSlides/notesSlide31.xml" Id="R73a29740fb88442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50c71dcf36284a2e" /><Relationship Type="http://schemas.openxmlformats.org/officeDocument/2006/relationships/image" Target="/ppt/media/image8.gif" Id="R4c9eae254d8e48c9" /><Relationship Type="http://schemas.openxmlformats.org/officeDocument/2006/relationships/notesSlide" Target="/ppt/notesSlides/notesSlide32.xml" Id="R0a18bd3d292b4bf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346188c5a84543c6" /><Relationship Type="http://schemas.openxmlformats.org/officeDocument/2006/relationships/notesSlide" Target="/ppt/notesSlides/notesSlide33.xml" Id="Rc8dc6c0932b34b1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76" name="Google Shape;76;p1">
            <a:extLst xmlns:a="http://schemas.openxmlformats.org/drawingml/2006/main">
              <a:ext uri="{FF2B5EF4-FFF2-40B4-BE49-F238E27FC236}">
                <a16:creationId xmlns:a16="http://schemas.microsoft.com/office/drawing/2014/main" id="{6A24BAAE-8A9A-4CF6-B747-97891ADD6218}"/>
              </a:ext>
            </a:extLst>
          </p:cNvPr>
          <p:cNvSpPr>
            <a:spLocks xmlns:a="http://schemas.openxmlformats.org/drawingml/2006/main" noGrp="1"/>
          </p:cNvSpPr>
          <p:nvPr>
            <p:ph type="ctrTitle" idx="0"/>
          </p:nvPr>
        </p:nvSpPr>
        <p:spPr>
          <a:xfrm xmlns:a="http://schemas.openxmlformats.org/drawingml/2006/main">
            <a:off x="609600" y="895350"/>
            <a:ext cx="4095750" cy="2000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76200" bIns="0" anchor="ctr">
            <a:normAutofit fontScale="100000"/>
          </a:bodyPr>
          <a:lstStyle xmlns:a="http://schemas.openxmlformats.org/drawingml/2006/main"/>
          <a:p xmlns:a="http://schemas.openxmlformats.org/drawingml/2006/main">
            <a:pPr algn="l">
              <a:spcAft>
                <a:spcPts val="10"/>
              </a:spcAft>
            </a:pPr>
            <a:r>
              <a:rPr sz="1575" b="1">
                <a:solidFill>
                  <a:srgbClr val="9FD5F2"/>
                </a:solidFill>
                <a:latin typeface="Arial"/>
                <a:ea typeface="Arial"/>
                <a:cs typeface="Arial"/>
              </a:rPr>
              <a:t>CISC 647</a:t>
            </a:r>
          </a:p>
          <a:p xmlns:a="http://schemas.openxmlformats.org/drawingml/2006/main">
            <a:pPr algn="l"/>
            <a:r>
              <a:rPr sz="2850" b="1">
                <a:solidFill>
                  <a:srgbClr val="FFFFFF"/>
                </a:solidFill>
                <a:latin typeface="Arial"/>
                <a:ea typeface="Arial"/>
                <a:cs typeface="Arial"/>
              </a:rPr>
              <a:t>Perception:
Classical Computer
Vision</a:t>
            </a:r>
          </a:p>
        </p:txBody>
      </p:sp>
      <p:sp>
        <p:nvSpPr>
          <p:cNvPr id="77" name="Google Shape;77;p1">
            <a:extLst xmlns:a="http://schemas.openxmlformats.org/drawingml/2006/main">
              <a:ext uri="{FF2B5EF4-FFF2-40B4-BE49-F238E27FC236}">
                <a16:creationId xmlns:a16="http://schemas.microsoft.com/office/drawing/2014/main" id="{4A971440-EA04-49E5-9E8E-269D11DB874C}"/>
              </a:ext>
            </a:extLst>
          </p:cNvPr>
          <p:cNvSpPr>
            <a:spLocks xmlns:a="http://schemas.openxmlformats.org/drawingml/2006/main" noGrp="1"/>
          </p:cNvSpPr>
          <p:nvPr>
            <p:ph type="ctrTitle" idx="0"/>
          </p:nvPr>
        </p:nvSpPr>
        <p:spPr>
          <a:xfrm xmlns:a="http://schemas.openxmlformats.org/drawingml/2006/main">
            <a:off x="628650" y="3048000"/>
            <a:ext cx="4000500" cy="1104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76200" bIns="0" anchor="t">
            <a:normAutofit fontScale="100000"/>
          </a:bodyPr>
          <a:lstStyle xmlns:a="http://schemas.openxmlformats.org/drawingml/2006/main"/>
          <a:p xmlns:a="http://schemas.openxmlformats.org/drawingml/2006/main">
            <a:pPr algn="l">
              <a:spcAft>
                <a:spcPts val="8"/>
              </a:spcAft>
            </a:pPr>
            <a:r>
              <a:rPr sz="1350" b="1">
                <a:solidFill>
                  <a:srgbClr val="EF8200"/>
                </a:solidFill>
                <a:latin typeface="Arial"/>
                <a:ea typeface="Arial"/>
                <a:cs typeface="Arial"/>
              </a:rPr>
              <a:t>LECTURE PERCEPTION</a:t>
            </a:r>
          </a:p>
          <a:p xmlns:a="http://schemas.openxmlformats.org/drawingml/2006/main">
            <a:pPr algn="l">
              <a:spcAft>
                <a:spcPts val="8"/>
              </a:spcAft>
            </a:pPr>
            <a:r>
              <a:rPr sz="1500" b="1">
                <a:solidFill>
                  <a:srgbClr val="FFFFFF"/>
                </a:solidFill>
                <a:latin typeface="Arial"/>
                <a:ea typeface="Arial"/>
                <a:cs typeface="Arial"/>
              </a:rPr>
              <a:t>Digits → morphology → edges → lanes</a:t>
            </a:r>
          </a:p>
          <a:p xmlns:a="http://schemas.openxmlformats.org/drawingml/2006/main">
            <a:pPr algn="l"/>
            <a:r>
              <a:rPr sz="1200">
                <a:solidFill>
                  <a:srgbClr val="D7E7F2"/>
                </a:solidFill>
                <a:latin typeface="Arial"/>
                <a:ea typeface="Arial"/>
                <a:cs typeface="Arial"/>
              </a:rPr>
              <a:t>Fall 2026</a:t>
            </a:r>
          </a:p>
        </p:txBody>
      </p:sp>
      <p:pic>
        <p:nvPicPr>
          <p:cNvPr id="81" name=""/>
          <p:cNvPicPr>
            <a:picLocks xmlns:a="http://schemas.openxmlformats.org/drawingml/2006/main" noChangeAspect="1"/>
          </p:cNvPicPr>
          <p:nvPr/>
        </p:nvPicPr>
        <p:blipFill>
          <a:blip xmlns:r="http://schemas.openxmlformats.org/officeDocument/2006/relationships" xmlns:a="http://schemas.openxmlformats.org/drawingml/2006/main" r:embed="R4bec1d506f0f47f3"/>
          <a:srcRect xmlns:a="http://schemas.openxmlformats.org/drawingml/2006/main" l="28113" t="0" r="28113" b="0"/>
          <a:stretch xmlns:a="http://schemas.openxmlformats.org/drawingml/2006/main">
            <a:fillRect l="0" t="0" r="0" b="0"/>
          </a:stretch>
        </p:blipFill>
        <p:spPr>
          <a:xfrm xmlns:a="http://schemas.openxmlformats.org/drawingml/2006/main">
            <a:off x="5143500" y="0"/>
            <a:ext cx="4000500" cy="5143500"/>
          </a:xfrm>
          <a:prstGeom xmlns:a="http://schemas.openxmlformats.org/drawingml/2006/main" prst="rect">
            <a:avLst/>
          </a:prstGeom>
        </p:spPr>
      </p:pic>
    </p:spTree>
    <p:extLst>
      <p:ext uri="{BB962C8B-B14F-4D97-AF65-F5344CB8AC3E}">
        <p14:creationId xmlns:p14="http://schemas.microsoft.com/office/powerpoint/2010/main" val="32780191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83" name="Google Shape;83;g37bad65a17d_0_0">
            <a:extLst xmlns:a="http://schemas.openxmlformats.org/drawingml/2006/main">
              <a:ext uri="{FF2B5EF4-FFF2-40B4-BE49-F238E27FC236}">
                <a16:creationId xmlns:a16="http://schemas.microsoft.com/office/drawing/2014/main" id="{0CC56B34-6770-45D7-9E5A-4F0C2199F86A}"/>
              </a:ext>
            </a:extLst>
          </p:cNvPr>
          <p:cNvSpPr>
            <a:spLocks xmlns:a="http://schemas.openxmlformats.org/drawingml/2006/main" noGrp="1"/>
          </p:cNvSpPr>
          <p:nvPr>
            <p:ph type="title" idx="0"/>
          </p:nvPr>
        </p:nvSpPr>
        <p:spPr>
          <a:xfrm xmlns:a="http://schemas.openxmlformats.org/drawingml/2006/main">
            <a:off x="457200" y="528638"/>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45720" rIns="91440" bIns="4572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1400"/>
              <a:buNone/>
              <a:defRPr sz="2550" b="0">
                <a:solidFill>
                  <a:srgbClr val="00A0DF"/>
                </a:solidFill>
                <a:latin typeface="Arial"/>
                <a:ea typeface="Arial"/>
                <a:cs typeface="Arial"/>
              </a:defRPr>
            </a:pPr>
            <a:r>
              <a:rPr sz="2550" b="0">
                <a:solidFill>
                  <a:srgbClr val="00A0DF"/>
                </a:solidFill>
                <a:latin typeface="Arial"/>
                <a:ea typeface="Arial"/>
                <a:cs typeface="Arial"/>
              </a:rPr>
              <a:t>One question carries us from digits to roads</a:t>
            </a:r>
            <a:endParaRPr/>
          </a:p>
        </p:txBody>
      </p:sp>
      <p:sp>
        <p:nvSpPr>
          <p:cNvPr id="85" name="Google Shape;85;g37bad65a17d_0_0">
            <a:extLst xmlns:a="http://schemas.openxmlformats.org/drawingml/2006/main">
              <a:ext uri="{FF2B5EF4-FFF2-40B4-BE49-F238E27FC236}">
                <a16:creationId xmlns:a16="http://schemas.microsoft.com/office/drawing/2014/main" id="{31B1C2C2-F77F-4032-9D0A-FF56401D76B3}"/>
              </a:ext>
            </a:extLst>
          </p:cNvPr>
          <p:cNvSpPr>
            <a:spLocks xmlns:a="http://schemas.openxmlformats.org/drawingml/2006/main" noGrp="1"/>
          </p:cNvSpPr>
          <p:nvPr>
            <p:ph type="sldNum" idx="12"/>
          </p:nvPr>
        </p:nvSpPr>
        <p:spPr>
          <a:xfrm xmlns:a="http://schemas.openxmlformats.org/drawingml/2006/main">
            <a:off x="3505200" y="4767263"/>
            <a:ext cx="2133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Clr>
                <a:srgbClr val="000000"/>
              </a:buClr>
              <a:buSzPts val="1200"/>
              <a:buFont typeface="Arial"/>
              <a:buNone/>
              <a:defRPr sz="1200">
                <a:solidFill>
                  <a:srgbClr val="00539F"/>
                </a:solidFill>
                <a:latin typeface="Arial"/>
                <a:ea typeface="Arial"/>
                <a:cs typeface="Arial"/>
              </a:defRPr>
            </a:pPr>
            <a:fld id="{E2598689-54C9-18A7-3A19-ED76AA08988F}" type="slidenum">
              <a:rPr sz="1200">
                <a:solidFill>
                  <a:srgbClr val="00539F"/>
                </a:solidFill>
                <a:latin typeface="Arial"/>
                <a:ea typeface="Arial"/>
                <a:cs typeface="Arial"/>
              </a:rPr>
              <a:t>2</a:t>
            </a:fld>
            <a:endParaRPr/>
          </a:p>
        </p:txBody>
      </p:sp>
      <p:sp>
        <p:nvSpPr>
          <p:cNvPr id="86" name="Section tag">
            <a:extLst xmlns:a="http://schemas.openxmlformats.org/drawingml/2006/main">
              <a:ext uri="{FF2B5EF4-FFF2-40B4-BE49-F238E27FC236}">
                <a16:creationId xmlns:a16="http://schemas.microsoft.com/office/drawing/2014/main" id="{948A59B7-A70B-4EBF-BDE4-F7C5DE206FA3}"/>
              </a:ext>
            </a:extLst>
          </p:cNvPr>
          <p:cNvSpPr>
            <a:spLocks xmlns:a="http://schemas.openxmlformats.org/drawingml/2006/main" noGrp="1"/>
          </p:cNvSpPr>
          <p:nvPr/>
        </p:nvSpPr>
        <p:spPr>
          <a:xfrm xmlns:a="http://schemas.openxmlformats.org/drawingml/2006/main">
            <a:off x="619125" y="1304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LEARNING PATH</a:t>
            </a:r>
          </a:p>
        </p:txBody>
      </p:sp>
      <p:sp>
        <p:nvSpPr>
          <p:cNvPr id="87" name="Projection&#10;counts">
            <a:extLst xmlns:a="http://schemas.openxmlformats.org/drawingml/2006/main">
              <a:ext uri="{FF2B5EF4-FFF2-40B4-BE49-F238E27FC236}">
                <a16:creationId xmlns:a16="http://schemas.microsoft.com/office/drawing/2014/main" id="{237B5827-22F6-4395-8C30-CE91E7D9B4DF}"/>
              </a:ext>
            </a:extLst>
          </p:cNvPr>
          <p:cNvSpPr>
            <a:spLocks xmlns:a="http://schemas.openxmlformats.org/drawingml/2006/main" noGrp="1"/>
          </p:cNvSpPr>
          <p:nvPr/>
        </p:nvSpPr>
        <p:spPr>
          <a:xfrm xmlns:a="http://schemas.openxmlformats.org/drawingml/2006/main">
            <a:off x="809625" y="2019300"/>
            <a:ext cx="1215390" cy="781050"/>
          </a:xfrm>
          <a:prstGeom xmlns:a="http://schemas.openxmlformats.org/drawingml/2006/main" prst="roundRect">
            <a:avLst>
              <a:gd name="adj" fmla="val 12195"/>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Projection</a:t>
            </a:r>
          </a:p>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counts</a:t>
            </a:r>
          </a:p>
        </p:txBody>
      </p:sp>
      <p:sp>
        <p:nvSpPr>
          <p:cNvPr id="88" name="Local mask&#10;repair">
            <a:extLst xmlns:a="http://schemas.openxmlformats.org/drawingml/2006/main">
              <a:ext uri="{FF2B5EF4-FFF2-40B4-BE49-F238E27FC236}">
                <a16:creationId xmlns:a16="http://schemas.microsoft.com/office/drawing/2014/main" id="{D357FAF0-0C6A-4FAE-9CD9-07D9CEA0D1C5}"/>
              </a:ext>
            </a:extLst>
          </p:cNvPr>
          <p:cNvSpPr>
            <a:spLocks xmlns:a="http://schemas.openxmlformats.org/drawingml/2006/main" noGrp="1"/>
          </p:cNvSpPr>
          <p:nvPr/>
        </p:nvSpPr>
        <p:spPr>
          <a:xfrm xmlns:a="http://schemas.openxmlformats.org/drawingml/2006/main">
            <a:off x="2386965" y="2019300"/>
            <a:ext cx="1215390" cy="781050"/>
          </a:xfrm>
          <a:prstGeom xmlns:a="http://schemas.openxmlformats.org/drawingml/2006/main" prst="roundRect">
            <a:avLst>
              <a:gd name="adj" fmla="val 12195"/>
            </a:avLst>
          </a:prstGeom>
          <a:solidFill xmlns:a="http://schemas.openxmlformats.org/drawingml/2006/main">
            <a:srgbClr val="EAF4FA"/>
          </a:solidFill>
          <a:ln xmlns:a="http://schemas.openxmlformats.org/drawingml/2006/main" w="12383">
            <a:solidFill>
              <a:srgbClr val="00A0DF"/>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Local mask</a:t>
            </a:r>
          </a:p>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repair</a:t>
            </a:r>
          </a:p>
        </p:txBody>
      </p:sp>
      <p:sp>
        <p:nvSpPr>
          <p:cNvPr id="89" name="Local edge&#10;maps">
            <a:extLst xmlns:a="http://schemas.openxmlformats.org/drawingml/2006/main">
              <a:ext uri="{FF2B5EF4-FFF2-40B4-BE49-F238E27FC236}">
                <a16:creationId xmlns:a16="http://schemas.microsoft.com/office/drawing/2014/main" id="{E691BA8B-ABCF-4511-9B7B-46685F04865E}"/>
              </a:ext>
            </a:extLst>
          </p:cNvPr>
          <p:cNvSpPr>
            <a:spLocks xmlns:a="http://schemas.openxmlformats.org/drawingml/2006/main" noGrp="1"/>
          </p:cNvSpPr>
          <p:nvPr/>
        </p:nvSpPr>
        <p:spPr>
          <a:xfrm xmlns:a="http://schemas.openxmlformats.org/drawingml/2006/main">
            <a:off x="3964305" y="2019300"/>
            <a:ext cx="1215390" cy="781050"/>
          </a:xfrm>
          <a:prstGeom xmlns:a="http://schemas.openxmlformats.org/drawingml/2006/main" prst="roundRect">
            <a:avLst>
              <a:gd name="adj" fmla="val 12195"/>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Local edge</a:t>
            </a:r>
          </a:p>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maps</a:t>
            </a:r>
          </a:p>
        </p:txBody>
      </p:sp>
      <p:sp>
        <p:nvSpPr>
          <p:cNvPr id="90" name="Sobel +&#10;Canny">
            <a:extLst xmlns:a="http://schemas.openxmlformats.org/drawingml/2006/main">
              <a:ext uri="{FF2B5EF4-FFF2-40B4-BE49-F238E27FC236}">
                <a16:creationId xmlns:a16="http://schemas.microsoft.com/office/drawing/2014/main" id="{C05EA0FF-D620-49FA-8940-1806BF14A016}"/>
              </a:ext>
            </a:extLst>
          </p:cNvPr>
          <p:cNvSpPr>
            <a:spLocks xmlns:a="http://schemas.openxmlformats.org/drawingml/2006/main" noGrp="1"/>
          </p:cNvSpPr>
          <p:nvPr/>
        </p:nvSpPr>
        <p:spPr>
          <a:xfrm xmlns:a="http://schemas.openxmlformats.org/drawingml/2006/main">
            <a:off x="5541645" y="2019300"/>
            <a:ext cx="1215390" cy="781050"/>
          </a:xfrm>
          <a:prstGeom xmlns:a="http://schemas.openxmlformats.org/drawingml/2006/main" prst="roundRect">
            <a:avLst>
              <a:gd name="adj" fmla="val 12195"/>
            </a:avLst>
          </a:prstGeom>
          <a:solidFill xmlns:a="http://schemas.openxmlformats.org/drawingml/2006/main">
            <a:srgbClr val="EAF4FA"/>
          </a:solidFill>
          <a:ln xmlns:a="http://schemas.openxmlformats.org/drawingml/2006/main" w="12383">
            <a:solidFill>
              <a:srgbClr val="00A0DF"/>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Sobel +</a:t>
            </a:r>
          </a:p>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Canny</a:t>
            </a:r>
          </a:p>
        </p:txBody>
      </p:sp>
      <p:sp>
        <p:nvSpPr>
          <p:cNvPr id="91" name="Lines +&#10;curves">
            <a:extLst xmlns:a="http://schemas.openxmlformats.org/drawingml/2006/main">
              <a:ext uri="{FF2B5EF4-FFF2-40B4-BE49-F238E27FC236}">
                <a16:creationId xmlns:a16="http://schemas.microsoft.com/office/drawing/2014/main" id="{6F17E6FC-9371-4E1B-869B-70CF4F9D035C}"/>
              </a:ext>
            </a:extLst>
          </p:cNvPr>
          <p:cNvSpPr>
            <a:spLocks xmlns:a="http://schemas.openxmlformats.org/drawingml/2006/main" noGrp="1"/>
          </p:cNvSpPr>
          <p:nvPr/>
        </p:nvSpPr>
        <p:spPr>
          <a:xfrm xmlns:a="http://schemas.openxmlformats.org/drawingml/2006/main">
            <a:off x="7118985" y="2019300"/>
            <a:ext cx="1215390" cy="781050"/>
          </a:xfrm>
          <a:prstGeom xmlns:a="http://schemas.openxmlformats.org/drawingml/2006/main" prst="roundRect">
            <a:avLst>
              <a:gd name="adj" fmla="val 12195"/>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Lines +</a:t>
            </a:r>
          </a:p>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curves</a:t>
            </a:r>
          </a:p>
        </p:txBody>
      </p:sp>
      <p:cxnSp>
        <p:nvCxnSpPr>
          <p:cNvPr id="105" name=""/>
          <p:cNvCxnSpPr>
            <a:stCxn xmlns:a="http://schemas.openxmlformats.org/drawingml/2006/main" id="87" idx="3"/>
            <a:endCxn xmlns:a="http://schemas.openxmlformats.org/drawingml/2006/main" id="88" idx="1"/>
          </p:cNvCxnSpPr>
          <p:nvPr/>
        </p:nvCxnSpPr>
        <p:spPr>
          <a:xfrm xmlns:a="http://schemas.openxmlformats.org/drawingml/2006/main">
            <a:off x="2025015" y="2409825"/>
            <a:ext cx="361950" cy="0"/>
          </a:xfrm>
          <a:prstGeom xmlns:a="http://schemas.openxmlformats.org/drawingml/2006/main" prst="straightConnector1">
            <a:avLst/>
          </a:prstGeom>
          <a:ln xmlns:a="http://schemas.openxmlformats.org/drawingml/2006/main" w="19050">
            <a:solidFill>
              <a:srgbClr val="4B6072"/>
            </a:solidFill>
            <a:prstDash val="solid"/>
            <a:tailEnd type="triangle" w="sm" len="sm"/>
          </a:ln>
        </p:spPr>
      </p:cxnSp>
      <p:cxnSp>
        <p:nvCxnSpPr>
          <p:cNvPr id="106" name=""/>
          <p:cNvCxnSpPr>
            <a:stCxn xmlns:a="http://schemas.openxmlformats.org/drawingml/2006/main" id="88" idx="3"/>
            <a:endCxn xmlns:a="http://schemas.openxmlformats.org/drawingml/2006/main" id="89" idx="1"/>
          </p:cNvCxnSpPr>
          <p:nvPr/>
        </p:nvCxnSpPr>
        <p:spPr>
          <a:xfrm xmlns:a="http://schemas.openxmlformats.org/drawingml/2006/main">
            <a:off x="3602355" y="2409825"/>
            <a:ext cx="361950" cy="0"/>
          </a:xfrm>
          <a:prstGeom xmlns:a="http://schemas.openxmlformats.org/drawingml/2006/main" prst="straightConnector1">
            <a:avLst/>
          </a:prstGeom>
          <a:ln xmlns:a="http://schemas.openxmlformats.org/drawingml/2006/main" w="19050">
            <a:solidFill>
              <a:srgbClr val="4B6072"/>
            </a:solidFill>
            <a:prstDash val="solid"/>
            <a:tailEnd type="triangle" w="sm" len="sm"/>
          </a:ln>
        </p:spPr>
      </p:cxnSp>
      <p:cxnSp>
        <p:nvCxnSpPr>
          <p:cNvPr id="107" name=""/>
          <p:cNvCxnSpPr>
            <a:stCxn xmlns:a="http://schemas.openxmlformats.org/drawingml/2006/main" id="89" idx="3"/>
            <a:endCxn xmlns:a="http://schemas.openxmlformats.org/drawingml/2006/main" id="90" idx="1"/>
          </p:cNvCxnSpPr>
          <p:nvPr/>
        </p:nvCxnSpPr>
        <p:spPr>
          <a:xfrm xmlns:a="http://schemas.openxmlformats.org/drawingml/2006/main">
            <a:off x="5179695" y="2409825"/>
            <a:ext cx="361950" cy="0"/>
          </a:xfrm>
          <a:prstGeom xmlns:a="http://schemas.openxmlformats.org/drawingml/2006/main" prst="straightConnector1">
            <a:avLst/>
          </a:prstGeom>
          <a:ln xmlns:a="http://schemas.openxmlformats.org/drawingml/2006/main" w="19050">
            <a:solidFill>
              <a:srgbClr val="4B6072"/>
            </a:solidFill>
            <a:prstDash val="solid"/>
            <a:tailEnd type="triangle" w="sm" len="sm"/>
          </a:ln>
        </p:spPr>
      </p:cxnSp>
      <p:cxnSp>
        <p:nvCxnSpPr>
          <p:cNvPr id="108" name=""/>
          <p:cNvCxnSpPr>
            <a:stCxn xmlns:a="http://schemas.openxmlformats.org/drawingml/2006/main" id="90" idx="3"/>
            <a:endCxn xmlns:a="http://schemas.openxmlformats.org/drawingml/2006/main" id="91" idx="1"/>
          </p:cNvCxnSpPr>
          <p:nvPr/>
        </p:nvCxnSpPr>
        <p:spPr>
          <a:xfrm xmlns:a="http://schemas.openxmlformats.org/drawingml/2006/main">
            <a:off x="6757035" y="2409825"/>
            <a:ext cx="361950" cy="0"/>
          </a:xfrm>
          <a:prstGeom xmlns:a="http://schemas.openxmlformats.org/drawingml/2006/main" prst="straightConnector1">
            <a:avLst/>
          </a:prstGeom>
          <a:ln xmlns:a="http://schemas.openxmlformats.org/drawingml/2006/main" w="19050">
            <a:solidFill>
              <a:srgbClr val="4B6072"/>
            </a:solidFill>
            <a:prstDash val="solid"/>
            <a:tailEnd type="triangle" w="sm" len="sm"/>
          </a:ln>
        </p:spPr>
      </p:cxnSp>
      <p:sp>
        <p:nvSpPr>
          <p:cNvPr id="96" name="Each limitation motivates the next tool; each tool is tested before we move on.">
            <a:extLst xmlns:a="http://schemas.openxmlformats.org/drawingml/2006/main">
              <a:ext uri="{FF2B5EF4-FFF2-40B4-BE49-F238E27FC236}">
                <a16:creationId xmlns:a16="http://schemas.microsoft.com/office/drawing/2014/main" id="{42011214-F152-4556-B838-A970C69D96BF}"/>
              </a:ext>
            </a:extLst>
          </p:cNvPr>
          <p:cNvSpPr>
            <a:spLocks xmlns:a="http://schemas.openxmlformats.org/drawingml/2006/main" noGrp="1"/>
          </p:cNvSpPr>
          <p:nvPr/>
        </p:nvSpPr>
        <p:spPr>
          <a:xfrm xmlns:a="http://schemas.openxmlformats.org/drawingml/2006/main">
            <a:off x="1000125" y="4324350"/>
            <a:ext cx="7143750" cy="381000"/>
          </a:xfrm>
          <a:prstGeom xmlns:a="http://schemas.openxmlformats.org/drawingml/2006/main" prst="roundRect">
            <a:avLst>
              <a:gd name="adj" fmla="val 25000"/>
            </a:avLst>
          </a:prstGeom>
          <a:solidFill xmlns:a="http://schemas.openxmlformats.org/drawingml/2006/main">
            <a:srgbClr val="EAF4FA"/>
          </a:solidFill>
          <a:ln xmlns:a="http://schemas.openxmlformats.org/drawingml/2006/main" w="12383">
            <a:solidFill>
              <a:srgbClr val="00539F"/>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350" b="1">
                <a:solidFill>
                  <a:srgbClr val="00539F"/>
                </a:solidFill>
                <a:latin typeface="Arial"/>
                <a:ea typeface="Arial"/>
                <a:cs typeface="Arial"/>
              </a:defRPr>
            </a:pPr>
            <a:r>
              <a:rPr sz="1350" b="1">
                <a:solidFill>
                  <a:srgbClr val="00539F"/>
                </a:solidFill>
                <a:latin typeface="Arial"/>
                <a:ea typeface="Arial"/>
                <a:cs typeface="Arial"/>
              </a:rPr>
              <a:t>Each limitation motivates the next tool; each tool is tested before we move on.</a:t>
            </a:r>
          </a:p>
        </p:txBody>
      </p:sp>
    </p:spTree>
    <p:extLst>
      <p:ext uri="{BB962C8B-B14F-4D97-AF65-F5344CB8AC3E}">
        <p14:creationId xmlns:p14="http://schemas.microsoft.com/office/powerpoint/2010/main" val="62565560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83" name="Google Shape;83;g37bad65a17d_0_0">
            <a:extLst xmlns:a="http://schemas.openxmlformats.org/drawingml/2006/main">
              <a:ext uri="{FF2B5EF4-FFF2-40B4-BE49-F238E27FC236}">
                <a16:creationId xmlns:a16="http://schemas.microsoft.com/office/drawing/2014/main" id="{0CC56B34-6770-45D7-9E5A-4F0C2199F86A}"/>
              </a:ext>
            </a:extLst>
          </p:cNvPr>
          <p:cNvSpPr>
            <a:spLocks xmlns:a="http://schemas.openxmlformats.org/drawingml/2006/main" noGrp="1"/>
          </p:cNvSpPr>
          <p:nvPr>
            <p:ph type="title" idx="0"/>
          </p:nvPr>
        </p:nvSpPr>
        <p:spPr>
          <a:xfrm xmlns:a="http://schemas.openxmlformats.org/drawingml/2006/main">
            <a:off x="457200" y="528638"/>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45720" rIns="91440" bIns="4572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1400"/>
              <a:buNone/>
              <a:defRPr sz="2325" b="0">
                <a:solidFill>
                  <a:srgbClr val="00A0DF"/>
                </a:solidFill>
                <a:latin typeface="Arial"/>
                <a:ea typeface="Arial"/>
                <a:cs typeface="Arial"/>
              </a:defRPr>
            </a:pPr>
            <a:r>
              <a:rPr sz="2325" b="0">
                <a:solidFill>
                  <a:srgbClr val="00A0DF"/>
                </a:solidFill>
                <a:latin typeface="Arial"/>
                <a:ea typeface="Arial"/>
                <a:cs typeface="Arial"/>
              </a:rPr>
              <a:t>Setup 1: download and unpack the student files</a:t>
            </a:r>
            <a:endParaRPr/>
          </a:p>
        </p:txBody>
      </p:sp>
      <p:sp>
        <p:nvSpPr>
          <p:cNvPr id="85" name="Google Shape;85;g37bad65a17d_0_0">
            <a:extLst xmlns:a="http://schemas.openxmlformats.org/drawingml/2006/main">
              <a:ext uri="{FF2B5EF4-FFF2-40B4-BE49-F238E27FC236}">
                <a16:creationId xmlns:a16="http://schemas.microsoft.com/office/drawing/2014/main" id="{31B1C2C2-F77F-4032-9D0A-FF56401D76B3}"/>
              </a:ext>
            </a:extLst>
          </p:cNvPr>
          <p:cNvSpPr>
            <a:spLocks xmlns:a="http://schemas.openxmlformats.org/drawingml/2006/main" noGrp="1"/>
          </p:cNvSpPr>
          <p:nvPr>
            <p:ph type="sldNum" idx="12"/>
          </p:nvPr>
        </p:nvSpPr>
        <p:spPr>
          <a:xfrm xmlns:a="http://schemas.openxmlformats.org/drawingml/2006/main">
            <a:off x="3505200" y="4767263"/>
            <a:ext cx="2133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Clr>
                <a:srgbClr val="000000"/>
              </a:buClr>
              <a:buSzPts val="1200"/>
              <a:buFont typeface="Arial"/>
              <a:buNone/>
              <a:defRPr sz="1200">
                <a:solidFill>
                  <a:srgbClr val="00539F"/>
                </a:solidFill>
                <a:latin typeface="Arial"/>
                <a:ea typeface="Arial"/>
                <a:cs typeface="Arial"/>
              </a:defRPr>
            </a:pPr>
            <a:fld id="{202359C0-8A7A-196E-DD58-8E6569619F09}" type="slidenum">
              <a:rPr sz="1200">
                <a:solidFill>
                  <a:srgbClr val="00539F"/>
                </a:solidFill>
                <a:latin typeface="Arial"/>
                <a:ea typeface="Arial"/>
                <a:cs typeface="Arial"/>
              </a:rPr>
              <a:t>3</a:t>
            </a:fld>
            <a:endParaRPr/>
          </a:p>
        </p:txBody>
      </p:sp>
      <p:sp>
        <p:nvSpPr>
          <p:cNvPr id="86" name="Section tag">
            <a:extLst xmlns:a="http://schemas.openxmlformats.org/drawingml/2006/main">
              <a:ext uri="{FF2B5EF4-FFF2-40B4-BE49-F238E27FC236}">
                <a16:creationId xmlns:a16="http://schemas.microsoft.com/office/drawing/2014/main" id="{EA9E6219-8533-4ECE-9747-8A4E9A12083E}"/>
              </a:ext>
            </a:extLst>
          </p:cNvPr>
          <p:cNvSpPr>
            <a:spLocks xmlns:a="http://schemas.openxmlformats.org/drawingml/2006/main" noGrp="1"/>
          </p:cNvSpPr>
          <p:nvPr/>
        </p:nvSpPr>
        <p:spPr>
          <a:xfrm xmlns:a="http://schemas.openxmlformats.org/drawingml/2006/main">
            <a:off x="619125" y="1304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ROS 2 + OPENCV SETUP</a:t>
            </a:r>
          </a:p>
        </p:txBody>
      </p:sp>
      <p:sp>
        <p:nvSpPr>
          <p:cNvPr id="87" name="Runnable code">
            <a:extLst xmlns:a="http://schemas.openxmlformats.org/drawingml/2006/main">
              <a:ext uri="{FF2B5EF4-FFF2-40B4-BE49-F238E27FC236}">
                <a16:creationId xmlns:a16="http://schemas.microsoft.com/office/drawing/2014/main" id="{7B44649C-154E-4CD3-B229-8C01FF589F69}"/>
              </a:ext>
            </a:extLst>
          </p:cNvPr>
          <p:cNvSpPr>
            <a:spLocks xmlns:a="http://schemas.openxmlformats.org/drawingml/2006/main" noGrp="1"/>
          </p:cNvSpPr>
          <p:nvPr/>
        </p:nvSpPr>
        <p:spPr>
          <a:xfrm xmlns:a="http://schemas.openxmlformats.org/drawingml/2006/main">
            <a:off x="619125" y="1619250"/>
            <a:ext cx="4762500" cy="1952625"/>
          </a:xfrm>
          <a:prstGeom xmlns:a="http://schemas.openxmlformats.org/drawingml/2006/main" prst="roundRect">
            <a:avLst>
              <a:gd name="adj" fmla="val 3902"/>
            </a:avLst>
          </a:prstGeom>
          <a:solidFill xmlns:a="http://schemas.openxmlformats.org/drawingml/2006/main">
            <a:srgbClr val="F3F7FA"/>
          </a:solidFill>
          <a:ln xmlns:a="http://schemas.openxmlformats.org/drawingml/2006/main" w="11430">
            <a:solidFill>
              <a:srgbClr val="C8D7E1"/>
            </a:solidFill>
            <a:prstDash val="solid"/>
          </a:ln>
        </p:spPr>
        <p:txBody>
          <a:bodyPr xmlns:a="http://schemas.openxmlformats.org/drawingml/2006/main" wrap="square" lIns="114300" tIns="95250" rIns="114300" bIns="95250" anchor="t">
            <a:normAutofit fontScale="100000"/>
          </a:bodyPr>
          <a:lstStyle xmlns:a="http://schemas.openxmlformats.org/drawingml/2006/main"/>
          <a:p xmlns:a="http://schemas.openxmlformats.org/drawingml/2006/main">
            <a:pPr algn="l">
              <a:defRPr sz="1013" b="0">
                <a:solidFill>
                  <a:srgbClr val="17324D"/>
                </a:solidFill>
                <a:latin typeface="Courier New"/>
                <a:ea typeface="Courier New"/>
                <a:cs typeface="Courier New"/>
              </a:defRPr>
            </a:pPr>
            <a:r>
              <a:rPr sz="1013" b="0">
                <a:solidFill>
                  <a:srgbClr val="17324D"/>
                </a:solidFill>
                <a:latin typeface="Courier New"/>
                <a:ea typeface="Courier New"/>
                <a:cs typeface="Courier New"/>
              </a:rPr>
              <a:t># 1) Download ClassicalCV_student.zip to ~/Downloads</a:t>
            </a:r>
          </a:p>
          <a:p xmlns:a="http://schemas.openxmlformats.org/drawingml/2006/main">
            <a:pPr algn="l">
              <a:defRPr sz="1013" b="0">
                <a:solidFill>
                  <a:srgbClr val="17324D"/>
                </a:solidFill>
                <a:latin typeface="Courier New"/>
                <a:ea typeface="Courier New"/>
                <a:cs typeface="Courier New"/>
              </a:defRPr>
            </a:pPr>
            <a:r>
              <a:rPr sz="1013" b="0">
                <a:solidFill>
                  <a:srgbClr val="17324D"/>
                </a:solidFill>
                <a:latin typeface="Courier New"/>
                <a:ea typeface="Courier New"/>
                <a:cs typeface="Courier New"/>
              </a:rPr>
              <a:t># 2) Open a terminal and unpack it</a:t>
            </a:r>
          </a:p>
          <a:p xmlns:a="http://schemas.openxmlformats.org/drawingml/2006/main">
            <a:pPr algn="l">
              <a:defRPr sz="1013" b="0">
                <a:solidFill>
                  <a:srgbClr val="17324D"/>
                </a:solidFill>
                <a:latin typeface="Courier New"/>
                <a:ea typeface="Courier New"/>
                <a:cs typeface="Courier New"/>
              </a:defRPr>
            </a:pPr>
            <a:r>
              <a:rPr sz="1013" b="0">
                <a:solidFill>
                  <a:srgbClr val="17324D"/>
                </a:solidFill>
                <a:latin typeface="Courier New"/>
                <a:ea typeface="Courier New"/>
                <a:cs typeface="Courier New"/>
              </a:rPr>
              <a:t>mkdir -p ~/cisc647</a:t>
            </a:r>
          </a:p>
          <a:p xmlns:a="http://schemas.openxmlformats.org/drawingml/2006/main">
            <a:pPr algn="l">
              <a:defRPr sz="1013" b="0">
                <a:solidFill>
                  <a:srgbClr val="17324D"/>
                </a:solidFill>
                <a:latin typeface="Courier New"/>
                <a:ea typeface="Courier New"/>
                <a:cs typeface="Courier New"/>
              </a:defRPr>
            </a:pPr>
            <a:r>
              <a:rPr sz="1013" b="0">
                <a:solidFill>
                  <a:srgbClr val="17324D"/>
                </a:solidFill>
                <a:latin typeface="Courier New"/>
                <a:ea typeface="Courier New"/>
                <a:cs typeface="Courier New"/>
              </a:rPr>
              <a:t>unzip ~/Downloads/ClassicalCV_student.zip -d ~/cisc647</a:t>
            </a:r>
          </a:p>
          <a:p xmlns:a="http://schemas.openxmlformats.org/drawingml/2006/main">
            <a:pPr algn="l">
              <a:defRPr sz="1013" b="0">
                <a:solidFill>
                  <a:srgbClr val="17324D"/>
                </a:solidFill>
                <a:latin typeface="Courier New"/>
                <a:ea typeface="Courier New"/>
                <a:cs typeface="Courier New"/>
              </a:defRPr>
            </a:pPr>
            <a:r>
              <a:rPr sz="1013" b="0">
                <a:solidFill>
                  <a:srgbClr val="17324D"/>
                </a:solidFill>
                <a:latin typeface="Courier New"/>
                <a:ea typeface="Courier New"/>
                <a:cs typeface="Courier New"/>
              </a:rPr>
              <a:t># 3) Enter the lab root and check its folders</a:t>
            </a:r>
          </a:p>
          <a:p xmlns:a="http://schemas.openxmlformats.org/drawingml/2006/main">
            <a:pPr algn="l">
              <a:defRPr sz="1013" b="0">
                <a:solidFill>
                  <a:srgbClr val="17324D"/>
                </a:solidFill>
                <a:latin typeface="Courier New"/>
                <a:ea typeface="Courier New"/>
                <a:cs typeface="Courier New"/>
              </a:defRPr>
            </a:pPr>
            <a:r>
              <a:rPr sz="1013" b="0">
                <a:solidFill>
                  <a:srgbClr val="17324D"/>
                </a:solidFill>
                <a:latin typeface="Courier New"/>
                <a:ea typeface="Courier New"/>
                <a:cs typeface="Courier New"/>
              </a:rPr>
              <a:t>cd ~/cisc647/cv_lab</a:t>
            </a:r>
          </a:p>
          <a:p xmlns:a="http://schemas.openxmlformats.org/drawingml/2006/main">
            <a:pPr algn="l">
              <a:defRPr sz="1013" b="0">
                <a:solidFill>
                  <a:srgbClr val="17324D"/>
                </a:solidFill>
                <a:latin typeface="Courier New"/>
                <a:ea typeface="Courier New"/>
                <a:cs typeface="Courier New"/>
              </a:defRPr>
            </a:pPr>
            <a:r>
              <a:rPr sz="1013" b="0">
                <a:solidFill>
                  <a:srgbClr val="17324D"/>
                </a:solidFill>
                <a:latin typeface="Courier New"/>
                <a:ea typeface="Courier New"/>
                <a:cs typeface="Courier New"/>
              </a:rPr>
              <a:t>ls</a:t>
            </a:r>
          </a:p>
        </p:txBody>
      </p:sp>
      <p:sp>
        <p:nvSpPr>
          <p:cNvPr id="88" name="Lecture text">
            <a:extLst xmlns:a="http://schemas.openxmlformats.org/drawingml/2006/main">
              <a:ext uri="{FF2B5EF4-FFF2-40B4-BE49-F238E27FC236}">
                <a16:creationId xmlns:a16="http://schemas.microsoft.com/office/drawing/2014/main" id="{7D2E25F9-4B8C-43AF-B793-012AB6FF2EFC}"/>
              </a:ext>
            </a:extLst>
          </p:cNvPr>
          <p:cNvSpPr>
            <a:spLocks xmlns:a="http://schemas.openxmlformats.org/drawingml/2006/main" noGrp="1"/>
          </p:cNvSpPr>
          <p:nvPr/>
        </p:nvSpPr>
        <p:spPr>
          <a:xfrm xmlns:a="http://schemas.openxmlformats.org/drawingml/2006/main">
            <a:off x="5810250" y="163830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rmAutofit fontScale="96491"/>
          </a:bodyPr>
          <a:lstStyle xmlns:a="http://schemas.openxmlformats.org/drawingml/2006/main"/>
          <a:p xmlns:a="http://schemas.openxmlformats.org/drawingml/2006/main">
            <a:pPr algn="ctr">
              <a:defRPr sz="1425" b="1">
                <a:solidFill>
                  <a:srgbClr val="EF8200"/>
                </a:solidFill>
                <a:latin typeface="Arial"/>
                <a:ea typeface="Arial"/>
                <a:cs typeface="Arial"/>
              </a:defRPr>
            </a:pPr>
            <a:r>
              <a:rPr sz="1425" b="1">
                <a:solidFill>
                  <a:srgbClr val="EF8200"/>
                </a:solidFill>
                <a:latin typeface="Arial"/>
                <a:ea typeface="Arial"/>
                <a:cs typeface="Arial"/>
              </a:rPr>
              <a:t>Expected short folder</a:t>
            </a:r>
          </a:p>
        </p:txBody>
      </p:sp>
      <p:sp>
        <p:nvSpPr>
          <p:cNvPr id="89" name="Runnable code">
            <a:extLst xmlns:a="http://schemas.openxmlformats.org/drawingml/2006/main">
              <a:ext uri="{FF2B5EF4-FFF2-40B4-BE49-F238E27FC236}">
                <a16:creationId xmlns:a16="http://schemas.microsoft.com/office/drawing/2014/main" id="{B4F6A3D2-0F1E-472B-96FC-3C7484C1B7F2}"/>
              </a:ext>
            </a:extLst>
          </p:cNvPr>
          <p:cNvSpPr>
            <a:spLocks xmlns:a="http://schemas.openxmlformats.org/drawingml/2006/main" noGrp="1"/>
          </p:cNvSpPr>
          <p:nvPr/>
        </p:nvSpPr>
        <p:spPr>
          <a:xfrm xmlns:a="http://schemas.openxmlformats.org/drawingml/2006/main">
            <a:off x="5857875" y="2000250"/>
            <a:ext cx="2476500" cy="1257300"/>
          </a:xfrm>
          <a:prstGeom xmlns:a="http://schemas.openxmlformats.org/drawingml/2006/main" prst="roundRect">
            <a:avLst>
              <a:gd name="adj" fmla="val 6061"/>
            </a:avLst>
          </a:prstGeom>
          <a:solidFill xmlns:a="http://schemas.openxmlformats.org/drawingml/2006/main">
            <a:srgbClr val="F3F7FA"/>
          </a:solidFill>
          <a:ln xmlns:a="http://schemas.openxmlformats.org/drawingml/2006/main" w="11430">
            <a:solidFill>
              <a:srgbClr val="C8D7E1"/>
            </a:solidFill>
            <a:prstDash val="solid"/>
          </a:ln>
        </p:spPr>
        <p:txBody>
          <a:bodyPr xmlns:a="http://schemas.openxmlformats.org/drawingml/2006/main" wrap="square" lIns="114300" tIns="95250" rIns="114300" bIns="95250" anchor="t">
            <a:normAutofit fontScale="100000"/>
          </a:bodyPr>
          <a:lstStyle xmlns:a="http://schemas.openxmlformats.org/drawingml/2006/main"/>
          <a:p xmlns:a="http://schemas.openxmlformats.org/drawingml/2006/main">
            <a:pPr algn="l">
              <a:defRPr sz="1013" b="0">
                <a:solidFill>
                  <a:srgbClr val="17324D"/>
                </a:solidFill>
                <a:latin typeface="Courier New"/>
                <a:ea typeface="Courier New"/>
                <a:cs typeface="Courier New"/>
              </a:defRPr>
            </a:pPr>
            <a:r>
              <a:rPr sz="1013" b="0">
                <a:solidFill>
                  <a:srgbClr val="17324D"/>
                </a:solidFill>
                <a:latin typeface="Courier New"/>
                <a:ea typeface="Courier New"/>
                <a:cs typeface="Courier New"/>
              </a:rPr>
              <a:t>~/cisc647/</a:t>
            </a:r>
          </a:p>
          <a:p xmlns:a="http://schemas.openxmlformats.org/drawingml/2006/main">
            <a:pPr algn="l">
              <a:defRPr sz="1013" b="0">
                <a:solidFill>
                  <a:srgbClr val="17324D"/>
                </a:solidFill>
                <a:latin typeface="Courier New"/>
                <a:ea typeface="Courier New"/>
                <a:cs typeface="Courier New"/>
              </a:defRPr>
            </a:pPr>
            <a:r>
              <a:rPr sz="1013" b="0">
                <a:solidFill>
                  <a:srgbClr val="17324D"/>
                </a:solidFill>
                <a:latin typeface="Courier New"/>
                <a:ea typeface="Courier New"/>
                <a:cs typeface="Courier New"/>
              </a:rPr>
              <a:t>└── cv_lab/</a:t>
            </a:r>
          </a:p>
          <a:p xmlns:a="http://schemas.openxmlformats.org/drawingml/2006/main">
            <a:pPr algn="l">
              <a:defRPr sz="1013" b="0">
                <a:solidFill>
                  <a:srgbClr val="17324D"/>
                </a:solidFill>
                <a:latin typeface="Courier New"/>
                <a:ea typeface="Courier New"/>
                <a:cs typeface="Courier New"/>
              </a:defRPr>
            </a:pPr>
            <a:r>
              <a:rPr sz="1013" b="0">
                <a:solidFill>
                  <a:srgbClr val="17324D"/>
                </a:solidFill>
                <a:latin typeface="Courier New"/>
                <a:ea typeface="Courier New"/>
                <a:cs typeface="Courier New"/>
              </a:rPr>
              <a:t>    ├── inputs/</a:t>
            </a:r>
          </a:p>
          <a:p xmlns:a="http://schemas.openxmlformats.org/drawingml/2006/main">
            <a:pPr algn="l">
              <a:defRPr sz="1013" b="0">
                <a:solidFill>
                  <a:srgbClr val="17324D"/>
                </a:solidFill>
                <a:latin typeface="Courier New"/>
                <a:ea typeface="Courier New"/>
                <a:cs typeface="Courier New"/>
              </a:defRPr>
            </a:pPr>
            <a:r>
              <a:rPr sz="1013" b="0">
                <a:solidFill>
                  <a:srgbClr val="17324D"/>
                </a:solidFill>
                <a:latin typeface="Courier New"/>
                <a:ea typeface="Courier New"/>
                <a:cs typeface="Courier New"/>
              </a:rPr>
              <a:t>    ├── msg/</a:t>
            </a:r>
          </a:p>
          <a:p xmlns:a="http://schemas.openxmlformats.org/drawingml/2006/main">
            <a:pPr algn="l">
              <a:defRPr sz="1013" b="0">
                <a:solidFill>
                  <a:srgbClr val="17324D"/>
                </a:solidFill>
                <a:latin typeface="Courier New"/>
                <a:ea typeface="Courier New"/>
                <a:cs typeface="Courier New"/>
              </a:defRPr>
            </a:pPr>
            <a:r>
              <a:rPr sz="1013" b="0">
                <a:solidFill>
                  <a:srgbClr val="17324D"/>
                </a:solidFill>
                <a:latin typeface="Courier New"/>
                <a:ea typeface="Courier New"/>
                <a:cs typeface="Courier New"/>
              </a:rPr>
              <a:t>    ├── outputs/</a:t>
            </a:r>
          </a:p>
          <a:p xmlns:a="http://schemas.openxmlformats.org/drawingml/2006/main">
            <a:pPr algn="l">
              <a:defRPr sz="1013" b="0">
                <a:solidFill>
                  <a:srgbClr val="17324D"/>
                </a:solidFill>
                <a:latin typeface="Courier New"/>
                <a:ea typeface="Courier New"/>
                <a:cs typeface="Courier New"/>
              </a:defRPr>
            </a:pPr>
            <a:r>
              <a:rPr sz="1013" b="0">
                <a:solidFill>
                  <a:srgbClr val="17324D"/>
                </a:solidFill>
                <a:latin typeface="Courier New"/>
                <a:ea typeface="Courier New"/>
                <a:cs typeface="Courier New"/>
              </a:rPr>
              <a:t>    └── ws/src/cv_lab/</a:t>
            </a:r>
          </a:p>
        </p:txBody>
      </p:sp>
      <p:sp>
        <p:nvSpPr>
          <p:cNvPr id="90" name="Windows + WSL">
            <a:extLst xmlns:a="http://schemas.openxmlformats.org/drawingml/2006/main">
              <a:ext uri="{FF2B5EF4-FFF2-40B4-BE49-F238E27FC236}">
                <a16:creationId xmlns:a16="http://schemas.microsoft.com/office/drawing/2014/main" id="{3C907C2D-98E3-4231-83D4-931A9D813621}"/>
              </a:ext>
            </a:extLst>
          </p:cNvPr>
          <p:cNvSpPr>
            <a:spLocks xmlns:a="http://schemas.openxmlformats.org/drawingml/2006/main" noGrp="1"/>
          </p:cNvSpPr>
          <p:nvPr/>
        </p:nvSpPr>
        <p:spPr>
          <a:xfrm xmlns:a="http://schemas.openxmlformats.org/drawingml/2006/main">
            <a:off x="5810250" y="3381375"/>
            <a:ext cx="2571750" cy="361950"/>
          </a:xfrm>
          <a:prstGeom xmlns:a="http://schemas.openxmlformats.org/drawingml/2006/main" prst="roundRect">
            <a:avLst>
              <a:gd name="adj" fmla="val 26316"/>
            </a:avLst>
          </a:prstGeom>
          <a:solidFill xmlns:a="http://schemas.openxmlformats.org/drawingml/2006/main">
            <a:srgbClr val="FFF7E8"/>
          </a:solidFill>
          <a:ln xmlns:a="http://schemas.openxmlformats.org/drawingml/2006/main" w="12383">
            <a:solidFill>
              <a:srgbClr val="EF8200"/>
            </a:solidFill>
            <a:prstDash val="solid"/>
          </a:ln>
        </p:spPr>
        <p:txBody>
          <a:bodyPr xmlns:a="http://schemas.openxmlformats.org/drawingml/2006/main" wrap="square" lIns="66675" tIns="57150" rIns="66675" bIns="57150" anchor="ctr">
            <a:normAutofit fontScale="93251"/>
          </a:bodyPr>
          <a:lstStyle xmlns:a="http://schemas.openxmlformats.org/drawingml/2006/main"/>
          <a:p xmlns:a="http://schemas.openxmlformats.org/drawingml/2006/main">
            <a:pPr algn="ctr">
              <a:defRPr sz="1350" b="1">
                <a:solidFill>
                  <a:srgbClr val="EF8200"/>
                </a:solidFill>
                <a:latin typeface="Arial"/>
                <a:ea typeface="Arial"/>
                <a:cs typeface="Arial"/>
              </a:defRPr>
            </a:pPr>
            <a:r>
              <a:rPr sz="1350" b="1">
                <a:solidFill>
                  <a:srgbClr val="EF8200"/>
                </a:solidFill>
                <a:latin typeface="Arial"/>
                <a:ea typeface="Arial"/>
                <a:cs typeface="Arial"/>
              </a:rPr>
              <a:t>Windows + WSL</a:t>
            </a:r>
          </a:p>
        </p:txBody>
      </p:sp>
      <p:sp>
        <p:nvSpPr>
          <p:cNvPr id="91" name="Lecture text">
            <a:extLst xmlns:a="http://schemas.openxmlformats.org/drawingml/2006/main">
              <a:ext uri="{FF2B5EF4-FFF2-40B4-BE49-F238E27FC236}">
                <a16:creationId xmlns:a16="http://schemas.microsoft.com/office/drawing/2014/main" id="{89AF5B88-5D6F-467D-A9E5-1865416AAE66}"/>
              </a:ext>
            </a:extLst>
          </p:cNvPr>
          <p:cNvSpPr>
            <a:spLocks xmlns:a="http://schemas.openxmlformats.org/drawingml/2006/main" noGrp="1"/>
          </p:cNvSpPr>
          <p:nvPr/>
        </p:nvSpPr>
        <p:spPr>
          <a:xfrm xmlns:a="http://schemas.openxmlformats.org/drawingml/2006/main">
            <a:off x="5810250" y="379095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92917"/>
          </a:bodyPr>
          <a:lstStyle xmlns:a="http://schemas.openxmlformats.org/drawingml/2006/main"/>
          <a:p xmlns:a="http://schemas.openxmlformats.org/drawingml/2006/main">
            <a:pPr algn="ctr">
              <a:defRPr sz="1125" b="0">
                <a:solidFill>
                  <a:srgbClr val="17324D"/>
                </a:solidFill>
                <a:latin typeface="Arial"/>
                <a:ea typeface="Arial"/>
                <a:cs typeface="Arial"/>
              </a:defRPr>
            </a:pPr>
            <a:r>
              <a:rPr sz="1125" b="0">
                <a:solidFill>
                  <a:srgbClr val="17324D"/>
                </a:solidFill>
                <a:latin typeface="Arial"/>
                <a:ea typeface="Arial"/>
                <a:cs typeface="Arial"/>
              </a:rPr>
              <a:t>Copy the ZIP into the Linux filesystem first. Avoid long OneDrive or /mnt/c paths.</a:t>
            </a:r>
          </a:p>
        </p:txBody>
      </p:sp>
      <p:sp>
        <p:nvSpPr>
          <p:cNvPr id="92" name="Student files Drive link">
            <a:extLst xmlns:a="http://schemas.openxmlformats.org/drawingml/2006/main">
              <a:ext uri="{FF2B5EF4-FFF2-40B4-BE49-F238E27FC236}">
                <a16:creationId xmlns:a16="http://schemas.microsoft.com/office/drawing/2014/main" id="{C88E698E-092E-41F8-9016-CEBE2DA8069C}"/>
              </a:ext>
            </a:extLst>
          </p:cNvPr>
          <p:cNvSpPr>
            <a:spLocks xmlns:a="http://schemas.openxmlformats.org/drawingml/2006/main" noGrp="1"/>
          </p:cNvSpPr>
          <p:nvPr/>
        </p:nvSpPr>
        <p:spPr>
          <a:xfrm xmlns:a="http://schemas.openxmlformats.org/drawingml/2006/main">
            <a:off x="1571625" y="4314825"/>
            <a:ext cx="6000750" cy="400050"/>
          </a:xfrm>
          <a:prstGeom xmlns:a="http://schemas.openxmlformats.org/drawingml/2006/main" prst="roundRect">
            <a:avLst>
              <a:gd name="adj" fmla="val 23810"/>
            </a:avLst>
          </a:prstGeom>
          <a:solidFill xmlns:a="http://schemas.openxmlformats.org/drawingml/2006/main">
            <a:srgbClr val="EAF4FA"/>
          </a:solidFill>
          <a:ln xmlns:a="http://schemas.openxmlformats.org/drawingml/2006/main" w="12383">
            <a:solidFill>
              <a:srgbClr val="00A0DF"/>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425" b="1">
                <a:solidFill>
                  <a:srgbClr val="00539F"/>
                </a:solidFill>
                <a:latin typeface="Arial"/>
                <a:ea typeface="Arial"/>
                <a:cs typeface="Arial"/>
              </a:defRPr>
            </a:pPr>
            <a:r>
              <a:rPr sz="1425" b="1" u="sng">
                <a:solidFill>
                  <a:srgbClr val="00539F"/>
                </a:solidFill>
                <a:latin typeface="Arial"/>
                <a:ea typeface="Arial"/>
                <a:cs typeface="Arial"/>
                <a:hlinkClick xmlns:r="http://schemas.openxmlformats.org/officeDocument/2006/relationships" r:id="R9eb08b00d2864fbd"/>
              </a:rPr>
              <a:t>Open ClassicalCV_student.zip in Google Drive</a:t>
            </a:r>
          </a:p>
        </p:txBody>
      </p:sp>
    </p:spTree>
    <p:extLst>
      <p:ext uri="{BB962C8B-B14F-4D97-AF65-F5344CB8AC3E}">
        <p14:creationId xmlns:p14="http://schemas.microsoft.com/office/powerpoint/2010/main" val="62565560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83" name="Google Shape;83;g37bad65a17d_0_0">
            <a:extLst xmlns:a="http://schemas.openxmlformats.org/drawingml/2006/main">
              <a:ext uri="{FF2B5EF4-FFF2-40B4-BE49-F238E27FC236}">
                <a16:creationId xmlns:a16="http://schemas.microsoft.com/office/drawing/2014/main" id="{0CC56B34-6770-45D7-9E5A-4F0C2199F86A}"/>
              </a:ext>
            </a:extLst>
          </p:cNvPr>
          <p:cNvSpPr>
            <a:spLocks xmlns:a="http://schemas.openxmlformats.org/drawingml/2006/main" noGrp="1"/>
          </p:cNvSpPr>
          <p:nvPr>
            <p:ph type="title" idx="0"/>
          </p:nvPr>
        </p:nvSpPr>
        <p:spPr>
          <a:xfrm xmlns:a="http://schemas.openxmlformats.org/drawingml/2006/main">
            <a:off x="457200" y="528638"/>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45720" rIns="91440" bIns="4572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1400"/>
              <a:buNone/>
              <a:defRPr sz="2325" b="0">
                <a:solidFill>
                  <a:srgbClr val="00A0DF"/>
                </a:solidFill>
                <a:latin typeface="Arial"/>
                <a:ea typeface="Arial"/>
                <a:cs typeface="Arial"/>
              </a:defRPr>
            </a:pPr>
            <a:r>
              <a:rPr sz="2325" b="0">
                <a:solidFill>
                  <a:srgbClr val="00A0DF"/>
                </a:solidFill>
                <a:latin typeface="Arial"/>
                <a:ea typeface="Arial"/>
                <a:cs typeface="Arial"/>
              </a:rPr>
              <a:t>Setup 2: let rosdep install OpenCV and NumPy</a:t>
            </a:r>
            <a:endParaRPr/>
          </a:p>
        </p:txBody>
      </p:sp>
      <p:sp>
        <p:nvSpPr>
          <p:cNvPr id="85" name="Google Shape;85;g37bad65a17d_0_0">
            <a:extLst xmlns:a="http://schemas.openxmlformats.org/drawingml/2006/main">
              <a:ext uri="{FF2B5EF4-FFF2-40B4-BE49-F238E27FC236}">
                <a16:creationId xmlns:a16="http://schemas.microsoft.com/office/drawing/2014/main" id="{31B1C2C2-F77F-4032-9D0A-FF56401D76B3}"/>
              </a:ext>
            </a:extLst>
          </p:cNvPr>
          <p:cNvSpPr>
            <a:spLocks xmlns:a="http://schemas.openxmlformats.org/drawingml/2006/main" noGrp="1"/>
          </p:cNvSpPr>
          <p:nvPr>
            <p:ph type="sldNum" idx="12"/>
          </p:nvPr>
        </p:nvSpPr>
        <p:spPr>
          <a:xfrm xmlns:a="http://schemas.openxmlformats.org/drawingml/2006/main">
            <a:off x="3505200" y="4767263"/>
            <a:ext cx="2133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Clr>
                <a:srgbClr val="000000"/>
              </a:buClr>
              <a:buSzPts val="1200"/>
              <a:buFont typeface="Arial"/>
              <a:buNone/>
              <a:defRPr sz="1200">
                <a:solidFill>
                  <a:srgbClr val="00539F"/>
                </a:solidFill>
                <a:latin typeface="Arial"/>
                <a:ea typeface="Arial"/>
                <a:cs typeface="Arial"/>
              </a:defRPr>
            </a:pPr>
            <a:fld id="{EFD6AB9A-5F9E-5F59-51AB-3C8734130965}" type="slidenum">
              <a:rPr sz="1200">
                <a:solidFill>
                  <a:srgbClr val="00539F"/>
                </a:solidFill>
                <a:latin typeface="Arial"/>
                <a:ea typeface="Arial"/>
                <a:cs typeface="Arial"/>
              </a:rPr>
              <a:t>4</a:t>
            </a:fld>
            <a:endParaRPr/>
          </a:p>
        </p:txBody>
      </p:sp>
      <p:sp>
        <p:nvSpPr>
          <p:cNvPr id="86" name="Section tag">
            <a:extLst xmlns:a="http://schemas.openxmlformats.org/drawingml/2006/main">
              <a:ext uri="{FF2B5EF4-FFF2-40B4-BE49-F238E27FC236}">
                <a16:creationId xmlns:a16="http://schemas.microsoft.com/office/drawing/2014/main" id="{BD19160B-69D9-4E93-98B7-210A273F7460}"/>
              </a:ext>
            </a:extLst>
          </p:cNvPr>
          <p:cNvSpPr>
            <a:spLocks xmlns:a="http://schemas.openxmlformats.org/drawingml/2006/main" noGrp="1"/>
          </p:cNvSpPr>
          <p:nvPr/>
        </p:nvSpPr>
        <p:spPr>
          <a:xfrm xmlns:a="http://schemas.openxmlformats.org/drawingml/2006/main">
            <a:off x="619125" y="1304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ROS 2 + OPENCV SETUP</a:t>
            </a:r>
          </a:p>
        </p:txBody>
      </p:sp>
      <p:sp>
        <p:nvSpPr>
          <p:cNvPr id="87" name="Runnable code">
            <a:extLst xmlns:a="http://schemas.openxmlformats.org/drawingml/2006/main">
              <a:ext uri="{FF2B5EF4-FFF2-40B4-BE49-F238E27FC236}">
                <a16:creationId xmlns:a16="http://schemas.microsoft.com/office/drawing/2014/main" id="{EEDBBEFE-06E6-4533-B6E0-7B958A02C4B5}"/>
              </a:ext>
            </a:extLst>
          </p:cNvPr>
          <p:cNvSpPr>
            <a:spLocks xmlns:a="http://schemas.openxmlformats.org/drawingml/2006/main" noGrp="1"/>
          </p:cNvSpPr>
          <p:nvPr/>
        </p:nvSpPr>
        <p:spPr>
          <a:xfrm xmlns:a="http://schemas.openxmlformats.org/drawingml/2006/main">
            <a:off x="523875" y="1571625"/>
            <a:ext cx="5095875" cy="2476500"/>
          </a:xfrm>
          <a:prstGeom xmlns:a="http://schemas.openxmlformats.org/drawingml/2006/main" prst="roundRect">
            <a:avLst>
              <a:gd name="adj" fmla="val 3077"/>
            </a:avLst>
          </a:prstGeom>
          <a:solidFill xmlns:a="http://schemas.openxmlformats.org/drawingml/2006/main">
            <a:srgbClr val="F3F7FA"/>
          </a:solidFill>
          <a:ln xmlns:a="http://schemas.openxmlformats.org/drawingml/2006/main" w="11430">
            <a:solidFill>
              <a:srgbClr val="C8D7E1"/>
            </a:solidFill>
            <a:prstDash val="solid"/>
          </a:ln>
        </p:spPr>
        <p:txBody>
          <a:bodyPr xmlns:a="http://schemas.openxmlformats.org/drawingml/2006/main" wrap="square" lIns="114300" tIns="95250" rIns="114300" bIns="95250" anchor="t">
            <a:normAutofit fontScale="100000"/>
          </a:bodyPr>
          <a:lstStyle xmlns:a="http://schemas.openxmlformats.org/drawingml/2006/main"/>
          <a:p xmlns:a="http://schemas.openxmlformats.org/drawingml/2006/main">
            <a:pPr algn="l">
              <a:defRPr sz="818" b="0">
                <a:solidFill>
                  <a:srgbClr val="17324D"/>
                </a:solidFill>
                <a:latin typeface="Courier New"/>
                <a:ea typeface="Courier New"/>
                <a:cs typeface="Courier New"/>
              </a:defRPr>
            </a:pPr>
            <a:r>
              <a:rPr sz="818" b="0">
                <a:solidFill>
                  <a:srgbClr val="17324D"/>
                </a:solidFill>
                <a:latin typeface="Courier New"/>
                <a:ea typeface="Courier New"/>
                <a:cs typeface="Courier New"/>
              </a:rPr>
              <a:t># 1) Source ROS 2</a:t>
            </a:r>
          </a:p>
          <a:p xmlns:a="http://schemas.openxmlformats.org/drawingml/2006/main">
            <a:pPr algn="l">
              <a:defRPr sz="818" b="0">
                <a:solidFill>
                  <a:srgbClr val="17324D"/>
                </a:solidFill>
                <a:latin typeface="Courier New"/>
                <a:ea typeface="Courier New"/>
                <a:cs typeface="Courier New"/>
              </a:defRPr>
            </a:pPr>
            <a:r>
              <a:rPr sz="818" b="0">
                <a:solidFill>
                  <a:srgbClr val="17324D"/>
                </a:solidFill>
                <a:latin typeface="Courier New"/>
                <a:ea typeface="Courier New"/>
                <a:cs typeface="Courier New"/>
              </a:rPr>
              <a:t>source /opt/ros/humble/setup.bash</a:t>
            </a:r>
          </a:p>
          <a:p xmlns:a="http://schemas.openxmlformats.org/drawingml/2006/main">
            <a:pPr algn="l">
              <a:defRPr sz="818" b="0">
                <a:solidFill>
                  <a:srgbClr val="17324D"/>
                </a:solidFill>
                <a:latin typeface="Courier New"/>
                <a:ea typeface="Courier New"/>
                <a:cs typeface="Courier New"/>
              </a:defRPr>
            </a:pPr>
            <a:r>
              <a:rPr sz="818" b="0">
                <a:solidFill>
                  <a:srgbClr val="17324D"/>
                </a:solidFill>
                <a:latin typeface="Courier New"/>
                <a:ea typeface="Courier New"/>
                <a:cs typeface="Courier New"/>
              </a:rPr>
              <a:t># 2) Install rosdep, colcon, and unzip</a:t>
            </a:r>
          </a:p>
          <a:p xmlns:a="http://schemas.openxmlformats.org/drawingml/2006/main">
            <a:pPr algn="l">
              <a:defRPr sz="818" b="0">
                <a:solidFill>
                  <a:srgbClr val="17324D"/>
                </a:solidFill>
                <a:latin typeface="Courier New"/>
                <a:ea typeface="Courier New"/>
                <a:cs typeface="Courier New"/>
              </a:defRPr>
            </a:pPr>
            <a:r>
              <a:rPr sz="818" b="0">
                <a:solidFill>
                  <a:srgbClr val="17324D"/>
                </a:solidFill>
                <a:latin typeface="Courier New"/>
                <a:ea typeface="Courier New"/>
                <a:cs typeface="Courier New"/>
              </a:rPr>
              <a:t>sudo apt update</a:t>
            </a:r>
          </a:p>
          <a:p xmlns:a="http://schemas.openxmlformats.org/drawingml/2006/main">
            <a:pPr algn="l">
              <a:defRPr sz="818" b="0">
                <a:solidFill>
                  <a:srgbClr val="17324D"/>
                </a:solidFill>
                <a:latin typeface="Courier New"/>
                <a:ea typeface="Courier New"/>
                <a:cs typeface="Courier New"/>
              </a:defRPr>
            </a:pPr>
            <a:r>
              <a:rPr sz="818" b="0">
                <a:solidFill>
                  <a:srgbClr val="17324D"/>
                </a:solidFill>
                <a:latin typeface="Courier New"/>
                <a:ea typeface="Courier New"/>
                <a:cs typeface="Courier New"/>
              </a:rPr>
              <a:t>sudo apt install -y python3-rosdep \</a:t>
            </a:r>
          </a:p>
          <a:p xmlns:a="http://schemas.openxmlformats.org/drawingml/2006/main">
            <a:pPr algn="l">
              <a:defRPr sz="818" b="0">
                <a:solidFill>
                  <a:srgbClr val="17324D"/>
                </a:solidFill>
                <a:latin typeface="Courier New"/>
                <a:ea typeface="Courier New"/>
                <a:cs typeface="Courier New"/>
              </a:defRPr>
            </a:pPr>
            <a:r>
              <a:rPr sz="818" b="0">
                <a:solidFill>
                  <a:srgbClr val="17324D"/>
                </a:solidFill>
                <a:latin typeface="Courier New"/>
                <a:ea typeface="Courier New"/>
                <a:cs typeface="Courier New"/>
              </a:rPr>
              <a:t>  python3-colcon-common-extensions unzip</a:t>
            </a:r>
          </a:p>
          <a:p xmlns:a="http://schemas.openxmlformats.org/drawingml/2006/main">
            <a:pPr algn="l">
              <a:defRPr sz="818" b="0">
                <a:solidFill>
                  <a:srgbClr val="17324D"/>
                </a:solidFill>
                <a:latin typeface="Courier New"/>
                <a:ea typeface="Courier New"/>
                <a:cs typeface="Courier New"/>
              </a:defRPr>
            </a:pPr>
            <a:r>
              <a:rPr sz="818" b="0">
                <a:solidFill>
                  <a:srgbClr val="17324D"/>
                </a:solidFill>
                <a:latin typeface="Courier New"/>
                <a:ea typeface="Courier New"/>
                <a:cs typeface="Courier New"/>
              </a:rPr>
              <a:t># 3) Initialize rosdep once; continue if already initialized</a:t>
            </a:r>
          </a:p>
          <a:p xmlns:a="http://schemas.openxmlformats.org/drawingml/2006/main">
            <a:pPr algn="l">
              <a:defRPr sz="818" b="0">
                <a:solidFill>
                  <a:srgbClr val="17324D"/>
                </a:solidFill>
                <a:latin typeface="Courier New"/>
                <a:ea typeface="Courier New"/>
                <a:cs typeface="Courier New"/>
              </a:defRPr>
            </a:pPr>
            <a:r>
              <a:rPr sz="818" b="0">
                <a:solidFill>
                  <a:srgbClr val="17324D"/>
                </a:solidFill>
                <a:latin typeface="Courier New"/>
                <a:ea typeface="Courier New"/>
                <a:cs typeface="Courier New"/>
              </a:rPr>
              <a:t>sudo rosdep init</a:t>
            </a:r>
          </a:p>
          <a:p xmlns:a="http://schemas.openxmlformats.org/drawingml/2006/main">
            <a:pPr algn="l">
              <a:defRPr sz="818" b="0">
                <a:solidFill>
                  <a:srgbClr val="17324D"/>
                </a:solidFill>
                <a:latin typeface="Courier New"/>
                <a:ea typeface="Courier New"/>
                <a:cs typeface="Courier New"/>
              </a:defRPr>
            </a:pPr>
            <a:r>
              <a:rPr sz="818" b="0">
                <a:solidFill>
                  <a:srgbClr val="17324D"/>
                </a:solidFill>
                <a:latin typeface="Courier New"/>
                <a:ea typeface="Courier New"/>
                <a:cs typeface="Courier New"/>
              </a:rPr>
              <a:t>rosdep update</a:t>
            </a:r>
          </a:p>
          <a:p xmlns:a="http://schemas.openxmlformats.org/drawingml/2006/main">
            <a:pPr algn="l">
              <a:defRPr sz="818" b="0">
                <a:solidFill>
                  <a:srgbClr val="17324D"/>
                </a:solidFill>
                <a:latin typeface="Courier New"/>
                <a:ea typeface="Courier New"/>
                <a:cs typeface="Courier New"/>
              </a:defRPr>
            </a:pPr>
            <a:r>
              <a:rPr sz="818" b="0">
                <a:solidFill>
                  <a:srgbClr val="17324D"/>
                </a:solidFill>
                <a:latin typeface="Courier New"/>
                <a:ea typeface="Courier New"/>
                <a:cs typeface="Courier New"/>
              </a:rPr>
              <a:t># 4) Install dependencies declared by cv_lab</a:t>
            </a:r>
          </a:p>
          <a:p xmlns:a="http://schemas.openxmlformats.org/drawingml/2006/main">
            <a:pPr algn="l">
              <a:defRPr sz="818" b="0">
                <a:solidFill>
                  <a:srgbClr val="17324D"/>
                </a:solidFill>
                <a:latin typeface="Courier New"/>
                <a:ea typeface="Courier New"/>
                <a:cs typeface="Courier New"/>
              </a:defRPr>
            </a:pPr>
            <a:r>
              <a:rPr sz="818" b="0">
                <a:solidFill>
                  <a:srgbClr val="17324D"/>
                </a:solidFill>
                <a:latin typeface="Courier New"/>
                <a:ea typeface="Courier New"/>
                <a:cs typeface="Courier New"/>
              </a:rPr>
              <a:t>cd ~/cisc647/cv_lab/ws</a:t>
            </a:r>
          </a:p>
          <a:p xmlns:a="http://schemas.openxmlformats.org/drawingml/2006/main">
            <a:pPr algn="l">
              <a:defRPr sz="818" b="0">
                <a:solidFill>
                  <a:srgbClr val="17324D"/>
                </a:solidFill>
                <a:latin typeface="Courier New"/>
                <a:ea typeface="Courier New"/>
                <a:cs typeface="Courier New"/>
              </a:defRPr>
            </a:pPr>
            <a:r>
              <a:rPr sz="818" b="0">
                <a:solidFill>
                  <a:srgbClr val="17324D"/>
                </a:solidFill>
                <a:latin typeface="Courier New"/>
                <a:ea typeface="Courier New"/>
                <a:cs typeface="Courier New"/>
              </a:rPr>
              <a:t>rosdep install --from-paths src --ignore-src -r -y</a:t>
            </a:r>
          </a:p>
        </p:txBody>
      </p:sp>
      <p:sp>
        <p:nvSpPr>
          <p:cNvPr id="88" name="Key lab dependencies">
            <a:extLst xmlns:a="http://schemas.openxmlformats.org/drawingml/2006/main">
              <a:ext uri="{FF2B5EF4-FFF2-40B4-BE49-F238E27FC236}">
                <a16:creationId xmlns:a16="http://schemas.microsoft.com/office/drawing/2014/main" id="{D38905D6-4E13-4B47-BACD-A2C6C69BEF68}"/>
              </a:ext>
            </a:extLst>
          </p:cNvPr>
          <p:cNvSpPr>
            <a:spLocks xmlns:a="http://schemas.openxmlformats.org/drawingml/2006/main" noGrp="1"/>
          </p:cNvSpPr>
          <p:nvPr/>
        </p:nvSpPr>
        <p:spPr>
          <a:xfrm xmlns:a="http://schemas.openxmlformats.org/drawingml/2006/main">
            <a:off x="5953125" y="1619250"/>
            <a:ext cx="2333625" cy="400050"/>
          </a:xfrm>
          <a:prstGeom xmlns:a="http://schemas.openxmlformats.org/drawingml/2006/main" prst="roundRect">
            <a:avLst>
              <a:gd name="adj" fmla="val 23810"/>
            </a:avLst>
          </a:prstGeom>
          <a:solidFill xmlns:a="http://schemas.openxmlformats.org/drawingml/2006/main">
            <a:srgbClr val="EAF4FA"/>
          </a:solidFill>
          <a:ln xmlns:a="http://schemas.openxmlformats.org/drawingml/2006/main" w="12383">
            <a:solidFill>
              <a:srgbClr val="00A0DF"/>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350" b="1">
                <a:solidFill>
                  <a:srgbClr val="00539F"/>
                </a:solidFill>
                <a:latin typeface="Arial"/>
                <a:ea typeface="Arial"/>
                <a:cs typeface="Arial"/>
              </a:defRPr>
            </a:pPr>
            <a:r>
              <a:rPr sz="1350" b="1">
                <a:solidFill>
                  <a:srgbClr val="00539F"/>
                </a:solidFill>
                <a:latin typeface="Arial"/>
                <a:ea typeface="Arial"/>
                <a:cs typeface="Arial"/>
              </a:rPr>
              <a:t>Key lab dependencies</a:t>
            </a:r>
          </a:p>
        </p:txBody>
      </p:sp>
      <p:sp>
        <p:nvSpPr>
          <p:cNvPr id="89" name="Lecture text">
            <a:extLst xmlns:a="http://schemas.openxmlformats.org/drawingml/2006/main">
              <a:ext uri="{FF2B5EF4-FFF2-40B4-BE49-F238E27FC236}">
                <a16:creationId xmlns:a16="http://schemas.microsoft.com/office/drawing/2014/main" id="{CD77B7A8-29CD-4D7D-8518-5D06E0F22AF0}"/>
              </a:ext>
            </a:extLst>
          </p:cNvPr>
          <p:cNvSpPr>
            <a:spLocks xmlns:a="http://schemas.openxmlformats.org/drawingml/2006/main" noGrp="1"/>
          </p:cNvSpPr>
          <p:nvPr/>
        </p:nvSpPr>
        <p:spPr>
          <a:xfrm xmlns:a="http://schemas.openxmlformats.org/drawingml/2006/main">
            <a:off x="5762625" y="2095500"/>
            <a:ext cx="2714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088" b="0">
                <a:solidFill>
                  <a:srgbClr val="17324D"/>
                </a:solidFill>
                <a:latin typeface="Courier New"/>
                <a:ea typeface="Courier New"/>
                <a:cs typeface="Courier New"/>
              </a:defRPr>
            </a:pPr>
            <a:r>
              <a:rPr sz="1088" b="0">
                <a:solidFill>
                  <a:srgbClr val="17324D"/>
                </a:solidFill>
                <a:latin typeface="Courier New"/>
                <a:ea typeface="Courier New"/>
                <a:cs typeface="Courier New"/>
              </a:rPr>
              <a:t>python3-opencv • python3-numpy</a:t>
            </a:r>
          </a:p>
          <a:p xmlns:a="http://schemas.openxmlformats.org/drawingml/2006/main">
            <a:pPr algn="ctr">
              <a:defRPr sz="1088" b="0">
                <a:solidFill>
                  <a:srgbClr val="17324D"/>
                </a:solidFill>
                <a:latin typeface="Courier New"/>
                <a:ea typeface="Courier New"/>
                <a:cs typeface="Courier New"/>
              </a:defRPr>
            </a:pPr>
            <a:r>
              <a:rPr sz="1088" b="0">
                <a:solidFill>
                  <a:srgbClr val="17324D"/>
                </a:solidFill>
                <a:latin typeface="Courier New"/>
                <a:ea typeface="Courier New"/>
                <a:cs typeface="Courier New"/>
              </a:rPr>
              <a:t>rclpy • std_msgs</a:t>
            </a:r>
          </a:p>
          <a:p xmlns:a="http://schemas.openxmlformats.org/drawingml/2006/main">
            <a:pPr algn="ctr">
              <a:defRPr sz="1088" b="0">
                <a:solidFill>
                  <a:srgbClr val="17324D"/>
                </a:solidFill>
                <a:latin typeface="Courier New"/>
                <a:ea typeface="Courier New"/>
                <a:cs typeface="Courier New"/>
              </a:defRPr>
            </a:pPr>
            <a:r>
              <a:rPr sz="1088" b="0">
                <a:solidFill>
                  <a:srgbClr val="17324D"/>
                </a:solidFill>
                <a:latin typeface="Courier New"/>
                <a:ea typeface="Courier New"/>
                <a:cs typeface="Courier New"/>
              </a:rPr>
              <a:t>ament_index_python</a:t>
            </a:r>
          </a:p>
          <a:p xmlns:a="http://schemas.openxmlformats.org/drawingml/2006/main">
            <a:pPr algn="ctr">
              <a:defRPr sz="1088" b="0">
                <a:solidFill>
                  <a:srgbClr val="17324D"/>
                </a:solidFill>
                <a:latin typeface="Courier New"/>
                <a:ea typeface="Courier New"/>
                <a:cs typeface="Courier New"/>
              </a:defRPr>
            </a:pPr>
            <a:r>
              <a:rPr sz="1088" b="0">
                <a:solidFill>
                  <a:srgbClr val="17324D"/>
                </a:solidFill>
                <a:latin typeface="Courier New"/>
                <a:ea typeface="Courier New"/>
                <a:cs typeface="Courier New"/>
              </a:rPr>
              <a:t>launch • launch_ros</a:t>
            </a:r>
          </a:p>
        </p:txBody>
      </p:sp>
      <p:sp>
        <p:nvSpPr>
          <p:cNvPr id="90" name="5) Verify before building">
            <a:extLst xmlns:a="http://schemas.openxmlformats.org/drawingml/2006/main">
              <a:ext uri="{FF2B5EF4-FFF2-40B4-BE49-F238E27FC236}">
                <a16:creationId xmlns:a16="http://schemas.microsoft.com/office/drawing/2014/main" id="{2FFE133F-B391-4CD3-86E9-3955EC642100}"/>
              </a:ext>
            </a:extLst>
          </p:cNvPr>
          <p:cNvSpPr>
            <a:spLocks xmlns:a="http://schemas.openxmlformats.org/drawingml/2006/main" noGrp="1"/>
          </p:cNvSpPr>
          <p:nvPr/>
        </p:nvSpPr>
        <p:spPr>
          <a:xfrm xmlns:a="http://schemas.openxmlformats.org/drawingml/2006/main">
            <a:off x="5953125" y="3286125"/>
            <a:ext cx="2333625" cy="381000"/>
          </a:xfrm>
          <a:prstGeom xmlns:a="http://schemas.openxmlformats.org/drawingml/2006/main" prst="roundRect">
            <a:avLst>
              <a:gd name="adj" fmla="val 25000"/>
            </a:avLst>
          </a:prstGeom>
          <a:solidFill xmlns:a="http://schemas.openxmlformats.org/drawingml/2006/main">
            <a:srgbClr val="EEF7EA"/>
          </a:solidFill>
          <a:ln xmlns:a="http://schemas.openxmlformats.org/drawingml/2006/main" w="12383">
            <a:solidFill>
              <a:srgbClr val="5A8E22"/>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350" b="1">
                <a:solidFill>
                  <a:srgbClr val="5A8E22"/>
                </a:solidFill>
                <a:latin typeface="Arial"/>
                <a:ea typeface="Arial"/>
                <a:cs typeface="Arial"/>
              </a:defRPr>
            </a:pPr>
            <a:r>
              <a:rPr sz="1350" b="1">
                <a:solidFill>
                  <a:srgbClr val="5A8E22"/>
                </a:solidFill>
                <a:latin typeface="Arial"/>
                <a:ea typeface="Arial"/>
                <a:cs typeface="Arial"/>
              </a:rPr>
              <a:t>5) Verify before building</a:t>
            </a:r>
          </a:p>
        </p:txBody>
      </p:sp>
      <p:sp>
        <p:nvSpPr>
          <p:cNvPr id="91" name="Runnable code">
            <a:extLst xmlns:a="http://schemas.openxmlformats.org/drawingml/2006/main">
              <a:ext uri="{FF2B5EF4-FFF2-40B4-BE49-F238E27FC236}">
                <a16:creationId xmlns:a16="http://schemas.microsoft.com/office/drawing/2014/main" id="{88DC4BD4-D4D7-4E21-9518-F8519F5163D1}"/>
              </a:ext>
            </a:extLst>
          </p:cNvPr>
          <p:cNvSpPr>
            <a:spLocks xmlns:a="http://schemas.openxmlformats.org/drawingml/2006/main" noGrp="1"/>
          </p:cNvSpPr>
          <p:nvPr/>
        </p:nvSpPr>
        <p:spPr>
          <a:xfrm xmlns:a="http://schemas.openxmlformats.org/drawingml/2006/main">
            <a:off x="5762625" y="3733800"/>
            <a:ext cx="2714625" cy="514350"/>
          </a:xfrm>
          <a:prstGeom xmlns:a="http://schemas.openxmlformats.org/drawingml/2006/main" prst="roundRect">
            <a:avLst>
              <a:gd name="adj" fmla="val 14815"/>
            </a:avLst>
          </a:prstGeom>
          <a:solidFill xmlns:a="http://schemas.openxmlformats.org/drawingml/2006/main">
            <a:srgbClr val="F3F7FA"/>
          </a:solidFill>
          <a:ln xmlns:a="http://schemas.openxmlformats.org/drawingml/2006/main" w="11430">
            <a:solidFill>
              <a:srgbClr val="C8D7E1"/>
            </a:solidFill>
            <a:prstDash val="solid"/>
          </a:ln>
        </p:spPr>
        <p:txBody>
          <a:bodyPr xmlns:a="http://schemas.openxmlformats.org/drawingml/2006/main" wrap="square" lIns="114300" tIns="95250" rIns="114300" bIns="95250" anchor="t">
            <a:normAutofit fontScale="77500"/>
          </a:bodyPr>
          <a:lstStyle xmlns:a="http://schemas.openxmlformats.org/drawingml/2006/main"/>
          <a:p xmlns:a="http://schemas.openxmlformats.org/drawingml/2006/main">
            <a:pPr algn="l">
              <a:defRPr sz="788" b="0">
                <a:solidFill>
                  <a:srgbClr val="17324D"/>
                </a:solidFill>
                <a:latin typeface="Courier New"/>
                <a:ea typeface="Courier New"/>
                <a:cs typeface="Courier New"/>
              </a:defRPr>
            </a:pPr>
            <a:r>
              <a:rPr sz="788" b="0">
                <a:solidFill>
                  <a:srgbClr val="17324D"/>
                </a:solidFill>
                <a:latin typeface="Courier New"/>
                <a:ea typeface="Courier New"/>
                <a:cs typeface="Courier New"/>
              </a:rPr>
              <a:t>which python3</a:t>
            </a:r>
          </a:p>
          <a:p xmlns:a="http://schemas.openxmlformats.org/drawingml/2006/main">
            <a:pPr algn="l">
              <a:defRPr sz="788" b="0">
                <a:solidFill>
                  <a:srgbClr val="17324D"/>
                </a:solidFill>
                <a:latin typeface="Courier New"/>
                <a:ea typeface="Courier New"/>
                <a:cs typeface="Courier New"/>
              </a:defRPr>
            </a:pPr>
            <a:r>
              <a:rPr sz="788" b="0">
                <a:solidFill>
                  <a:srgbClr val="17324D"/>
                </a:solidFill>
                <a:latin typeface="Courier New"/>
                <a:ea typeface="Courier New"/>
                <a:cs typeface="Courier New"/>
              </a:rPr>
              <a:t>python3 -c "import cv2,numpy,rclpy; \</a:t>
            </a:r>
          </a:p>
          <a:p xmlns:a="http://schemas.openxmlformats.org/drawingml/2006/main">
            <a:pPr algn="l">
              <a:defRPr sz="788" b="0">
                <a:solidFill>
                  <a:srgbClr val="17324D"/>
                </a:solidFill>
                <a:latin typeface="Courier New"/>
                <a:ea typeface="Courier New"/>
                <a:cs typeface="Courier New"/>
              </a:defRPr>
            </a:pPr>
            <a:r>
              <a:rPr sz="788" b="0">
                <a:solidFill>
                  <a:srgbClr val="17324D"/>
                </a:solidFill>
                <a:latin typeface="Courier New"/>
                <a:ea typeface="Courier New"/>
                <a:cs typeface="Courier New"/>
              </a:rPr>
              <a:t> print(cv2.__version__)"</a:t>
            </a:r>
          </a:p>
        </p:txBody>
      </p:sp>
      <p:sp>
        <p:nvSpPr>
          <p:cNvPr id="92" name="If Python points to Anaconda/Miniconda: conda deactivate, then source ROS 2 again.">
            <a:extLst xmlns:a="http://schemas.openxmlformats.org/drawingml/2006/main">
              <a:ext uri="{FF2B5EF4-FFF2-40B4-BE49-F238E27FC236}">
                <a16:creationId xmlns:a16="http://schemas.microsoft.com/office/drawing/2014/main" id="{B1548766-C24E-449F-A7BC-7F65C16F7C39}"/>
              </a:ext>
            </a:extLst>
          </p:cNvPr>
          <p:cNvSpPr>
            <a:spLocks xmlns:a="http://schemas.openxmlformats.org/drawingml/2006/main" noGrp="1"/>
          </p:cNvSpPr>
          <p:nvPr/>
        </p:nvSpPr>
        <p:spPr>
          <a:xfrm xmlns:a="http://schemas.openxmlformats.org/drawingml/2006/main">
            <a:off x="1000125" y="4324350"/>
            <a:ext cx="7143750" cy="381000"/>
          </a:xfrm>
          <a:prstGeom xmlns:a="http://schemas.openxmlformats.org/drawingml/2006/main" prst="roundRect">
            <a:avLst>
              <a:gd name="adj" fmla="val 25000"/>
            </a:avLst>
          </a:prstGeom>
          <a:solidFill xmlns:a="http://schemas.openxmlformats.org/drawingml/2006/main">
            <a:srgbClr val="EAF4FA"/>
          </a:solidFill>
          <a:ln xmlns:a="http://schemas.openxmlformats.org/drawingml/2006/main" w="12383">
            <a:solidFill>
              <a:srgbClr val="AF1E2D"/>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350" b="1">
                <a:solidFill>
                  <a:srgbClr val="AF1E2D"/>
                </a:solidFill>
                <a:latin typeface="Arial"/>
                <a:ea typeface="Arial"/>
                <a:cs typeface="Arial"/>
              </a:defRPr>
            </a:pPr>
            <a:r>
              <a:rPr sz="1350" b="1">
                <a:solidFill>
                  <a:srgbClr val="AF1E2D"/>
                </a:solidFill>
                <a:latin typeface="Arial"/>
                <a:ea typeface="Arial"/>
                <a:cs typeface="Arial"/>
              </a:rPr>
              <a:t>If Python points to Anaconda/Miniconda: conda deactivate, then source ROS 2 again.</a:t>
            </a:r>
          </a:p>
        </p:txBody>
      </p:sp>
    </p:spTree>
    <p:extLst>
      <p:ext uri="{BB962C8B-B14F-4D97-AF65-F5344CB8AC3E}">
        <p14:creationId xmlns:p14="http://schemas.microsoft.com/office/powerpoint/2010/main" val="62565560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83" name="Google Shape;83;g37bad65a17d_0_0">
            <a:extLst xmlns:a="http://schemas.openxmlformats.org/drawingml/2006/main">
              <a:ext uri="{FF2B5EF4-FFF2-40B4-BE49-F238E27FC236}">
                <a16:creationId xmlns:a16="http://schemas.microsoft.com/office/drawing/2014/main" id="{0CC56B34-6770-45D7-9E5A-4F0C2199F86A}"/>
              </a:ext>
            </a:extLst>
          </p:cNvPr>
          <p:cNvSpPr>
            <a:spLocks xmlns:a="http://schemas.openxmlformats.org/drawingml/2006/main" noGrp="1"/>
          </p:cNvSpPr>
          <p:nvPr>
            <p:ph type="title" idx="0"/>
          </p:nvPr>
        </p:nvSpPr>
        <p:spPr>
          <a:xfrm xmlns:a="http://schemas.openxmlformats.org/drawingml/2006/main">
            <a:off x="457200" y="528638"/>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45720" rIns="91440" bIns="4572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1400"/>
              <a:buNone/>
              <a:defRPr sz="2100" b="0">
                <a:solidFill>
                  <a:srgbClr val="00A0DF"/>
                </a:solidFill>
                <a:latin typeface="Arial"/>
                <a:ea typeface="Arial"/>
                <a:cs typeface="Arial"/>
              </a:defRPr>
            </a:pPr>
            <a:r>
              <a:rPr sz="2100" b="0">
                <a:solidFill>
                  <a:srgbClr val="00A0DF"/>
                </a:solidFill>
                <a:latin typeface="Arial"/>
                <a:ea typeface="Arial"/>
                <a:cs typeface="Arial"/>
              </a:rPr>
              <a:t>Setup 3: create a practice node, then build cv_lab</a:t>
            </a:r>
            <a:endParaRPr/>
          </a:p>
        </p:txBody>
      </p:sp>
      <p:sp>
        <p:nvSpPr>
          <p:cNvPr id="85" name="Google Shape;85;g37bad65a17d_0_0">
            <a:extLst xmlns:a="http://schemas.openxmlformats.org/drawingml/2006/main">
              <a:ext uri="{FF2B5EF4-FFF2-40B4-BE49-F238E27FC236}">
                <a16:creationId xmlns:a16="http://schemas.microsoft.com/office/drawing/2014/main" id="{31B1C2C2-F77F-4032-9D0A-FF56401D76B3}"/>
              </a:ext>
            </a:extLst>
          </p:cNvPr>
          <p:cNvSpPr>
            <a:spLocks xmlns:a="http://schemas.openxmlformats.org/drawingml/2006/main" noGrp="1"/>
          </p:cNvSpPr>
          <p:nvPr>
            <p:ph type="sldNum" idx="12"/>
          </p:nvPr>
        </p:nvSpPr>
        <p:spPr>
          <a:xfrm xmlns:a="http://schemas.openxmlformats.org/drawingml/2006/main">
            <a:off x="3505200" y="4767263"/>
            <a:ext cx="2133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Clr>
                <a:srgbClr val="000000"/>
              </a:buClr>
              <a:buSzPts val="1200"/>
              <a:buFont typeface="Arial"/>
              <a:buNone/>
              <a:defRPr sz="1200">
                <a:solidFill>
                  <a:srgbClr val="00539F"/>
                </a:solidFill>
                <a:latin typeface="Arial"/>
                <a:ea typeface="Arial"/>
                <a:cs typeface="Arial"/>
              </a:defRPr>
            </a:pPr>
            <a:fld id="{EE5B3003-2C54-13C6-9832-7637201064DE}" type="slidenum">
              <a:rPr sz="1200">
                <a:solidFill>
                  <a:srgbClr val="00539F"/>
                </a:solidFill>
                <a:latin typeface="Arial"/>
                <a:ea typeface="Arial"/>
                <a:cs typeface="Arial"/>
              </a:rPr>
              <a:t>5</a:t>
            </a:fld>
            <a:endParaRPr/>
          </a:p>
        </p:txBody>
      </p:sp>
      <p:sp>
        <p:nvSpPr>
          <p:cNvPr id="86" name="Section tag">
            <a:extLst xmlns:a="http://schemas.openxmlformats.org/drawingml/2006/main">
              <a:ext uri="{FF2B5EF4-FFF2-40B4-BE49-F238E27FC236}">
                <a16:creationId xmlns:a16="http://schemas.microsoft.com/office/drawing/2014/main" id="{D916E8CB-5DEB-4A47-AE68-B7C1C4961C0D}"/>
              </a:ext>
            </a:extLst>
          </p:cNvPr>
          <p:cNvSpPr>
            <a:spLocks xmlns:a="http://schemas.openxmlformats.org/drawingml/2006/main" noGrp="1"/>
          </p:cNvSpPr>
          <p:nvPr/>
        </p:nvSpPr>
        <p:spPr>
          <a:xfrm xmlns:a="http://schemas.openxmlformats.org/drawingml/2006/main">
            <a:off x="619125" y="1304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ROS 2 PACKAGE PRACTICE</a:t>
            </a:r>
          </a:p>
        </p:txBody>
      </p:sp>
      <p:sp>
        <p:nvSpPr>
          <p:cNvPr id="87" name="Lecture text">
            <a:extLst xmlns:a="http://schemas.openxmlformats.org/drawingml/2006/main">
              <a:ext uri="{FF2B5EF4-FFF2-40B4-BE49-F238E27FC236}">
                <a16:creationId xmlns:a16="http://schemas.microsoft.com/office/drawing/2014/main" id="{B6F716BE-3465-4B43-907E-4180C1C897AB}"/>
              </a:ext>
            </a:extLst>
          </p:cNvPr>
          <p:cNvSpPr>
            <a:spLocks xmlns:a="http://schemas.openxmlformats.org/drawingml/2006/main" noGrp="1"/>
          </p:cNvSpPr>
          <p:nvPr/>
        </p:nvSpPr>
        <p:spPr>
          <a:xfrm xmlns:a="http://schemas.openxmlformats.org/drawingml/2006/main">
            <a:off x="523875" y="1476375"/>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425" b="1">
                <a:solidFill>
                  <a:srgbClr val="EF8200"/>
                </a:solidFill>
                <a:latin typeface="Arial"/>
                <a:ea typeface="Arial"/>
                <a:cs typeface="Arial"/>
              </a:defRPr>
            </a:pPr>
            <a:r>
              <a:rPr sz="1425" b="1">
                <a:solidFill>
                  <a:srgbClr val="EF8200"/>
                </a:solidFill>
                <a:latin typeface="Arial"/>
                <a:ea typeface="Arial"/>
                <a:cs typeface="Arial"/>
              </a:rPr>
              <a:t>A. Create cv_practice separately</a:t>
            </a:r>
          </a:p>
        </p:txBody>
      </p:sp>
      <p:sp>
        <p:nvSpPr>
          <p:cNvPr id="88" name="Runnable code">
            <a:extLst xmlns:a="http://schemas.openxmlformats.org/drawingml/2006/main">
              <a:ext uri="{FF2B5EF4-FFF2-40B4-BE49-F238E27FC236}">
                <a16:creationId xmlns:a16="http://schemas.microsoft.com/office/drawing/2014/main" id="{C55B20BB-D6AF-4C0A-B5D2-04665874119D}"/>
              </a:ext>
            </a:extLst>
          </p:cNvPr>
          <p:cNvSpPr>
            <a:spLocks xmlns:a="http://schemas.openxmlformats.org/drawingml/2006/main" noGrp="1"/>
          </p:cNvSpPr>
          <p:nvPr/>
        </p:nvSpPr>
        <p:spPr>
          <a:xfrm xmlns:a="http://schemas.openxmlformats.org/drawingml/2006/main">
            <a:off x="476250" y="1828800"/>
            <a:ext cx="4000500" cy="2133600"/>
          </a:xfrm>
          <a:prstGeom xmlns:a="http://schemas.openxmlformats.org/drawingml/2006/main" prst="roundRect">
            <a:avLst>
              <a:gd name="adj" fmla="val 3571"/>
            </a:avLst>
          </a:prstGeom>
          <a:solidFill xmlns:a="http://schemas.openxmlformats.org/drawingml/2006/main">
            <a:srgbClr val="F3F7FA"/>
          </a:solidFill>
          <a:ln xmlns:a="http://schemas.openxmlformats.org/drawingml/2006/main" w="11430">
            <a:solidFill>
              <a:srgbClr val="C8D7E1"/>
            </a:solidFill>
            <a:prstDash val="solid"/>
          </a:ln>
        </p:spPr>
        <p:txBody>
          <a:bodyPr xmlns:a="http://schemas.openxmlformats.org/drawingml/2006/main" wrap="square" lIns="114300" tIns="95250" rIns="114300" bIns="95250" anchor="t">
            <a:normAutofit fontScale="100000"/>
          </a:bodyPr>
          <a:lstStyle xmlns:a="http://schemas.openxmlformats.org/drawingml/2006/main"/>
          <a:p xmlns:a="http://schemas.openxmlformats.org/drawingml/2006/main">
            <a:pPr algn="l">
              <a:defRPr sz="743" b="0">
                <a:solidFill>
                  <a:srgbClr val="17324D"/>
                </a:solidFill>
                <a:latin typeface="Courier New"/>
                <a:ea typeface="Courier New"/>
                <a:cs typeface="Courier New"/>
              </a:defRPr>
            </a:pPr>
            <a:r>
              <a:rPr sz="743" b="0">
                <a:solidFill>
                  <a:srgbClr val="17324D"/>
                </a:solidFill>
                <a:latin typeface="Courier New"/>
                <a:ea typeface="Courier New"/>
                <a:cs typeface="Courier New"/>
              </a:rPr>
              <a:t># 1) Make a separate scratch workspace</a:t>
            </a:r>
          </a:p>
          <a:p xmlns:a="http://schemas.openxmlformats.org/drawingml/2006/main">
            <a:pPr algn="l">
              <a:defRPr sz="743" b="0">
                <a:solidFill>
                  <a:srgbClr val="17324D"/>
                </a:solidFill>
                <a:latin typeface="Courier New"/>
                <a:ea typeface="Courier New"/>
                <a:cs typeface="Courier New"/>
              </a:defRPr>
            </a:pPr>
            <a:r>
              <a:rPr sz="743" b="0">
                <a:solidFill>
                  <a:srgbClr val="17324D"/>
                </a:solidFill>
                <a:latin typeface="Courier New"/>
                <a:ea typeface="Courier New"/>
                <a:cs typeface="Courier New"/>
              </a:rPr>
              <a:t>source /opt/ros/humble/setup.bash</a:t>
            </a:r>
          </a:p>
          <a:p xmlns:a="http://schemas.openxmlformats.org/drawingml/2006/main">
            <a:pPr algn="l">
              <a:defRPr sz="743" b="0">
                <a:solidFill>
                  <a:srgbClr val="17324D"/>
                </a:solidFill>
                <a:latin typeface="Courier New"/>
                <a:ea typeface="Courier New"/>
                <a:cs typeface="Courier New"/>
              </a:defRPr>
            </a:pPr>
            <a:r>
              <a:rPr sz="743" b="0">
                <a:solidFill>
                  <a:srgbClr val="17324D"/>
                </a:solidFill>
                <a:latin typeface="Courier New"/>
                <a:ea typeface="Courier New"/>
                <a:cs typeface="Courier New"/>
              </a:rPr>
              <a:t>mkdir -p ~/pkg_practice/src</a:t>
            </a:r>
          </a:p>
          <a:p xmlns:a="http://schemas.openxmlformats.org/drawingml/2006/main">
            <a:pPr algn="l">
              <a:defRPr sz="743" b="0">
                <a:solidFill>
                  <a:srgbClr val="17324D"/>
                </a:solidFill>
                <a:latin typeface="Courier New"/>
                <a:ea typeface="Courier New"/>
                <a:cs typeface="Courier New"/>
              </a:defRPr>
            </a:pPr>
            <a:r>
              <a:rPr sz="743" b="0">
                <a:solidFill>
                  <a:srgbClr val="17324D"/>
                </a:solidFill>
                <a:latin typeface="Courier New"/>
                <a:ea typeface="Courier New"/>
                <a:cs typeface="Courier New"/>
              </a:rPr>
              <a:t>cd ~/pkg_practice/src</a:t>
            </a:r>
          </a:p>
          <a:p xmlns:a="http://schemas.openxmlformats.org/drawingml/2006/main">
            <a:pPr algn="l">
              <a:defRPr sz="743" b="0">
                <a:solidFill>
                  <a:srgbClr val="17324D"/>
                </a:solidFill>
                <a:latin typeface="Courier New"/>
                <a:ea typeface="Courier New"/>
                <a:cs typeface="Courier New"/>
              </a:defRPr>
            </a:pPr>
            <a:r>
              <a:rPr sz="743" b="0">
                <a:solidFill>
                  <a:srgbClr val="17324D"/>
                </a:solidFill>
                <a:latin typeface="Courier New"/>
                <a:ea typeface="Courier New"/>
                <a:cs typeface="Courier New"/>
              </a:rPr>
              <a:t># 2) Create a Python package and starter node</a:t>
            </a:r>
          </a:p>
          <a:p xmlns:a="http://schemas.openxmlformats.org/drawingml/2006/main">
            <a:pPr algn="l">
              <a:defRPr sz="743" b="0">
                <a:solidFill>
                  <a:srgbClr val="17324D"/>
                </a:solidFill>
                <a:latin typeface="Courier New"/>
                <a:ea typeface="Courier New"/>
                <a:cs typeface="Courier New"/>
              </a:defRPr>
            </a:pPr>
            <a:r>
              <a:rPr sz="743" b="0">
                <a:solidFill>
                  <a:srgbClr val="17324D"/>
                </a:solidFill>
                <a:latin typeface="Courier New"/>
                <a:ea typeface="Courier New"/>
                <a:cs typeface="Courier New"/>
              </a:rPr>
              <a:t>ros2 pkg create cv_practice \</a:t>
            </a:r>
          </a:p>
          <a:p xmlns:a="http://schemas.openxmlformats.org/drawingml/2006/main">
            <a:pPr algn="l">
              <a:defRPr sz="743" b="0">
                <a:solidFill>
                  <a:srgbClr val="17324D"/>
                </a:solidFill>
                <a:latin typeface="Courier New"/>
                <a:ea typeface="Courier New"/>
                <a:cs typeface="Courier New"/>
              </a:defRPr>
            </a:pPr>
            <a:r>
              <a:rPr sz="743" b="0">
                <a:solidFill>
                  <a:srgbClr val="17324D"/>
                </a:solidFill>
                <a:latin typeface="Courier New"/>
                <a:ea typeface="Courier New"/>
                <a:cs typeface="Courier New"/>
              </a:rPr>
              <a:t> --build-type ament_python --license Apache-2.0 \</a:t>
            </a:r>
          </a:p>
          <a:p xmlns:a="http://schemas.openxmlformats.org/drawingml/2006/main">
            <a:pPr algn="l">
              <a:defRPr sz="743" b="0">
                <a:solidFill>
                  <a:srgbClr val="17324D"/>
                </a:solidFill>
                <a:latin typeface="Courier New"/>
                <a:ea typeface="Courier New"/>
                <a:cs typeface="Courier New"/>
              </a:defRPr>
            </a:pPr>
            <a:r>
              <a:rPr sz="743" b="0">
                <a:solidFill>
                  <a:srgbClr val="17324D"/>
                </a:solidFill>
                <a:latin typeface="Courier New"/>
                <a:ea typeface="Courier New"/>
                <a:cs typeface="Courier New"/>
              </a:rPr>
              <a:t> --node-name practice_node \</a:t>
            </a:r>
          </a:p>
          <a:p xmlns:a="http://schemas.openxmlformats.org/drawingml/2006/main">
            <a:pPr algn="l">
              <a:defRPr sz="743" b="0">
                <a:solidFill>
                  <a:srgbClr val="17324D"/>
                </a:solidFill>
                <a:latin typeface="Courier New"/>
                <a:ea typeface="Courier New"/>
                <a:cs typeface="Courier New"/>
              </a:defRPr>
            </a:pPr>
            <a:r>
              <a:rPr sz="743" b="0">
                <a:solidFill>
                  <a:srgbClr val="17324D"/>
                </a:solidFill>
                <a:latin typeface="Courier New"/>
                <a:ea typeface="Courier New"/>
                <a:cs typeface="Courier New"/>
              </a:rPr>
              <a:t> --dependencies rclpy std_msgs ament_index_python</a:t>
            </a:r>
          </a:p>
          <a:p xmlns:a="http://schemas.openxmlformats.org/drawingml/2006/main">
            <a:pPr algn="l">
              <a:defRPr sz="743" b="0">
                <a:solidFill>
                  <a:srgbClr val="17324D"/>
                </a:solidFill>
                <a:latin typeface="Courier New"/>
                <a:ea typeface="Courier New"/>
                <a:cs typeface="Courier New"/>
              </a:defRPr>
            </a:pPr>
            <a:r>
              <a:rPr sz="743" b="0">
                <a:solidFill>
                  <a:srgbClr val="17324D"/>
                </a:solidFill>
                <a:latin typeface="Courier New"/>
                <a:ea typeface="Courier New"/>
                <a:cs typeface="Courier New"/>
              </a:rPr>
              <a:t># 3) Inspect what ROS created</a:t>
            </a:r>
          </a:p>
          <a:p xmlns:a="http://schemas.openxmlformats.org/drawingml/2006/main">
            <a:pPr algn="l">
              <a:defRPr sz="743" b="0">
                <a:solidFill>
                  <a:srgbClr val="17324D"/>
                </a:solidFill>
                <a:latin typeface="Courier New"/>
                <a:ea typeface="Courier New"/>
                <a:cs typeface="Courier New"/>
              </a:defRPr>
            </a:pPr>
            <a:r>
              <a:rPr sz="743" b="0">
                <a:solidFill>
                  <a:srgbClr val="17324D"/>
                </a:solidFill>
                <a:latin typeface="Courier New"/>
                <a:ea typeface="Courier New"/>
                <a:cs typeface="Courier New"/>
              </a:rPr>
              <a:t>find cv_practice -maxdepth 2 -type f</a:t>
            </a:r>
          </a:p>
        </p:txBody>
      </p:sp>
      <p:sp>
        <p:nvSpPr>
          <p:cNvPr id="89" name="Lecture text">
            <a:extLst xmlns:a="http://schemas.openxmlformats.org/drawingml/2006/main">
              <a:ext uri="{FF2B5EF4-FFF2-40B4-BE49-F238E27FC236}">
                <a16:creationId xmlns:a16="http://schemas.microsoft.com/office/drawing/2014/main" id="{34C5D94D-4B92-499D-B04A-443A0F08D4C9}"/>
              </a:ext>
            </a:extLst>
          </p:cNvPr>
          <p:cNvSpPr>
            <a:spLocks xmlns:a="http://schemas.openxmlformats.org/drawingml/2006/main" noGrp="1"/>
          </p:cNvSpPr>
          <p:nvPr/>
        </p:nvSpPr>
        <p:spPr>
          <a:xfrm xmlns:a="http://schemas.openxmlformats.org/drawingml/2006/main">
            <a:off x="4810125" y="1476375"/>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388" b="1">
                <a:solidFill>
                  <a:srgbClr val="00539F"/>
                </a:solidFill>
                <a:latin typeface="Arial"/>
                <a:ea typeface="Arial"/>
                <a:cs typeface="Arial"/>
              </a:defRPr>
            </a:pPr>
            <a:r>
              <a:rPr sz="1388" b="1">
                <a:solidFill>
                  <a:srgbClr val="00539F"/>
                </a:solidFill>
                <a:latin typeface="Arial"/>
                <a:ea typeface="Arial"/>
                <a:cs typeface="Arial"/>
              </a:rPr>
              <a:t>B. Finish the TODOs, then rebuild cv_lab</a:t>
            </a:r>
          </a:p>
        </p:txBody>
      </p:sp>
      <p:sp>
        <p:nvSpPr>
          <p:cNvPr id="90" name="Runnable code">
            <a:extLst xmlns:a="http://schemas.openxmlformats.org/drawingml/2006/main">
              <a:ext uri="{FF2B5EF4-FFF2-40B4-BE49-F238E27FC236}">
                <a16:creationId xmlns:a16="http://schemas.microsoft.com/office/drawing/2014/main" id="{934F4AF7-8208-434B-BA5C-3D537B5EDDDB}"/>
              </a:ext>
            </a:extLst>
          </p:cNvPr>
          <p:cNvSpPr>
            <a:spLocks xmlns:a="http://schemas.openxmlformats.org/drawingml/2006/main" noGrp="1"/>
          </p:cNvSpPr>
          <p:nvPr/>
        </p:nvSpPr>
        <p:spPr>
          <a:xfrm xmlns:a="http://schemas.openxmlformats.org/drawingml/2006/main">
            <a:off x="4762500" y="1828800"/>
            <a:ext cx="3905250" cy="1466850"/>
          </a:xfrm>
          <a:prstGeom xmlns:a="http://schemas.openxmlformats.org/drawingml/2006/main" prst="roundRect">
            <a:avLst>
              <a:gd name="adj" fmla="val 5195"/>
            </a:avLst>
          </a:prstGeom>
          <a:solidFill xmlns:a="http://schemas.openxmlformats.org/drawingml/2006/main">
            <a:srgbClr val="F3F7FA"/>
          </a:solidFill>
          <a:ln xmlns:a="http://schemas.openxmlformats.org/drawingml/2006/main" w="11430">
            <a:solidFill>
              <a:srgbClr val="C8D7E1"/>
            </a:solidFill>
            <a:prstDash val="solid"/>
          </a:ln>
        </p:spPr>
        <p:txBody>
          <a:bodyPr xmlns:a="http://schemas.openxmlformats.org/drawingml/2006/main" wrap="square" lIns="114300" tIns="95250" rIns="114300" bIns="95250" anchor="t">
            <a:normAutofit fontScale="100000"/>
          </a:bodyPr>
          <a:lstStyle xmlns:a="http://schemas.openxmlformats.org/drawingml/2006/main"/>
          <a:p xmlns:a="http://schemas.openxmlformats.org/drawingml/2006/main">
            <a:pPr algn="l">
              <a:defRPr sz="757" b="0">
                <a:solidFill>
                  <a:srgbClr val="17324D"/>
                </a:solidFill>
                <a:latin typeface="Courier New"/>
                <a:ea typeface="Courier New"/>
                <a:cs typeface="Courier New"/>
              </a:defRPr>
            </a:pPr>
            <a:r>
              <a:rPr sz="757" b="0">
                <a:solidFill>
                  <a:srgbClr val="17324D"/>
                </a:solidFill>
                <a:latin typeface="Courier New"/>
                <a:ea typeface="Courier New"/>
                <a:cs typeface="Courier New"/>
              </a:rPr>
              <a:t># 1) After finishing the TODOs in a Python file</a:t>
            </a:r>
          </a:p>
          <a:p xmlns:a="http://schemas.openxmlformats.org/drawingml/2006/main">
            <a:pPr algn="l">
              <a:defRPr sz="757" b="0">
                <a:solidFill>
                  <a:srgbClr val="17324D"/>
                </a:solidFill>
                <a:latin typeface="Courier New"/>
                <a:ea typeface="Courier New"/>
                <a:cs typeface="Courier New"/>
              </a:defRPr>
            </a:pPr>
            <a:r>
              <a:rPr sz="757" b="0">
                <a:solidFill>
                  <a:srgbClr val="17324D"/>
                </a:solidFill>
                <a:latin typeface="Courier New"/>
                <a:ea typeface="Courier New"/>
                <a:cs typeface="Courier New"/>
              </a:rPr>
              <a:t>source /opt/ros/humble/setup.bash</a:t>
            </a:r>
          </a:p>
          <a:p xmlns:a="http://schemas.openxmlformats.org/drawingml/2006/main">
            <a:pPr algn="l">
              <a:defRPr sz="757" b="0">
                <a:solidFill>
                  <a:srgbClr val="17324D"/>
                </a:solidFill>
                <a:latin typeface="Courier New"/>
                <a:ea typeface="Courier New"/>
                <a:cs typeface="Courier New"/>
              </a:defRPr>
            </a:pPr>
            <a:r>
              <a:rPr sz="757" b="0">
                <a:solidFill>
                  <a:srgbClr val="17324D"/>
                </a:solidFill>
                <a:latin typeface="Courier New"/>
                <a:ea typeface="Courier New"/>
                <a:cs typeface="Courier New"/>
              </a:rPr>
              <a:t>cd ~/cisc647/cv_lab/ws</a:t>
            </a:r>
          </a:p>
          <a:p xmlns:a="http://schemas.openxmlformats.org/drawingml/2006/main">
            <a:pPr algn="l">
              <a:defRPr sz="757" b="0">
                <a:solidFill>
                  <a:srgbClr val="17324D"/>
                </a:solidFill>
                <a:latin typeface="Courier New"/>
                <a:ea typeface="Courier New"/>
                <a:cs typeface="Courier New"/>
              </a:defRPr>
            </a:pPr>
            <a:r>
              <a:rPr sz="757" b="0">
                <a:solidFill>
                  <a:srgbClr val="17324D"/>
                </a:solidFill>
                <a:latin typeface="Courier New"/>
                <a:ea typeface="Courier New"/>
                <a:cs typeface="Courier New"/>
              </a:rPr>
              <a:t># 2) Rebuild the ROS 2 package</a:t>
            </a:r>
          </a:p>
          <a:p xmlns:a="http://schemas.openxmlformats.org/drawingml/2006/main">
            <a:pPr algn="l">
              <a:defRPr sz="757" b="0">
                <a:solidFill>
                  <a:srgbClr val="17324D"/>
                </a:solidFill>
                <a:latin typeface="Courier New"/>
                <a:ea typeface="Courier New"/>
                <a:cs typeface="Courier New"/>
              </a:defRPr>
            </a:pPr>
            <a:r>
              <a:rPr sz="757" b="0">
                <a:solidFill>
                  <a:srgbClr val="17324D"/>
                </a:solidFill>
                <a:latin typeface="Courier New"/>
                <a:ea typeface="Courier New"/>
                <a:cs typeface="Courier New"/>
              </a:rPr>
              <a:t>colcon build --symlink-install \</a:t>
            </a:r>
          </a:p>
          <a:p xmlns:a="http://schemas.openxmlformats.org/drawingml/2006/main">
            <a:pPr algn="l">
              <a:defRPr sz="757" b="0">
                <a:solidFill>
                  <a:srgbClr val="17324D"/>
                </a:solidFill>
                <a:latin typeface="Courier New"/>
                <a:ea typeface="Courier New"/>
                <a:cs typeface="Courier New"/>
              </a:defRPr>
            </a:pPr>
            <a:r>
              <a:rPr sz="757" b="0">
                <a:solidFill>
                  <a:srgbClr val="17324D"/>
                </a:solidFill>
                <a:latin typeface="Courier New"/>
                <a:ea typeface="Courier New"/>
                <a:cs typeface="Courier New"/>
              </a:rPr>
              <a:t> --packages-select cv_lab</a:t>
            </a:r>
          </a:p>
          <a:p xmlns:a="http://schemas.openxmlformats.org/drawingml/2006/main">
            <a:pPr algn="l">
              <a:defRPr sz="757" b="0">
                <a:solidFill>
                  <a:srgbClr val="17324D"/>
                </a:solidFill>
                <a:latin typeface="Courier New"/>
                <a:ea typeface="Courier New"/>
                <a:cs typeface="Courier New"/>
              </a:defRPr>
            </a:pPr>
            <a:r>
              <a:rPr sz="757" b="0">
                <a:solidFill>
                  <a:srgbClr val="17324D"/>
                </a:solidFill>
                <a:latin typeface="Courier New"/>
                <a:ea typeface="Courier New"/>
                <a:cs typeface="Courier New"/>
              </a:rPr>
              <a:t># 3) Use the rebuilt package</a:t>
            </a:r>
          </a:p>
          <a:p xmlns:a="http://schemas.openxmlformats.org/drawingml/2006/main">
            <a:pPr algn="l">
              <a:defRPr sz="757" b="0">
                <a:solidFill>
                  <a:srgbClr val="17324D"/>
                </a:solidFill>
                <a:latin typeface="Courier New"/>
                <a:ea typeface="Courier New"/>
                <a:cs typeface="Courier New"/>
              </a:defRPr>
            </a:pPr>
            <a:r>
              <a:rPr sz="757" b="0">
                <a:solidFill>
                  <a:srgbClr val="17324D"/>
                </a:solidFill>
                <a:latin typeface="Courier New"/>
                <a:ea typeface="Courier New"/>
                <a:cs typeface="Courier New"/>
              </a:rPr>
              <a:t>source install/setup.bash</a:t>
            </a:r>
          </a:p>
          <a:p xmlns:a="http://schemas.openxmlformats.org/drawingml/2006/main">
            <a:pPr algn="l">
              <a:defRPr sz="757" b="0">
                <a:solidFill>
                  <a:srgbClr val="17324D"/>
                </a:solidFill>
                <a:latin typeface="Courier New"/>
                <a:ea typeface="Courier New"/>
                <a:cs typeface="Courier New"/>
              </a:defRPr>
            </a:pPr>
            <a:r>
              <a:rPr sz="757" b="0">
                <a:solidFill>
                  <a:srgbClr val="17324D"/>
                </a:solidFill>
                <a:latin typeface="Courier New"/>
                <a:ea typeface="Courier New"/>
                <a:cs typeface="Courier New"/>
              </a:rPr>
              <a:t>cd ..</a:t>
            </a:r>
          </a:p>
          <a:p xmlns:a="http://schemas.openxmlformats.org/drawingml/2006/main">
            <a:pPr algn="l">
              <a:defRPr sz="757" b="0">
                <a:solidFill>
                  <a:srgbClr val="17324D"/>
                </a:solidFill>
                <a:latin typeface="Courier New"/>
                <a:ea typeface="Courier New"/>
                <a:cs typeface="Courier New"/>
              </a:defRPr>
            </a:pPr>
            <a:r>
              <a:rPr sz="757" b="0">
                <a:solidFill>
                  <a:srgbClr val="17324D"/>
                </a:solidFill>
                <a:latin typeface="Courier New"/>
                <a:ea typeface="Courier New"/>
                <a:cs typeface="Courier New"/>
              </a:rPr>
              <a:t>ros2 pkg executables cv_lab</a:t>
            </a:r>
          </a:p>
        </p:txBody>
      </p:sp>
      <p:sp>
        <p:nvSpPr>
          <p:cNvPr id="91" name="Expected: 5 executables">
            <a:extLst xmlns:a="http://schemas.openxmlformats.org/drawingml/2006/main">
              <a:ext uri="{FF2B5EF4-FFF2-40B4-BE49-F238E27FC236}">
                <a16:creationId xmlns:a16="http://schemas.microsoft.com/office/drawing/2014/main" id="{139A733F-3B7D-4C12-B68A-35380A2A94F3}"/>
              </a:ext>
            </a:extLst>
          </p:cNvPr>
          <p:cNvSpPr>
            <a:spLocks xmlns:a="http://schemas.openxmlformats.org/drawingml/2006/main" noGrp="1"/>
          </p:cNvSpPr>
          <p:nvPr/>
        </p:nvSpPr>
        <p:spPr>
          <a:xfrm xmlns:a="http://schemas.openxmlformats.org/drawingml/2006/main">
            <a:off x="5286375" y="3333750"/>
            <a:ext cx="2857500" cy="361950"/>
          </a:xfrm>
          <a:prstGeom xmlns:a="http://schemas.openxmlformats.org/drawingml/2006/main" prst="roundRect">
            <a:avLst>
              <a:gd name="adj" fmla="val 26316"/>
            </a:avLst>
          </a:prstGeom>
          <a:solidFill xmlns:a="http://schemas.openxmlformats.org/drawingml/2006/main">
            <a:srgbClr val="EEF7EA"/>
          </a:solidFill>
          <a:ln xmlns:a="http://schemas.openxmlformats.org/drawingml/2006/main" w="12383">
            <a:solidFill>
              <a:srgbClr val="5A8E22"/>
            </a:solidFill>
            <a:prstDash val="solid"/>
          </a:ln>
        </p:spPr>
        <p:txBody>
          <a:bodyPr xmlns:a="http://schemas.openxmlformats.org/drawingml/2006/main" wrap="square" lIns="66675" tIns="57150" rIns="66675" bIns="57150" anchor="ctr">
            <a:normAutofit fontScale="93251"/>
          </a:bodyPr>
          <a:lstStyle xmlns:a="http://schemas.openxmlformats.org/drawingml/2006/main"/>
          <a:p xmlns:a="http://schemas.openxmlformats.org/drawingml/2006/main">
            <a:pPr algn="ctr">
              <a:defRPr sz="1350" b="1">
                <a:solidFill>
                  <a:srgbClr val="5A8E22"/>
                </a:solidFill>
                <a:latin typeface="Arial"/>
                <a:ea typeface="Arial"/>
                <a:cs typeface="Arial"/>
              </a:defRPr>
            </a:pPr>
            <a:r>
              <a:rPr sz="1350" b="1">
                <a:solidFill>
                  <a:srgbClr val="5A8E22"/>
                </a:solidFill>
                <a:latin typeface="Arial"/>
                <a:ea typeface="Arial"/>
                <a:cs typeface="Arial"/>
              </a:rPr>
              <a:t>Expected: 5 executables</a:t>
            </a:r>
          </a:p>
        </p:txBody>
      </p:sp>
      <p:sp>
        <p:nvSpPr>
          <p:cNvPr id="92" name="Lecture text">
            <a:extLst xmlns:a="http://schemas.openxmlformats.org/drawingml/2006/main">
              <a:ext uri="{FF2B5EF4-FFF2-40B4-BE49-F238E27FC236}">
                <a16:creationId xmlns:a16="http://schemas.microsoft.com/office/drawing/2014/main" id="{77D29BB2-5C75-4A5D-B493-9CE563AD01F7}"/>
              </a:ext>
            </a:extLst>
          </p:cNvPr>
          <p:cNvSpPr>
            <a:spLocks xmlns:a="http://schemas.openxmlformats.org/drawingml/2006/main" noGrp="1"/>
          </p:cNvSpPr>
          <p:nvPr/>
        </p:nvSpPr>
        <p:spPr>
          <a:xfrm xmlns:a="http://schemas.openxmlformats.org/drawingml/2006/main">
            <a:off x="4714875" y="3762375"/>
            <a:ext cx="400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89948"/>
          </a:bodyPr>
          <a:lstStyle xmlns:a="http://schemas.openxmlformats.org/drawingml/2006/main"/>
          <a:p xmlns:a="http://schemas.openxmlformats.org/drawingml/2006/main">
            <a:pPr algn="ctr">
              <a:defRPr sz="938" b="0">
                <a:solidFill>
                  <a:srgbClr val="17324D"/>
                </a:solidFill>
                <a:latin typeface="Courier New"/>
                <a:ea typeface="Courier New"/>
                <a:cs typeface="Courier New"/>
              </a:defRPr>
            </a:pPr>
            <a:r>
              <a:rPr sz="938" b="0">
                <a:solidFill>
                  <a:srgbClr val="17324D"/>
                </a:solidFill>
                <a:latin typeface="Courier New"/>
                <a:ea typeface="Courier New"/>
                <a:cs typeface="Courier New"/>
              </a:rPr>
              <a:t>digit_recognizer_node  •  digit_recognizer_morphology</a:t>
            </a:r>
          </a:p>
          <a:p xmlns:a="http://schemas.openxmlformats.org/drawingml/2006/main">
            <a:pPr algn="ctr">
              <a:defRPr sz="938" b="0">
                <a:solidFill>
                  <a:srgbClr val="17324D"/>
                </a:solidFill>
                <a:latin typeface="Courier New"/>
                <a:ea typeface="Courier New"/>
                <a:cs typeface="Courier New"/>
              </a:defRPr>
            </a:pPr>
            <a:r>
              <a:rPr sz="938" b="0">
                <a:solidFill>
                  <a:srgbClr val="17324D"/>
                </a:solidFill>
                <a:latin typeface="Courier New"/>
                <a:ea typeface="Courier New"/>
                <a:cs typeface="Courier New"/>
              </a:rPr>
              <a:t>digit_kernel_node  •  digit_edge_node  •  lane_detector_node</a:t>
            </a:r>
          </a:p>
        </p:txBody>
      </p:sp>
      <p:sp>
        <p:nvSpPr>
          <p:cNvPr id="93" name="For every hands-on: open 3 terminals in ~/cisc647/cv_lab. In EACH terminal, source ROS 2 and ws/install/setup.bash.">
            <a:extLst xmlns:a="http://schemas.openxmlformats.org/drawingml/2006/main">
              <a:ext uri="{FF2B5EF4-FFF2-40B4-BE49-F238E27FC236}">
                <a16:creationId xmlns:a16="http://schemas.microsoft.com/office/drawing/2014/main" id="{E2FF22CF-BA80-46E3-A682-C9A6B853D705}"/>
              </a:ext>
            </a:extLst>
          </p:cNvPr>
          <p:cNvSpPr>
            <a:spLocks xmlns:a="http://schemas.openxmlformats.org/drawingml/2006/main" noGrp="1"/>
          </p:cNvSpPr>
          <p:nvPr/>
        </p:nvSpPr>
        <p:spPr>
          <a:xfrm xmlns:a="http://schemas.openxmlformats.org/drawingml/2006/main">
            <a:off x="1000125" y="4324350"/>
            <a:ext cx="7143750" cy="381000"/>
          </a:xfrm>
          <a:prstGeom xmlns:a="http://schemas.openxmlformats.org/drawingml/2006/main" prst="roundRect">
            <a:avLst>
              <a:gd name="adj" fmla="val 25000"/>
            </a:avLst>
          </a:prstGeom>
          <a:solidFill xmlns:a="http://schemas.openxmlformats.org/drawingml/2006/main">
            <a:srgbClr val="EAF4FA"/>
          </a:solidFill>
          <a:ln xmlns:a="http://schemas.openxmlformats.org/drawingml/2006/main" w="12383">
            <a:solidFill>
              <a:srgbClr val="00539F"/>
            </a:solidFill>
            <a:prstDash val="solid"/>
          </a:ln>
        </p:spPr>
        <p:txBody>
          <a:bodyPr xmlns:a="http://schemas.openxmlformats.org/drawingml/2006/main" wrap="square" lIns="66675" tIns="57150" rIns="66675" bIns="57150" anchor="ctr">
            <a:normAutofit fontScale="89941"/>
          </a:bodyPr>
          <a:lstStyle xmlns:a="http://schemas.openxmlformats.org/drawingml/2006/main"/>
          <a:p xmlns:a="http://schemas.openxmlformats.org/drawingml/2006/main">
            <a:pPr algn="ctr">
              <a:defRPr sz="1088" b="1">
                <a:solidFill>
                  <a:srgbClr val="00539F"/>
                </a:solidFill>
                <a:latin typeface="Arial"/>
                <a:ea typeface="Arial"/>
                <a:cs typeface="Arial"/>
              </a:defRPr>
            </a:pPr>
            <a:r>
              <a:rPr sz="1088" b="1">
                <a:solidFill>
                  <a:srgbClr val="00539F"/>
                </a:solidFill>
                <a:latin typeface="Arial"/>
                <a:ea typeface="Arial"/>
                <a:cs typeface="Arial"/>
              </a:rPr>
              <a:t>For every hands-on: open 3 terminals in ~/cisc647/cv_lab. In EACH terminal, source ROS 2 and ws/install/setup.bash.</a:t>
            </a:r>
          </a:p>
        </p:txBody>
      </p:sp>
    </p:spTree>
    <p:extLst>
      <p:ext uri="{BB962C8B-B14F-4D97-AF65-F5344CB8AC3E}">
        <p14:creationId xmlns:p14="http://schemas.microsoft.com/office/powerpoint/2010/main" val="62565560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83" name="Google Shape;83;g37bad65a17d_0_0">
            <a:extLst xmlns:a="http://schemas.openxmlformats.org/drawingml/2006/main">
              <a:ext uri="{FF2B5EF4-FFF2-40B4-BE49-F238E27FC236}">
                <a16:creationId xmlns:a16="http://schemas.microsoft.com/office/drawing/2014/main" id="{0CC56B34-6770-45D7-9E5A-4F0C2199F86A}"/>
              </a:ext>
            </a:extLst>
          </p:cNvPr>
          <p:cNvSpPr>
            <a:spLocks xmlns:a="http://schemas.openxmlformats.org/drawingml/2006/main" noGrp="1"/>
          </p:cNvSpPr>
          <p:nvPr>
            <p:ph type="title" idx="0"/>
          </p:nvPr>
        </p:nvSpPr>
        <p:spPr>
          <a:xfrm xmlns:a="http://schemas.openxmlformats.org/drawingml/2006/main">
            <a:off x="457200" y="528638"/>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45720" rIns="91440" bIns="4572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1400"/>
              <a:buNone/>
              <a:defRPr sz="2625" b="0">
                <a:solidFill>
                  <a:srgbClr val="00A0DF"/>
                </a:solidFill>
                <a:latin typeface="Arial"/>
                <a:ea typeface="Arial"/>
                <a:cs typeface="Arial"/>
              </a:defRPr>
            </a:pPr>
            <a:r>
              <a:rPr sz="2625" b="0">
                <a:solidFill>
                  <a:srgbClr val="00A0DF"/>
                </a:solidFill>
                <a:latin typeface="Arial"/>
                <a:ea typeface="Arial"/>
                <a:cs typeface="Arial"/>
              </a:rPr>
              <a:t>Our first image is a 10×10 binary matrix</a:t>
            </a:r>
            <a:endParaRPr/>
          </a:p>
        </p:txBody>
      </p:sp>
      <p:sp>
        <p:nvSpPr>
          <p:cNvPr id="85" name="Google Shape;85;g37bad65a17d_0_0">
            <a:extLst xmlns:a="http://schemas.openxmlformats.org/drawingml/2006/main">
              <a:ext uri="{FF2B5EF4-FFF2-40B4-BE49-F238E27FC236}">
                <a16:creationId xmlns:a16="http://schemas.microsoft.com/office/drawing/2014/main" id="{31B1C2C2-F77F-4032-9D0A-FF56401D76B3}"/>
              </a:ext>
            </a:extLst>
          </p:cNvPr>
          <p:cNvSpPr>
            <a:spLocks xmlns:a="http://schemas.openxmlformats.org/drawingml/2006/main" noGrp="1"/>
          </p:cNvSpPr>
          <p:nvPr>
            <p:ph type="sldNum" idx="12"/>
          </p:nvPr>
        </p:nvSpPr>
        <p:spPr>
          <a:xfrm xmlns:a="http://schemas.openxmlformats.org/drawingml/2006/main">
            <a:off x="3505200" y="4767263"/>
            <a:ext cx="2133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Clr>
                <a:srgbClr val="000000"/>
              </a:buClr>
              <a:buSzPts val="1200"/>
              <a:buFont typeface="Arial"/>
              <a:buNone/>
              <a:defRPr sz="1200">
                <a:solidFill>
                  <a:srgbClr val="00539F"/>
                </a:solidFill>
                <a:latin typeface="Arial"/>
                <a:ea typeface="Arial"/>
                <a:cs typeface="Arial"/>
              </a:defRPr>
            </a:pPr>
            <a:fld id="{8C630A04-5A25-9E0C-9436-126091DB86B3}" type="slidenum">
              <a:rPr sz="1200">
                <a:solidFill>
                  <a:srgbClr val="00539F"/>
                </a:solidFill>
                <a:latin typeface="Arial"/>
                <a:ea typeface="Arial"/>
                <a:cs typeface="Arial"/>
              </a:rPr>
              <a:t>6</a:t>
            </a:fld>
            <a:endParaRPr/>
          </a:p>
        </p:txBody>
      </p:sp>
      <p:sp>
        <p:nvSpPr>
          <p:cNvPr id="86" name="Section tag">
            <a:extLst xmlns:a="http://schemas.openxmlformats.org/drawingml/2006/main">
              <a:ext uri="{FF2B5EF4-FFF2-40B4-BE49-F238E27FC236}">
                <a16:creationId xmlns:a16="http://schemas.microsoft.com/office/drawing/2014/main" id="{9CD1D7FF-4482-4CCA-AB2A-39564E2972D2}"/>
              </a:ext>
            </a:extLst>
          </p:cNvPr>
          <p:cNvSpPr>
            <a:spLocks xmlns:a="http://schemas.openxmlformats.org/drawingml/2006/main" noGrp="1"/>
          </p:cNvSpPr>
          <p:nvPr/>
        </p:nvSpPr>
        <p:spPr>
          <a:xfrm xmlns:a="http://schemas.openxmlformats.org/drawingml/2006/main">
            <a:off x="619125" y="1304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PIXELS AS DATA</a:t>
            </a:r>
          </a:p>
        </p:txBody>
      </p:sp>
      <p:sp>
        <p:nvSpPr>
          <p:cNvPr id="87" name="matrix-digit-three-0-0">
            <a:extLst xmlns:a="http://schemas.openxmlformats.org/drawingml/2006/main">
              <a:ext uri="{FF2B5EF4-FFF2-40B4-BE49-F238E27FC236}">
                <a16:creationId xmlns:a16="http://schemas.microsoft.com/office/drawing/2014/main" id="{BA4D4A1C-B5C7-4C3A-80E8-CECAFD0EB74A}"/>
              </a:ext>
            </a:extLst>
          </p:cNvPr>
          <p:cNvSpPr>
            <a:spLocks xmlns:a="http://schemas.openxmlformats.org/drawingml/2006/main" noGrp="1"/>
          </p:cNvSpPr>
          <p:nvPr/>
        </p:nvSpPr>
        <p:spPr>
          <a:xfrm xmlns:a="http://schemas.openxmlformats.org/drawingml/2006/main">
            <a:off x="742950" y="167640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88" name="matrix-digit-three-0-1">
            <a:extLst xmlns:a="http://schemas.openxmlformats.org/drawingml/2006/main">
              <a:ext uri="{FF2B5EF4-FFF2-40B4-BE49-F238E27FC236}">
                <a16:creationId xmlns:a16="http://schemas.microsoft.com/office/drawing/2014/main" id="{3698A4F1-EB73-41A3-AEFD-7B1AA32094A2}"/>
              </a:ext>
            </a:extLst>
          </p:cNvPr>
          <p:cNvSpPr>
            <a:spLocks xmlns:a="http://schemas.openxmlformats.org/drawingml/2006/main" noGrp="1"/>
          </p:cNvSpPr>
          <p:nvPr/>
        </p:nvSpPr>
        <p:spPr>
          <a:xfrm xmlns:a="http://schemas.openxmlformats.org/drawingml/2006/main">
            <a:off x="990600" y="167640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89" name="matrix-digit-three-0-2">
            <a:extLst xmlns:a="http://schemas.openxmlformats.org/drawingml/2006/main">
              <a:ext uri="{FF2B5EF4-FFF2-40B4-BE49-F238E27FC236}">
                <a16:creationId xmlns:a16="http://schemas.microsoft.com/office/drawing/2014/main" id="{9E0CB3D5-E8BD-4177-B36F-78AD944D32A7}"/>
              </a:ext>
            </a:extLst>
          </p:cNvPr>
          <p:cNvSpPr>
            <a:spLocks xmlns:a="http://schemas.openxmlformats.org/drawingml/2006/main" noGrp="1"/>
          </p:cNvSpPr>
          <p:nvPr/>
        </p:nvSpPr>
        <p:spPr>
          <a:xfrm xmlns:a="http://schemas.openxmlformats.org/drawingml/2006/main">
            <a:off x="1238250" y="167640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90" name="matrix-digit-three-0-3">
            <a:extLst xmlns:a="http://schemas.openxmlformats.org/drawingml/2006/main">
              <a:ext uri="{FF2B5EF4-FFF2-40B4-BE49-F238E27FC236}">
                <a16:creationId xmlns:a16="http://schemas.microsoft.com/office/drawing/2014/main" id="{3C4118D7-E031-4FFE-B9F0-10B21DAD58AA}"/>
              </a:ext>
            </a:extLst>
          </p:cNvPr>
          <p:cNvSpPr>
            <a:spLocks xmlns:a="http://schemas.openxmlformats.org/drawingml/2006/main" noGrp="1"/>
          </p:cNvSpPr>
          <p:nvPr/>
        </p:nvSpPr>
        <p:spPr>
          <a:xfrm xmlns:a="http://schemas.openxmlformats.org/drawingml/2006/main">
            <a:off x="1485900" y="167640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91" name="matrix-digit-three-0-4">
            <a:extLst xmlns:a="http://schemas.openxmlformats.org/drawingml/2006/main">
              <a:ext uri="{FF2B5EF4-FFF2-40B4-BE49-F238E27FC236}">
                <a16:creationId xmlns:a16="http://schemas.microsoft.com/office/drawing/2014/main" id="{951E1037-1AE9-4FDA-8632-4C51C19F2534}"/>
              </a:ext>
            </a:extLst>
          </p:cNvPr>
          <p:cNvSpPr>
            <a:spLocks xmlns:a="http://schemas.openxmlformats.org/drawingml/2006/main" noGrp="1"/>
          </p:cNvSpPr>
          <p:nvPr/>
        </p:nvSpPr>
        <p:spPr>
          <a:xfrm xmlns:a="http://schemas.openxmlformats.org/drawingml/2006/main">
            <a:off x="1733550" y="167640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92" name="matrix-digit-three-0-5">
            <a:extLst xmlns:a="http://schemas.openxmlformats.org/drawingml/2006/main">
              <a:ext uri="{FF2B5EF4-FFF2-40B4-BE49-F238E27FC236}">
                <a16:creationId xmlns:a16="http://schemas.microsoft.com/office/drawing/2014/main" id="{18496BB4-7243-4171-9637-C7953C2FC79B}"/>
              </a:ext>
            </a:extLst>
          </p:cNvPr>
          <p:cNvSpPr>
            <a:spLocks xmlns:a="http://schemas.openxmlformats.org/drawingml/2006/main" noGrp="1"/>
          </p:cNvSpPr>
          <p:nvPr/>
        </p:nvSpPr>
        <p:spPr>
          <a:xfrm xmlns:a="http://schemas.openxmlformats.org/drawingml/2006/main">
            <a:off x="1981200" y="167640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93" name="matrix-digit-three-0-6">
            <a:extLst xmlns:a="http://schemas.openxmlformats.org/drawingml/2006/main">
              <a:ext uri="{FF2B5EF4-FFF2-40B4-BE49-F238E27FC236}">
                <a16:creationId xmlns:a16="http://schemas.microsoft.com/office/drawing/2014/main" id="{DF300A90-9069-428D-9ECF-AD1C8D0D2262}"/>
              </a:ext>
            </a:extLst>
          </p:cNvPr>
          <p:cNvSpPr>
            <a:spLocks xmlns:a="http://schemas.openxmlformats.org/drawingml/2006/main" noGrp="1"/>
          </p:cNvSpPr>
          <p:nvPr/>
        </p:nvSpPr>
        <p:spPr>
          <a:xfrm xmlns:a="http://schemas.openxmlformats.org/drawingml/2006/main">
            <a:off x="2228850" y="167640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94" name="matrix-digit-three-0-7">
            <a:extLst xmlns:a="http://schemas.openxmlformats.org/drawingml/2006/main">
              <a:ext uri="{FF2B5EF4-FFF2-40B4-BE49-F238E27FC236}">
                <a16:creationId xmlns:a16="http://schemas.microsoft.com/office/drawing/2014/main" id="{11F55CE7-9E02-4DA2-824D-C823EA6F7079}"/>
              </a:ext>
            </a:extLst>
          </p:cNvPr>
          <p:cNvSpPr>
            <a:spLocks xmlns:a="http://schemas.openxmlformats.org/drawingml/2006/main" noGrp="1"/>
          </p:cNvSpPr>
          <p:nvPr/>
        </p:nvSpPr>
        <p:spPr>
          <a:xfrm xmlns:a="http://schemas.openxmlformats.org/drawingml/2006/main">
            <a:off x="2476500" y="167640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95" name="matrix-digit-three-0-8">
            <a:extLst xmlns:a="http://schemas.openxmlformats.org/drawingml/2006/main">
              <a:ext uri="{FF2B5EF4-FFF2-40B4-BE49-F238E27FC236}">
                <a16:creationId xmlns:a16="http://schemas.microsoft.com/office/drawing/2014/main" id="{D788EA10-D289-4C58-807C-77A5034FEDBD}"/>
              </a:ext>
            </a:extLst>
          </p:cNvPr>
          <p:cNvSpPr>
            <a:spLocks xmlns:a="http://schemas.openxmlformats.org/drawingml/2006/main" noGrp="1"/>
          </p:cNvSpPr>
          <p:nvPr/>
        </p:nvSpPr>
        <p:spPr>
          <a:xfrm xmlns:a="http://schemas.openxmlformats.org/drawingml/2006/main">
            <a:off x="2724150" y="167640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96" name="matrix-digit-three-0-9">
            <a:extLst xmlns:a="http://schemas.openxmlformats.org/drawingml/2006/main">
              <a:ext uri="{FF2B5EF4-FFF2-40B4-BE49-F238E27FC236}">
                <a16:creationId xmlns:a16="http://schemas.microsoft.com/office/drawing/2014/main" id="{8B4B8C2E-7F37-4196-9553-037680F9A883}"/>
              </a:ext>
            </a:extLst>
          </p:cNvPr>
          <p:cNvSpPr>
            <a:spLocks xmlns:a="http://schemas.openxmlformats.org/drawingml/2006/main" noGrp="1"/>
          </p:cNvSpPr>
          <p:nvPr/>
        </p:nvSpPr>
        <p:spPr>
          <a:xfrm xmlns:a="http://schemas.openxmlformats.org/drawingml/2006/main">
            <a:off x="2971800" y="167640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97" name="matrix-digit-three-1-0">
            <a:extLst xmlns:a="http://schemas.openxmlformats.org/drawingml/2006/main">
              <a:ext uri="{FF2B5EF4-FFF2-40B4-BE49-F238E27FC236}">
                <a16:creationId xmlns:a16="http://schemas.microsoft.com/office/drawing/2014/main" id="{0F79A2A5-683E-428D-9591-6592F87DF533}"/>
              </a:ext>
            </a:extLst>
          </p:cNvPr>
          <p:cNvSpPr>
            <a:spLocks xmlns:a="http://schemas.openxmlformats.org/drawingml/2006/main" noGrp="1"/>
          </p:cNvSpPr>
          <p:nvPr/>
        </p:nvSpPr>
        <p:spPr>
          <a:xfrm xmlns:a="http://schemas.openxmlformats.org/drawingml/2006/main">
            <a:off x="742950" y="192405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98" name="matrix-digit-three-1-1">
            <a:extLst xmlns:a="http://schemas.openxmlformats.org/drawingml/2006/main">
              <a:ext uri="{FF2B5EF4-FFF2-40B4-BE49-F238E27FC236}">
                <a16:creationId xmlns:a16="http://schemas.microsoft.com/office/drawing/2014/main" id="{22C59042-994C-45B3-8166-DBDAB6B51035}"/>
              </a:ext>
            </a:extLst>
          </p:cNvPr>
          <p:cNvSpPr>
            <a:spLocks xmlns:a="http://schemas.openxmlformats.org/drawingml/2006/main" noGrp="1"/>
          </p:cNvSpPr>
          <p:nvPr/>
        </p:nvSpPr>
        <p:spPr>
          <a:xfrm xmlns:a="http://schemas.openxmlformats.org/drawingml/2006/main">
            <a:off x="990600" y="192405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99" name="matrix-digit-three-1-2">
            <a:extLst xmlns:a="http://schemas.openxmlformats.org/drawingml/2006/main">
              <a:ext uri="{FF2B5EF4-FFF2-40B4-BE49-F238E27FC236}">
                <a16:creationId xmlns:a16="http://schemas.microsoft.com/office/drawing/2014/main" id="{769AFF54-98BB-41C6-89FE-E0889A83DCB5}"/>
              </a:ext>
            </a:extLst>
          </p:cNvPr>
          <p:cNvSpPr>
            <a:spLocks xmlns:a="http://schemas.openxmlformats.org/drawingml/2006/main" noGrp="1"/>
          </p:cNvSpPr>
          <p:nvPr/>
        </p:nvSpPr>
        <p:spPr>
          <a:xfrm xmlns:a="http://schemas.openxmlformats.org/drawingml/2006/main">
            <a:off x="1238250" y="192405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00" name="matrix-digit-three-1-3">
            <a:extLst xmlns:a="http://schemas.openxmlformats.org/drawingml/2006/main">
              <a:ext uri="{FF2B5EF4-FFF2-40B4-BE49-F238E27FC236}">
                <a16:creationId xmlns:a16="http://schemas.microsoft.com/office/drawing/2014/main" id="{1CDFFC2F-565C-4DE5-87F9-5860C3447447}"/>
              </a:ext>
            </a:extLst>
          </p:cNvPr>
          <p:cNvSpPr>
            <a:spLocks xmlns:a="http://schemas.openxmlformats.org/drawingml/2006/main" noGrp="1"/>
          </p:cNvSpPr>
          <p:nvPr/>
        </p:nvSpPr>
        <p:spPr>
          <a:xfrm xmlns:a="http://schemas.openxmlformats.org/drawingml/2006/main">
            <a:off x="1485900" y="192405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01" name="matrix-digit-three-1-4">
            <a:extLst xmlns:a="http://schemas.openxmlformats.org/drawingml/2006/main">
              <a:ext uri="{FF2B5EF4-FFF2-40B4-BE49-F238E27FC236}">
                <a16:creationId xmlns:a16="http://schemas.microsoft.com/office/drawing/2014/main" id="{C091F579-FD7A-4398-8FEF-5C7907ED512C}"/>
              </a:ext>
            </a:extLst>
          </p:cNvPr>
          <p:cNvSpPr>
            <a:spLocks xmlns:a="http://schemas.openxmlformats.org/drawingml/2006/main" noGrp="1"/>
          </p:cNvSpPr>
          <p:nvPr/>
        </p:nvSpPr>
        <p:spPr>
          <a:xfrm xmlns:a="http://schemas.openxmlformats.org/drawingml/2006/main">
            <a:off x="1733550" y="192405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02" name="matrix-digit-three-1-5">
            <a:extLst xmlns:a="http://schemas.openxmlformats.org/drawingml/2006/main">
              <a:ext uri="{FF2B5EF4-FFF2-40B4-BE49-F238E27FC236}">
                <a16:creationId xmlns:a16="http://schemas.microsoft.com/office/drawing/2014/main" id="{1D4E9920-7695-4426-B135-6A8923483CF2}"/>
              </a:ext>
            </a:extLst>
          </p:cNvPr>
          <p:cNvSpPr>
            <a:spLocks xmlns:a="http://schemas.openxmlformats.org/drawingml/2006/main" noGrp="1"/>
          </p:cNvSpPr>
          <p:nvPr/>
        </p:nvSpPr>
        <p:spPr>
          <a:xfrm xmlns:a="http://schemas.openxmlformats.org/drawingml/2006/main">
            <a:off x="1981200" y="192405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03" name="matrix-digit-three-1-6">
            <a:extLst xmlns:a="http://schemas.openxmlformats.org/drawingml/2006/main">
              <a:ext uri="{FF2B5EF4-FFF2-40B4-BE49-F238E27FC236}">
                <a16:creationId xmlns:a16="http://schemas.microsoft.com/office/drawing/2014/main" id="{5B78A811-2C0D-42C2-AE92-56A480BA150C}"/>
              </a:ext>
            </a:extLst>
          </p:cNvPr>
          <p:cNvSpPr>
            <a:spLocks xmlns:a="http://schemas.openxmlformats.org/drawingml/2006/main" noGrp="1"/>
          </p:cNvSpPr>
          <p:nvPr/>
        </p:nvSpPr>
        <p:spPr>
          <a:xfrm xmlns:a="http://schemas.openxmlformats.org/drawingml/2006/main">
            <a:off x="2228850" y="192405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04" name="matrix-digit-three-1-7">
            <a:extLst xmlns:a="http://schemas.openxmlformats.org/drawingml/2006/main">
              <a:ext uri="{FF2B5EF4-FFF2-40B4-BE49-F238E27FC236}">
                <a16:creationId xmlns:a16="http://schemas.microsoft.com/office/drawing/2014/main" id="{D654DDEB-A618-4625-826B-43FCF17E9F88}"/>
              </a:ext>
            </a:extLst>
          </p:cNvPr>
          <p:cNvSpPr>
            <a:spLocks xmlns:a="http://schemas.openxmlformats.org/drawingml/2006/main" noGrp="1"/>
          </p:cNvSpPr>
          <p:nvPr/>
        </p:nvSpPr>
        <p:spPr>
          <a:xfrm xmlns:a="http://schemas.openxmlformats.org/drawingml/2006/main">
            <a:off x="2476500" y="192405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05" name="matrix-digit-three-1-8">
            <a:extLst xmlns:a="http://schemas.openxmlformats.org/drawingml/2006/main">
              <a:ext uri="{FF2B5EF4-FFF2-40B4-BE49-F238E27FC236}">
                <a16:creationId xmlns:a16="http://schemas.microsoft.com/office/drawing/2014/main" id="{4788E8DD-06B5-4B48-958A-62DD3A346501}"/>
              </a:ext>
            </a:extLst>
          </p:cNvPr>
          <p:cNvSpPr>
            <a:spLocks xmlns:a="http://schemas.openxmlformats.org/drawingml/2006/main" noGrp="1"/>
          </p:cNvSpPr>
          <p:nvPr/>
        </p:nvSpPr>
        <p:spPr>
          <a:xfrm xmlns:a="http://schemas.openxmlformats.org/drawingml/2006/main">
            <a:off x="2724150" y="192405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06" name="matrix-digit-three-1-9">
            <a:extLst xmlns:a="http://schemas.openxmlformats.org/drawingml/2006/main">
              <a:ext uri="{FF2B5EF4-FFF2-40B4-BE49-F238E27FC236}">
                <a16:creationId xmlns:a16="http://schemas.microsoft.com/office/drawing/2014/main" id="{B53CF4EE-51C6-465B-8F8D-F4089F0FDC95}"/>
              </a:ext>
            </a:extLst>
          </p:cNvPr>
          <p:cNvSpPr>
            <a:spLocks xmlns:a="http://schemas.openxmlformats.org/drawingml/2006/main" noGrp="1"/>
          </p:cNvSpPr>
          <p:nvPr/>
        </p:nvSpPr>
        <p:spPr>
          <a:xfrm xmlns:a="http://schemas.openxmlformats.org/drawingml/2006/main">
            <a:off x="2971800" y="192405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07" name="matrix-digit-three-2-0">
            <a:extLst xmlns:a="http://schemas.openxmlformats.org/drawingml/2006/main">
              <a:ext uri="{FF2B5EF4-FFF2-40B4-BE49-F238E27FC236}">
                <a16:creationId xmlns:a16="http://schemas.microsoft.com/office/drawing/2014/main" id="{512C08A6-7B0E-406C-997C-40684DA795F9}"/>
              </a:ext>
            </a:extLst>
          </p:cNvPr>
          <p:cNvSpPr>
            <a:spLocks xmlns:a="http://schemas.openxmlformats.org/drawingml/2006/main" noGrp="1"/>
          </p:cNvSpPr>
          <p:nvPr/>
        </p:nvSpPr>
        <p:spPr>
          <a:xfrm xmlns:a="http://schemas.openxmlformats.org/drawingml/2006/main">
            <a:off x="742950" y="217170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08" name="matrix-digit-three-2-1">
            <a:extLst xmlns:a="http://schemas.openxmlformats.org/drawingml/2006/main">
              <a:ext uri="{FF2B5EF4-FFF2-40B4-BE49-F238E27FC236}">
                <a16:creationId xmlns:a16="http://schemas.microsoft.com/office/drawing/2014/main" id="{3126DA10-2298-4F9E-BB31-F5642C6E0EE7}"/>
              </a:ext>
            </a:extLst>
          </p:cNvPr>
          <p:cNvSpPr>
            <a:spLocks xmlns:a="http://schemas.openxmlformats.org/drawingml/2006/main" noGrp="1"/>
          </p:cNvSpPr>
          <p:nvPr/>
        </p:nvSpPr>
        <p:spPr>
          <a:xfrm xmlns:a="http://schemas.openxmlformats.org/drawingml/2006/main">
            <a:off x="990600" y="217170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09" name="matrix-digit-three-2-2">
            <a:extLst xmlns:a="http://schemas.openxmlformats.org/drawingml/2006/main">
              <a:ext uri="{FF2B5EF4-FFF2-40B4-BE49-F238E27FC236}">
                <a16:creationId xmlns:a16="http://schemas.microsoft.com/office/drawing/2014/main" id="{13F37D0D-DB94-4A22-B3BF-1A4BC4B6BE47}"/>
              </a:ext>
            </a:extLst>
          </p:cNvPr>
          <p:cNvSpPr>
            <a:spLocks xmlns:a="http://schemas.openxmlformats.org/drawingml/2006/main" noGrp="1"/>
          </p:cNvSpPr>
          <p:nvPr/>
        </p:nvSpPr>
        <p:spPr>
          <a:xfrm xmlns:a="http://schemas.openxmlformats.org/drawingml/2006/main">
            <a:off x="1238250" y="217170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10" name="matrix-digit-three-2-3">
            <a:extLst xmlns:a="http://schemas.openxmlformats.org/drawingml/2006/main">
              <a:ext uri="{FF2B5EF4-FFF2-40B4-BE49-F238E27FC236}">
                <a16:creationId xmlns:a16="http://schemas.microsoft.com/office/drawing/2014/main" id="{BB721832-D24B-46EC-B384-EA5EEE950275}"/>
              </a:ext>
            </a:extLst>
          </p:cNvPr>
          <p:cNvSpPr>
            <a:spLocks xmlns:a="http://schemas.openxmlformats.org/drawingml/2006/main" noGrp="1"/>
          </p:cNvSpPr>
          <p:nvPr/>
        </p:nvSpPr>
        <p:spPr>
          <a:xfrm xmlns:a="http://schemas.openxmlformats.org/drawingml/2006/main">
            <a:off x="1485900" y="217170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11" name="matrix-digit-three-2-4">
            <a:extLst xmlns:a="http://schemas.openxmlformats.org/drawingml/2006/main">
              <a:ext uri="{FF2B5EF4-FFF2-40B4-BE49-F238E27FC236}">
                <a16:creationId xmlns:a16="http://schemas.microsoft.com/office/drawing/2014/main" id="{CB3E15C2-4327-430E-9E66-736740DF3E08}"/>
              </a:ext>
            </a:extLst>
          </p:cNvPr>
          <p:cNvSpPr>
            <a:spLocks xmlns:a="http://schemas.openxmlformats.org/drawingml/2006/main" noGrp="1"/>
          </p:cNvSpPr>
          <p:nvPr/>
        </p:nvSpPr>
        <p:spPr>
          <a:xfrm xmlns:a="http://schemas.openxmlformats.org/drawingml/2006/main">
            <a:off x="1733550" y="217170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12" name="matrix-digit-three-2-5">
            <a:extLst xmlns:a="http://schemas.openxmlformats.org/drawingml/2006/main">
              <a:ext uri="{FF2B5EF4-FFF2-40B4-BE49-F238E27FC236}">
                <a16:creationId xmlns:a16="http://schemas.microsoft.com/office/drawing/2014/main" id="{F3744F91-C1DB-4220-BA1C-C2FA7D319DB5}"/>
              </a:ext>
            </a:extLst>
          </p:cNvPr>
          <p:cNvSpPr>
            <a:spLocks xmlns:a="http://schemas.openxmlformats.org/drawingml/2006/main" noGrp="1"/>
          </p:cNvSpPr>
          <p:nvPr/>
        </p:nvSpPr>
        <p:spPr>
          <a:xfrm xmlns:a="http://schemas.openxmlformats.org/drawingml/2006/main">
            <a:off x="1981200" y="217170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13" name="matrix-digit-three-2-6">
            <a:extLst xmlns:a="http://schemas.openxmlformats.org/drawingml/2006/main">
              <a:ext uri="{FF2B5EF4-FFF2-40B4-BE49-F238E27FC236}">
                <a16:creationId xmlns:a16="http://schemas.microsoft.com/office/drawing/2014/main" id="{FED8BF91-4501-49A7-A7AE-14D1F40ADA38}"/>
              </a:ext>
            </a:extLst>
          </p:cNvPr>
          <p:cNvSpPr>
            <a:spLocks xmlns:a="http://schemas.openxmlformats.org/drawingml/2006/main" noGrp="1"/>
          </p:cNvSpPr>
          <p:nvPr/>
        </p:nvSpPr>
        <p:spPr>
          <a:xfrm xmlns:a="http://schemas.openxmlformats.org/drawingml/2006/main">
            <a:off x="2228850" y="217170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14" name="matrix-digit-three-2-7">
            <a:extLst xmlns:a="http://schemas.openxmlformats.org/drawingml/2006/main">
              <a:ext uri="{FF2B5EF4-FFF2-40B4-BE49-F238E27FC236}">
                <a16:creationId xmlns:a16="http://schemas.microsoft.com/office/drawing/2014/main" id="{3641732B-E29B-40AE-A5DB-025376C5ACF6}"/>
              </a:ext>
            </a:extLst>
          </p:cNvPr>
          <p:cNvSpPr>
            <a:spLocks xmlns:a="http://schemas.openxmlformats.org/drawingml/2006/main" noGrp="1"/>
          </p:cNvSpPr>
          <p:nvPr/>
        </p:nvSpPr>
        <p:spPr>
          <a:xfrm xmlns:a="http://schemas.openxmlformats.org/drawingml/2006/main">
            <a:off x="2476500" y="217170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15" name="matrix-digit-three-2-8">
            <a:extLst xmlns:a="http://schemas.openxmlformats.org/drawingml/2006/main">
              <a:ext uri="{FF2B5EF4-FFF2-40B4-BE49-F238E27FC236}">
                <a16:creationId xmlns:a16="http://schemas.microsoft.com/office/drawing/2014/main" id="{67800766-B382-482F-A9D9-B6E3E65C834E}"/>
              </a:ext>
            </a:extLst>
          </p:cNvPr>
          <p:cNvSpPr>
            <a:spLocks xmlns:a="http://schemas.openxmlformats.org/drawingml/2006/main" noGrp="1"/>
          </p:cNvSpPr>
          <p:nvPr/>
        </p:nvSpPr>
        <p:spPr>
          <a:xfrm xmlns:a="http://schemas.openxmlformats.org/drawingml/2006/main">
            <a:off x="2724150" y="217170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16" name="matrix-digit-three-2-9">
            <a:extLst xmlns:a="http://schemas.openxmlformats.org/drawingml/2006/main">
              <a:ext uri="{FF2B5EF4-FFF2-40B4-BE49-F238E27FC236}">
                <a16:creationId xmlns:a16="http://schemas.microsoft.com/office/drawing/2014/main" id="{8212D3B9-259B-44B6-965A-9183A05595AC}"/>
              </a:ext>
            </a:extLst>
          </p:cNvPr>
          <p:cNvSpPr>
            <a:spLocks xmlns:a="http://schemas.openxmlformats.org/drawingml/2006/main" noGrp="1"/>
          </p:cNvSpPr>
          <p:nvPr/>
        </p:nvSpPr>
        <p:spPr>
          <a:xfrm xmlns:a="http://schemas.openxmlformats.org/drawingml/2006/main">
            <a:off x="2971800" y="217170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17" name="matrix-digit-three-3-0">
            <a:extLst xmlns:a="http://schemas.openxmlformats.org/drawingml/2006/main">
              <a:ext uri="{FF2B5EF4-FFF2-40B4-BE49-F238E27FC236}">
                <a16:creationId xmlns:a16="http://schemas.microsoft.com/office/drawing/2014/main" id="{5368C670-BB60-4F33-9D84-65687562057A}"/>
              </a:ext>
            </a:extLst>
          </p:cNvPr>
          <p:cNvSpPr>
            <a:spLocks xmlns:a="http://schemas.openxmlformats.org/drawingml/2006/main" noGrp="1"/>
          </p:cNvSpPr>
          <p:nvPr/>
        </p:nvSpPr>
        <p:spPr>
          <a:xfrm xmlns:a="http://schemas.openxmlformats.org/drawingml/2006/main">
            <a:off x="742950" y="241935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18" name="matrix-digit-three-3-1">
            <a:extLst xmlns:a="http://schemas.openxmlformats.org/drawingml/2006/main">
              <a:ext uri="{FF2B5EF4-FFF2-40B4-BE49-F238E27FC236}">
                <a16:creationId xmlns:a16="http://schemas.microsoft.com/office/drawing/2014/main" id="{93055FFC-E3C8-400D-9358-642D7957EEFC}"/>
              </a:ext>
            </a:extLst>
          </p:cNvPr>
          <p:cNvSpPr>
            <a:spLocks xmlns:a="http://schemas.openxmlformats.org/drawingml/2006/main" noGrp="1"/>
          </p:cNvSpPr>
          <p:nvPr/>
        </p:nvSpPr>
        <p:spPr>
          <a:xfrm xmlns:a="http://schemas.openxmlformats.org/drawingml/2006/main">
            <a:off x="990600" y="241935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19" name="matrix-digit-three-3-2">
            <a:extLst xmlns:a="http://schemas.openxmlformats.org/drawingml/2006/main">
              <a:ext uri="{FF2B5EF4-FFF2-40B4-BE49-F238E27FC236}">
                <a16:creationId xmlns:a16="http://schemas.microsoft.com/office/drawing/2014/main" id="{2BF9997C-F4F1-47B8-A940-F21EFB982705}"/>
              </a:ext>
            </a:extLst>
          </p:cNvPr>
          <p:cNvSpPr>
            <a:spLocks xmlns:a="http://schemas.openxmlformats.org/drawingml/2006/main" noGrp="1"/>
          </p:cNvSpPr>
          <p:nvPr/>
        </p:nvSpPr>
        <p:spPr>
          <a:xfrm xmlns:a="http://schemas.openxmlformats.org/drawingml/2006/main">
            <a:off x="1238250" y="241935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20" name="matrix-digit-three-3-3">
            <a:extLst xmlns:a="http://schemas.openxmlformats.org/drawingml/2006/main">
              <a:ext uri="{FF2B5EF4-FFF2-40B4-BE49-F238E27FC236}">
                <a16:creationId xmlns:a16="http://schemas.microsoft.com/office/drawing/2014/main" id="{7776025C-53C4-4ADC-BBFF-FFAFB20F46E2}"/>
              </a:ext>
            </a:extLst>
          </p:cNvPr>
          <p:cNvSpPr>
            <a:spLocks xmlns:a="http://schemas.openxmlformats.org/drawingml/2006/main" noGrp="1"/>
          </p:cNvSpPr>
          <p:nvPr/>
        </p:nvSpPr>
        <p:spPr>
          <a:xfrm xmlns:a="http://schemas.openxmlformats.org/drawingml/2006/main">
            <a:off x="1485900" y="241935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21" name="matrix-digit-three-3-4">
            <a:extLst xmlns:a="http://schemas.openxmlformats.org/drawingml/2006/main">
              <a:ext uri="{FF2B5EF4-FFF2-40B4-BE49-F238E27FC236}">
                <a16:creationId xmlns:a16="http://schemas.microsoft.com/office/drawing/2014/main" id="{66A5236F-75E8-4F4C-8D21-021540C72128}"/>
              </a:ext>
            </a:extLst>
          </p:cNvPr>
          <p:cNvSpPr>
            <a:spLocks xmlns:a="http://schemas.openxmlformats.org/drawingml/2006/main" noGrp="1"/>
          </p:cNvSpPr>
          <p:nvPr/>
        </p:nvSpPr>
        <p:spPr>
          <a:xfrm xmlns:a="http://schemas.openxmlformats.org/drawingml/2006/main">
            <a:off x="1733550" y="241935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22" name="matrix-digit-three-3-5">
            <a:extLst xmlns:a="http://schemas.openxmlformats.org/drawingml/2006/main">
              <a:ext uri="{FF2B5EF4-FFF2-40B4-BE49-F238E27FC236}">
                <a16:creationId xmlns:a16="http://schemas.microsoft.com/office/drawing/2014/main" id="{D52B412F-4A4B-4E74-9EE8-815E4499A5D5}"/>
              </a:ext>
            </a:extLst>
          </p:cNvPr>
          <p:cNvSpPr>
            <a:spLocks xmlns:a="http://schemas.openxmlformats.org/drawingml/2006/main" noGrp="1"/>
          </p:cNvSpPr>
          <p:nvPr/>
        </p:nvSpPr>
        <p:spPr>
          <a:xfrm xmlns:a="http://schemas.openxmlformats.org/drawingml/2006/main">
            <a:off x="1981200" y="241935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23" name="matrix-digit-three-3-6">
            <a:extLst xmlns:a="http://schemas.openxmlformats.org/drawingml/2006/main">
              <a:ext uri="{FF2B5EF4-FFF2-40B4-BE49-F238E27FC236}">
                <a16:creationId xmlns:a16="http://schemas.microsoft.com/office/drawing/2014/main" id="{E45CEA02-6CC8-4D35-B424-7A4984AEE6D4}"/>
              </a:ext>
            </a:extLst>
          </p:cNvPr>
          <p:cNvSpPr>
            <a:spLocks xmlns:a="http://schemas.openxmlformats.org/drawingml/2006/main" noGrp="1"/>
          </p:cNvSpPr>
          <p:nvPr/>
        </p:nvSpPr>
        <p:spPr>
          <a:xfrm xmlns:a="http://schemas.openxmlformats.org/drawingml/2006/main">
            <a:off x="2228850" y="241935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24" name="matrix-digit-three-3-7">
            <a:extLst xmlns:a="http://schemas.openxmlformats.org/drawingml/2006/main">
              <a:ext uri="{FF2B5EF4-FFF2-40B4-BE49-F238E27FC236}">
                <a16:creationId xmlns:a16="http://schemas.microsoft.com/office/drawing/2014/main" id="{02EF03F8-E94C-42F6-8773-678B0441AA78}"/>
              </a:ext>
            </a:extLst>
          </p:cNvPr>
          <p:cNvSpPr>
            <a:spLocks xmlns:a="http://schemas.openxmlformats.org/drawingml/2006/main" noGrp="1"/>
          </p:cNvSpPr>
          <p:nvPr/>
        </p:nvSpPr>
        <p:spPr>
          <a:xfrm xmlns:a="http://schemas.openxmlformats.org/drawingml/2006/main">
            <a:off x="2476500" y="241935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25" name="matrix-digit-three-3-8">
            <a:extLst xmlns:a="http://schemas.openxmlformats.org/drawingml/2006/main">
              <a:ext uri="{FF2B5EF4-FFF2-40B4-BE49-F238E27FC236}">
                <a16:creationId xmlns:a16="http://schemas.microsoft.com/office/drawing/2014/main" id="{BDEFE7DC-BF1C-4F65-86A2-9D7CB5DD782D}"/>
              </a:ext>
            </a:extLst>
          </p:cNvPr>
          <p:cNvSpPr>
            <a:spLocks xmlns:a="http://schemas.openxmlformats.org/drawingml/2006/main" noGrp="1"/>
          </p:cNvSpPr>
          <p:nvPr/>
        </p:nvSpPr>
        <p:spPr>
          <a:xfrm xmlns:a="http://schemas.openxmlformats.org/drawingml/2006/main">
            <a:off x="2724150" y="241935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26" name="matrix-digit-three-3-9">
            <a:extLst xmlns:a="http://schemas.openxmlformats.org/drawingml/2006/main">
              <a:ext uri="{FF2B5EF4-FFF2-40B4-BE49-F238E27FC236}">
                <a16:creationId xmlns:a16="http://schemas.microsoft.com/office/drawing/2014/main" id="{617BD8CE-330F-4C84-AF1E-159D063CD854}"/>
              </a:ext>
            </a:extLst>
          </p:cNvPr>
          <p:cNvSpPr>
            <a:spLocks xmlns:a="http://schemas.openxmlformats.org/drawingml/2006/main" noGrp="1"/>
          </p:cNvSpPr>
          <p:nvPr/>
        </p:nvSpPr>
        <p:spPr>
          <a:xfrm xmlns:a="http://schemas.openxmlformats.org/drawingml/2006/main">
            <a:off x="2971800" y="241935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27" name="matrix-digit-three-4-0">
            <a:extLst xmlns:a="http://schemas.openxmlformats.org/drawingml/2006/main">
              <a:ext uri="{FF2B5EF4-FFF2-40B4-BE49-F238E27FC236}">
                <a16:creationId xmlns:a16="http://schemas.microsoft.com/office/drawing/2014/main" id="{7AA11A24-B5C9-411B-A20D-D049C3BD924F}"/>
              </a:ext>
            </a:extLst>
          </p:cNvPr>
          <p:cNvSpPr>
            <a:spLocks xmlns:a="http://schemas.openxmlformats.org/drawingml/2006/main" noGrp="1"/>
          </p:cNvSpPr>
          <p:nvPr/>
        </p:nvSpPr>
        <p:spPr>
          <a:xfrm xmlns:a="http://schemas.openxmlformats.org/drawingml/2006/main">
            <a:off x="742950" y="266700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28" name="matrix-digit-three-4-1">
            <a:extLst xmlns:a="http://schemas.openxmlformats.org/drawingml/2006/main">
              <a:ext uri="{FF2B5EF4-FFF2-40B4-BE49-F238E27FC236}">
                <a16:creationId xmlns:a16="http://schemas.microsoft.com/office/drawing/2014/main" id="{438DBC1F-AEEF-4421-AEDA-484BFF97E8EC}"/>
              </a:ext>
            </a:extLst>
          </p:cNvPr>
          <p:cNvSpPr>
            <a:spLocks xmlns:a="http://schemas.openxmlformats.org/drawingml/2006/main" noGrp="1"/>
          </p:cNvSpPr>
          <p:nvPr/>
        </p:nvSpPr>
        <p:spPr>
          <a:xfrm xmlns:a="http://schemas.openxmlformats.org/drawingml/2006/main">
            <a:off x="990600" y="266700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29" name="matrix-digit-three-4-2">
            <a:extLst xmlns:a="http://schemas.openxmlformats.org/drawingml/2006/main">
              <a:ext uri="{FF2B5EF4-FFF2-40B4-BE49-F238E27FC236}">
                <a16:creationId xmlns:a16="http://schemas.microsoft.com/office/drawing/2014/main" id="{F41729E4-5266-47CA-A00C-CBB656CDF4CF}"/>
              </a:ext>
            </a:extLst>
          </p:cNvPr>
          <p:cNvSpPr>
            <a:spLocks xmlns:a="http://schemas.openxmlformats.org/drawingml/2006/main" noGrp="1"/>
          </p:cNvSpPr>
          <p:nvPr/>
        </p:nvSpPr>
        <p:spPr>
          <a:xfrm xmlns:a="http://schemas.openxmlformats.org/drawingml/2006/main">
            <a:off x="1238250" y="266700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30" name="matrix-digit-three-4-3">
            <a:extLst xmlns:a="http://schemas.openxmlformats.org/drawingml/2006/main">
              <a:ext uri="{FF2B5EF4-FFF2-40B4-BE49-F238E27FC236}">
                <a16:creationId xmlns:a16="http://schemas.microsoft.com/office/drawing/2014/main" id="{676B4078-177D-4AB2-9FB2-54B7CFBD4E57}"/>
              </a:ext>
            </a:extLst>
          </p:cNvPr>
          <p:cNvSpPr>
            <a:spLocks xmlns:a="http://schemas.openxmlformats.org/drawingml/2006/main" noGrp="1"/>
          </p:cNvSpPr>
          <p:nvPr/>
        </p:nvSpPr>
        <p:spPr>
          <a:xfrm xmlns:a="http://schemas.openxmlformats.org/drawingml/2006/main">
            <a:off x="1485900" y="266700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31" name="matrix-digit-three-4-4">
            <a:extLst xmlns:a="http://schemas.openxmlformats.org/drawingml/2006/main">
              <a:ext uri="{FF2B5EF4-FFF2-40B4-BE49-F238E27FC236}">
                <a16:creationId xmlns:a16="http://schemas.microsoft.com/office/drawing/2014/main" id="{87DA0B05-8FFA-429B-8742-8D99E35498C7}"/>
              </a:ext>
            </a:extLst>
          </p:cNvPr>
          <p:cNvSpPr>
            <a:spLocks xmlns:a="http://schemas.openxmlformats.org/drawingml/2006/main" noGrp="1"/>
          </p:cNvSpPr>
          <p:nvPr/>
        </p:nvSpPr>
        <p:spPr>
          <a:xfrm xmlns:a="http://schemas.openxmlformats.org/drawingml/2006/main">
            <a:off x="1733550" y="266700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32" name="matrix-digit-three-4-5">
            <a:extLst xmlns:a="http://schemas.openxmlformats.org/drawingml/2006/main">
              <a:ext uri="{FF2B5EF4-FFF2-40B4-BE49-F238E27FC236}">
                <a16:creationId xmlns:a16="http://schemas.microsoft.com/office/drawing/2014/main" id="{223EBC76-FAA9-4A8B-93BD-32FA653F7CD5}"/>
              </a:ext>
            </a:extLst>
          </p:cNvPr>
          <p:cNvSpPr>
            <a:spLocks xmlns:a="http://schemas.openxmlformats.org/drawingml/2006/main" noGrp="1"/>
          </p:cNvSpPr>
          <p:nvPr/>
        </p:nvSpPr>
        <p:spPr>
          <a:xfrm xmlns:a="http://schemas.openxmlformats.org/drawingml/2006/main">
            <a:off x="1981200" y="266700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33" name="matrix-digit-three-4-6">
            <a:extLst xmlns:a="http://schemas.openxmlformats.org/drawingml/2006/main">
              <a:ext uri="{FF2B5EF4-FFF2-40B4-BE49-F238E27FC236}">
                <a16:creationId xmlns:a16="http://schemas.microsoft.com/office/drawing/2014/main" id="{B5633893-5CF0-4835-802C-F83B724E0337}"/>
              </a:ext>
            </a:extLst>
          </p:cNvPr>
          <p:cNvSpPr>
            <a:spLocks xmlns:a="http://schemas.openxmlformats.org/drawingml/2006/main" noGrp="1"/>
          </p:cNvSpPr>
          <p:nvPr/>
        </p:nvSpPr>
        <p:spPr>
          <a:xfrm xmlns:a="http://schemas.openxmlformats.org/drawingml/2006/main">
            <a:off x="2228850" y="266700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34" name="matrix-digit-three-4-7">
            <a:extLst xmlns:a="http://schemas.openxmlformats.org/drawingml/2006/main">
              <a:ext uri="{FF2B5EF4-FFF2-40B4-BE49-F238E27FC236}">
                <a16:creationId xmlns:a16="http://schemas.microsoft.com/office/drawing/2014/main" id="{30CE1C67-A7E2-4DE2-AB24-C283FDDC5B04}"/>
              </a:ext>
            </a:extLst>
          </p:cNvPr>
          <p:cNvSpPr>
            <a:spLocks xmlns:a="http://schemas.openxmlformats.org/drawingml/2006/main" noGrp="1"/>
          </p:cNvSpPr>
          <p:nvPr/>
        </p:nvSpPr>
        <p:spPr>
          <a:xfrm xmlns:a="http://schemas.openxmlformats.org/drawingml/2006/main">
            <a:off x="2476500" y="266700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35" name="matrix-digit-three-4-8">
            <a:extLst xmlns:a="http://schemas.openxmlformats.org/drawingml/2006/main">
              <a:ext uri="{FF2B5EF4-FFF2-40B4-BE49-F238E27FC236}">
                <a16:creationId xmlns:a16="http://schemas.microsoft.com/office/drawing/2014/main" id="{63337609-60CB-4160-9012-5CDB25E4C91D}"/>
              </a:ext>
            </a:extLst>
          </p:cNvPr>
          <p:cNvSpPr>
            <a:spLocks xmlns:a="http://schemas.openxmlformats.org/drawingml/2006/main" noGrp="1"/>
          </p:cNvSpPr>
          <p:nvPr/>
        </p:nvSpPr>
        <p:spPr>
          <a:xfrm xmlns:a="http://schemas.openxmlformats.org/drawingml/2006/main">
            <a:off x="2724150" y="266700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36" name="matrix-digit-three-4-9">
            <a:extLst xmlns:a="http://schemas.openxmlformats.org/drawingml/2006/main">
              <a:ext uri="{FF2B5EF4-FFF2-40B4-BE49-F238E27FC236}">
                <a16:creationId xmlns:a16="http://schemas.microsoft.com/office/drawing/2014/main" id="{E7A34D64-7299-43FD-9CAE-61344E5C2035}"/>
              </a:ext>
            </a:extLst>
          </p:cNvPr>
          <p:cNvSpPr>
            <a:spLocks xmlns:a="http://schemas.openxmlformats.org/drawingml/2006/main" noGrp="1"/>
          </p:cNvSpPr>
          <p:nvPr/>
        </p:nvSpPr>
        <p:spPr>
          <a:xfrm xmlns:a="http://schemas.openxmlformats.org/drawingml/2006/main">
            <a:off x="2971800" y="266700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37" name="matrix-digit-three-5-0">
            <a:extLst xmlns:a="http://schemas.openxmlformats.org/drawingml/2006/main">
              <a:ext uri="{FF2B5EF4-FFF2-40B4-BE49-F238E27FC236}">
                <a16:creationId xmlns:a16="http://schemas.microsoft.com/office/drawing/2014/main" id="{73257739-5FE7-45D8-9551-4FC768AC6E3C}"/>
              </a:ext>
            </a:extLst>
          </p:cNvPr>
          <p:cNvSpPr>
            <a:spLocks xmlns:a="http://schemas.openxmlformats.org/drawingml/2006/main" noGrp="1"/>
          </p:cNvSpPr>
          <p:nvPr/>
        </p:nvSpPr>
        <p:spPr>
          <a:xfrm xmlns:a="http://schemas.openxmlformats.org/drawingml/2006/main">
            <a:off x="742950" y="291465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38" name="matrix-digit-three-5-1">
            <a:extLst xmlns:a="http://schemas.openxmlformats.org/drawingml/2006/main">
              <a:ext uri="{FF2B5EF4-FFF2-40B4-BE49-F238E27FC236}">
                <a16:creationId xmlns:a16="http://schemas.microsoft.com/office/drawing/2014/main" id="{B3A3D450-C289-4A84-B4C6-0095C57D8ABE}"/>
              </a:ext>
            </a:extLst>
          </p:cNvPr>
          <p:cNvSpPr>
            <a:spLocks xmlns:a="http://schemas.openxmlformats.org/drawingml/2006/main" noGrp="1"/>
          </p:cNvSpPr>
          <p:nvPr/>
        </p:nvSpPr>
        <p:spPr>
          <a:xfrm xmlns:a="http://schemas.openxmlformats.org/drawingml/2006/main">
            <a:off x="990600" y="291465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39" name="matrix-digit-three-5-2">
            <a:extLst xmlns:a="http://schemas.openxmlformats.org/drawingml/2006/main">
              <a:ext uri="{FF2B5EF4-FFF2-40B4-BE49-F238E27FC236}">
                <a16:creationId xmlns:a16="http://schemas.microsoft.com/office/drawing/2014/main" id="{D314A5A1-2CA2-4028-8AD4-71517EE6FED8}"/>
              </a:ext>
            </a:extLst>
          </p:cNvPr>
          <p:cNvSpPr>
            <a:spLocks xmlns:a="http://schemas.openxmlformats.org/drawingml/2006/main" noGrp="1"/>
          </p:cNvSpPr>
          <p:nvPr/>
        </p:nvSpPr>
        <p:spPr>
          <a:xfrm xmlns:a="http://schemas.openxmlformats.org/drawingml/2006/main">
            <a:off x="1238250" y="291465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40" name="matrix-digit-three-5-3">
            <a:extLst xmlns:a="http://schemas.openxmlformats.org/drawingml/2006/main">
              <a:ext uri="{FF2B5EF4-FFF2-40B4-BE49-F238E27FC236}">
                <a16:creationId xmlns:a16="http://schemas.microsoft.com/office/drawing/2014/main" id="{8AFE79A5-92CA-4734-962E-335A85EAF985}"/>
              </a:ext>
            </a:extLst>
          </p:cNvPr>
          <p:cNvSpPr>
            <a:spLocks xmlns:a="http://schemas.openxmlformats.org/drawingml/2006/main" noGrp="1"/>
          </p:cNvSpPr>
          <p:nvPr/>
        </p:nvSpPr>
        <p:spPr>
          <a:xfrm xmlns:a="http://schemas.openxmlformats.org/drawingml/2006/main">
            <a:off x="1485900" y="291465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41" name="matrix-digit-three-5-4">
            <a:extLst xmlns:a="http://schemas.openxmlformats.org/drawingml/2006/main">
              <a:ext uri="{FF2B5EF4-FFF2-40B4-BE49-F238E27FC236}">
                <a16:creationId xmlns:a16="http://schemas.microsoft.com/office/drawing/2014/main" id="{A141AC13-BB73-49B0-9B5F-319E1FD10302}"/>
              </a:ext>
            </a:extLst>
          </p:cNvPr>
          <p:cNvSpPr>
            <a:spLocks xmlns:a="http://schemas.openxmlformats.org/drawingml/2006/main" noGrp="1"/>
          </p:cNvSpPr>
          <p:nvPr/>
        </p:nvSpPr>
        <p:spPr>
          <a:xfrm xmlns:a="http://schemas.openxmlformats.org/drawingml/2006/main">
            <a:off x="1733550" y="291465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42" name="matrix-digit-three-5-5">
            <a:extLst xmlns:a="http://schemas.openxmlformats.org/drawingml/2006/main">
              <a:ext uri="{FF2B5EF4-FFF2-40B4-BE49-F238E27FC236}">
                <a16:creationId xmlns:a16="http://schemas.microsoft.com/office/drawing/2014/main" id="{E4769F17-1DA1-45F7-9168-25488BEFD22E}"/>
              </a:ext>
            </a:extLst>
          </p:cNvPr>
          <p:cNvSpPr>
            <a:spLocks xmlns:a="http://schemas.openxmlformats.org/drawingml/2006/main" noGrp="1"/>
          </p:cNvSpPr>
          <p:nvPr/>
        </p:nvSpPr>
        <p:spPr>
          <a:xfrm xmlns:a="http://schemas.openxmlformats.org/drawingml/2006/main">
            <a:off x="1981200" y="291465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43" name="matrix-digit-three-5-6">
            <a:extLst xmlns:a="http://schemas.openxmlformats.org/drawingml/2006/main">
              <a:ext uri="{FF2B5EF4-FFF2-40B4-BE49-F238E27FC236}">
                <a16:creationId xmlns:a16="http://schemas.microsoft.com/office/drawing/2014/main" id="{8B1F5682-27D8-4711-BB0C-E7C6F275F124}"/>
              </a:ext>
            </a:extLst>
          </p:cNvPr>
          <p:cNvSpPr>
            <a:spLocks xmlns:a="http://schemas.openxmlformats.org/drawingml/2006/main" noGrp="1"/>
          </p:cNvSpPr>
          <p:nvPr/>
        </p:nvSpPr>
        <p:spPr>
          <a:xfrm xmlns:a="http://schemas.openxmlformats.org/drawingml/2006/main">
            <a:off x="2228850" y="291465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44" name="matrix-digit-three-5-7">
            <a:extLst xmlns:a="http://schemas.openxmlformats.org/drawingml/2006/main">
              <a:ext uri="{FF2B5EF4-FFF2-40B4-BE49-F238E27FC236}">
                <a16:creationId xmlns:a16="http://schemas.microsoft.com/office/drawing/2014/main" id="{7289B9EF-5D85-4037-944C-CEFD667503BC}"/>
              </a:ext>
            </a:extLst>
          </p:cNvPr>
          <p:cNvSpPr>
            <a:spLocks xmlns:a="http://schemas.openxmlformats.org/drawingml/2006/main" noGrp="1"/>
          </p:cNvSpPr>
          <p:nvPr/>
        </p:nvSpPr>
        <p:spPr>
          <a:xfrm xmlns:a="http://schemas.openxmlformats.org/drawingml/2006/main">
            <a:off x="2476500" y="291465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45" name="matrix-digit-three-5-8">
            <a:extLst xmlns:a="http://schemas.openxmlformats.org/drawingml/2006/main">
              <a:ext uri="{FF2B5EF4-FFF2-40B4-BE49-F238E27FC236}">
                <a16:creationId xmlns:a16="http://schemas.microsoft.com/office/drawing/2014/main" id="{7DA0E568-C9EF-44EA-AF11-0D47375B476C}"/>
              </a:ext>
            </a:extLst>
          </p:cNvPr>
          <p:cNvSpPr>
            <a:spLocks xmlns:a="http://schemas.openxmlformats.org/drawingml/2006/main" noGrp="1"/>
          </p:cNvSpPr>
          <p:nvPr/>
        </p:nvSpPr>
        <p:spPr>
          <a:xfrm xmlns:a="http://schemas.openxmlformats.org/drawingml/2006/main">
            <a:off x="2724150" y="291465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46" name="matrix-digit-three-5-9">
            <a:extLst xmlns:a="http://schemas.openxmlformats.org/drawingml/2006/main">
              <a:ext uri="{FF2B5EF4-FFF2-40B4-BE49-F238E27FC236}">
                <a16:creationId xmlns:a16="http://schemas.microsoft.com/office/drawing/2014/main" id="{18F13AA4-65A7-4DFF-85AE-186CDC0B2616}"/>
              </a:ext>
            </a:extLst>
          </p:cNvPr>
          <p:cNvSpPr>
            <a:spLocks xmlns:a="http://schemas.openxmlformats.org/drawingml/2006/main" noGrp="1"/>
          </p:cNvSpPr>
          <p:nvPr/>
        </p:nvSpPr>
        <p:spPr>
          <a:xfrm xmlns:a="http://schemas.openxmlformats.org/drawingml/2006/main">
            <a:off x="2971800" y="291465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47" name="matrix-digit-three-6-0">
            <a:extLst xmlns:a="http://schemas.openxmlformats.org/drawingml/2006/main">
              <a:ext uri="{FF2B5EF4-FFF2-40B4-BE49-F238E27FC236}">
                <a16:creationId xmlns:a16="http://schemas.microsoft.com/office/drawing/2014/main" id="{041B164A-11C2-4B44-B94B-4371DA1D4DDC}"/>
              </a:ext>
            </a:extLst>
          </p:cNvPr>
          <p:cNvSpPr>
            <a:spLocks xmlns:a="http://schemas.openxmlformats.org/drawingml/2006/main" noGrp="1"/>
          </p:cNvSpPr>
          <p:nvPr/>
        </p:nvSpPr>
        <p:spPr>
          <a:xfrm xmlns:a="http://schemas.openxmlformats.org/drawingml/2006/main">
            <a:off x="742950" y="316230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48" name="matrix-digit-three-6-1">
            <a:extLst xmlns:a="http://schemas.openxmlformats.org/drawingml/2006/main">
              <a:ext uri="{FF2B5EF4-FFF2-40B4-BE49-F238E27FC236}">
                <a16:creationId xmlns:a16="http://schemas.microsoft.com/office/drawing/2014/main" id="{D2882DB9-8538-40DF-BFB8-47864E637C62}"/>
              </a:ext>
            </a:extLst>
          </p:cNvPr>
          <p:cNvSpPr>
            <a:spLocks xmlns:a="http://schemas.openxmlformats.org/drawingml/2006/main" noGrp="1"/>
          </p:cNvSpPr>
          <p:nvPr/>
        </p:nvSpPr>
        <p:spPr>
          <a:xfrm xmlns:a="http://schemas.openxmlformats.org/drawingml/2006/main">
            <a:off x="990600" y="316230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49" name="matrix-digit-three-6-2">
            <a:extLst xmlns:a="http://schemas.openxmlformats.org/drawingml/2006/main">
              <a:ext uri="{FF2B5EF4-FFF2-40B4-BE49-F238E27FC236}">
                <a16:creationId xmlns:a16="http://schemas.microsoft.com/office/drawing/2014/main" id="{A5A284B9-8EDD-4983-A723-4EBECA3EAFBD}"/>
              </a:ext>
            </a:extLst>
          </p:cNvPr>
          <p:cNvSpPr>
            <a:spLocks xmlns:a="http://schemas.openxmlformats.org/drawingml/2006/main" noGrp="1"/>
          </p:cNvSpPr>
          <p:nvPr/>
        </p:nvSpPr>
        <p:spPr>
          <a:xfrm xmlns:a="http://schemas.openxmlformats.org/drawingml/2006/main">
            <a:off x="1238250" y="316230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50" name="matrix-digit-three-6-3">
            <a:extLst xmlns:a="http://schemas.openxmlformats.org/drawingml/2006/main">
              <a:ext uri="{FF2B5EF4-FFF2-40B4-BE49-F238E27FC236}">
                <a16:creationId xmlns:a16="http://schemas.microsoft.com/office/drawing/2014/main" id="{F6852014-714E-41F0-B095-B2612D838DBA}"/>
              </a:ext>
            </a:extLst>
          </p:cNvPr>
          <p:cNvSpPr>
            <a:spLocks xmlns:a="http://schemas.openxmlformats.org/drawingml/2006/main" noGrp="1"/>
          </p:cNvSpPr>
          <p:nvPr/>
        </p:nvSpPr>
        <p:spPr>
          <a:xfrm xmlns:a="http://schemas.openxmlformats.org/drawingml/2006/main">
            <a:off x="1485900" y="316230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51" name="matrix-digit-three-6-4">
            <a:extLst xmlns:a="http://schemas.openxmlformats.org/drawingml/2006/main">
              <a:ext uri="{FF2B5EF4-FFF2-40B4-BE49-F238E27FC236}">
                <a16:creationId xmlns:a16="http://schemas.microsoft.com/office/drawing/2014/main" id="{CDC11612-2AD2-4810-AFA2-7C17A2A92270}"/>
              </a:ext>
            </a:extLst>
          </p:cNvPr>
          <p:cNvSpPr>
            <a:spLocks xmlns:a="http://schemas.openxmlformats.org/drawingml/2006/main" noGrp="1"/>
          </p:cNvSpPr>
          <p:nvPr/>
        </p:nvSpPr>
        <p:spPr>
          <a:xfrm xmlns:a="http://schemas.openxmlformats.org/drawingml/2006/main">
            <a:off x="1733550" y="316230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52" name="matrix-digit-three-6-5">
            <a:extLst xmlns:a="http://schemas.openxmlformats.org/drawingml/2006/main">
              <a:ext uri="{FF2B5EF4-FFF2-40B4-BE49-F238E27FC236}">
                <a16:creationId xmlns:a16="http://schemas.microsoft.com/office/drawing/2014/main" id="{E21CB684-A3BF-4E88-A9B4-83088FF298DB}"/>
              </a:ext>
            </a:extLst>
          </p:cNvPr>
          <p:cNvSpPr>
            <a:spLocks xmlns:a="http://schemas.openxmlformats.org/drawingml/2006/main" noGrp="1"/>
          </p:cNvSpPr>
          <p:nvPr/>
        </p:nvSpPr>
        <p:spPr>
          <a:xfrm xmlns:a="http://schemas.openxmlformats.org/drawingml/2006/main">
            <a:off x="1981200" y="316230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53" name="matrix-digit-three-6-6">
            <a:extLst xmlns:a="http://schemas.openxmlformats.org/drawingml/2006/main">
              <a:ext uri="{FF2B5EF4-FFF2-40B4-BE49-F238E27FC236}">
                <a16:creationId xmlns:a16="http://schemas.microsoft.com/office/drawing/2014/main" id="{8C76E840-47FC-4696-84EC-FA6D362EDE20}"/>
              </a:ext>
            </a:extLst>
          </p:cNvPr>
          <p:cNvSpPr>
            <a:spLocks xmlns:a="http://schemas.openxmlformats.org/drawingml/2006/main" noGrp="1"/>
          </p:cNvSpPr>
          <p:nvPr/>
        </p:nvSpPr>
        <p:spPr>
          <a:xfrm xmlns:a="http://schemas.openxmlformats.org/drawingml/2006/main">
            <a:off x="2228850" y="316230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54" name="matrix-digit-three-6-7">
            <a:extLst xmlns:a="http://schemas.openxmlformats.org/drawingml/2006/main">
              <a:ext uri="{FF2B5EF4-FFF2-40B4-BE49-F238E27FC236}">
                <a16:creationId xmlns:a16="http://schemas.microsoft.com/office/drawing/2014/main" id="{85EC42C9-E8D4-4E71-A0DA-14B5C7DAF4AD}"/>
              </a:ext>
            </a:extLst>
          </p:cNvPr>
          <p:cNvSpPr>
            <a:spLocks xmlns:a="http://schemas.openxmlformats.org/drawingml/2006/main" noGrp="1"/>
          </p:cNvSpPr>
          <p:nvPr/>
        </p:nvSpPr>
        <p:spPr>
          <a:xfrm xmlns:a="http://schemas.openxmlformats.org/drawingml/2006/main">
            <a:off x="2476500" y="316230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55" name="matrix-digit-three-6-8">
            <a:extLst xmlns:a="http://schemas.openxmlformats.org/drawingml/2006/main">
              <a:ext uri="{FF2B5EF4-FFF2-40B4-BE49-F238E27FC236}">
                <a16:creationId xmlns:a16="http://schemas.microsoft.com/office/drawing/2014/main" id="{26F1844A-2C8D-41AC-839D-6CDA0A8E037F}"/>
              </a:ext>
            </a:extLst>
          </p:cNvPr>
          <p:cNvSpPr>
            <a:spLocks xmlns:a="http://schemas.openxmlformats.org/drawingml/2006/main" noGrp="1"/>
          </p:cNvSpPr>
          <p:nvPr/>
        </p:nvSpPr>
        <p:spPr>
          <a:xfrm xmlns:a="http://schemas.openxmlformats.org/drawingml/2006/main">
            <a:off x="2724150" y="316230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56" name="matrix-digit-three-6-9">
            <a:extLst xmlns:a="http://schemas.openxmlformats.org/drawingml/2006/main">
              <a:ext uri="{FF2B5EF4-FFF2-40B4-BE49-F238E27FC236}">
                <a16:creationId xmlns:a16="http://schemas.microsoft.com/office/drawing/2014/main" id="{CC72C895-6B67-4ECA-AFB4-C9A063BF2035}"/>
              </a:ext>
            </a:extLst>
          </p:cNvPr>
          <p:cNvSpPr>
            <a:spLocks xmlns:a="http://schemas.openxmlformats.org/drawingml/2006/main" noGrp="1"/>
          </p:cNvSpPr>
          <p:nvPr/>
        </p:nvSpPr>
        <p:spPr>
          <a:xfrm xmlns:a="http://schemas.openxmlformats.org/drawingml/2006/main">
            <a:off x="2971800" y="316230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57" name="matrix-digit-three-7-0">
            <a:extLst xmlns:a="http://schemas.openxmlformats.org/drawingml/2006/main">
              <a:ext uri="{FF2B5EF4-FFF2-40B4-BE49-F238E27FC236}">
                <a16:creationId xmlns:a16="http://schemas.microsoft.com/office/drawing/2014/main" id="{3C64B123-416F-40F2-94CA-1045DEC3B850}"/>
              </a:ext>
            </a:extLst>
          </p:cNvPr>
          <p:cNvSpPr>
            <a:spLocks xmlns:a="http://schemas.openxmlformats.org/drawingml/2006/main" noGrp="1"/>
          </p:cNvSpPr>
          <p:nvPr/>
        </p:nvSpPr>
        <p:spPr>
          <a:xfrm xmlns:a="http://schemas.openxmlformats.org/drawingml/2006/main">
            <a:off x="742950" y="340995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58" name="matrix-digit-three-7-1">
            <a:extLst xmlns:a="http://schemas.openxmlformats.org/drawingml/2006/main">
              <a:ext uri="{FF2B5EF4-FFF2-40B4-BE49-F238E27FC236}">
                <a16:creationId xmlns:a16="http://schemas.microsoft.com/office/drawing/2014/main" id="{93EBFD0A-DD8B-457A-9039-12D0C13EE48A}"/>
              </a:ext>
            </a:extLst>
          </p:cNvPr>
          <p:cNvSpPr>
            <a:spLocks xmlns:a="http://schemas.openxmlformats.org/drawingml/2006/main" noGrp="1"/>
          </p:cNvSpPr>
          <p:nvPr/>
        </p:nvSpPr>
        <p:spPr>
          <a:xfrm xmlns:a="http://schemas.openxmlformats.org/drawingml/2006/main">
            <a:off x="990600" y="340995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59" name="matrix-digit-three-7-2">
            <a:extLst xmlns:a="http://schemas.openxmlformats.org/drawingml/2006/main">
              <a:ext uri="{FF2B5EF4-FFF2-40B4-BE49-F238E27FC236}">
                <a16:creationId xmlns:a16="http://schemas.microsoft.com/office/drawing/2014/main" id="{774298E8-1C17-4ED6-97A8-A344C6D18AEC}"/>
              </a:ext>
            </a:extLst>
          </p:cNvPr>
          <p:cNvSpPr>
            <a:spLocks xmlns:a="http://schemas.openxmlformats.org/drawingml/2006/main" noGrp="1"/>
          </p:cNvSpPr>
          <p:nvPr/>
        </p:nvSpPr>
        <p:spPr>
          <a:xfrm xmlns:a="http://schemas.openxmlformats.org/drawingml/2006/main">
            <a:off x="1238250" y="340995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60" name="matrix-digit-three-7-3">
            <a:extLst xmlns:a="http://schemas.openxmlformats.org/drawingml/2006/main">
              <a:ext uri="{FF2B5EF4-FFF2-40B4-BE49-F238E27FC236}">
                <a16:creationId xmlns:a16="http://schemas.microsoft.com/office/drawing/2014/main" id="{6347EF22-CE8F-4584-99E4-660A435120D0}"/>
              </a:ext>
            </a:extLst>
          </p:cNvPr>
          <p:cNvSpPr>
            <a:spLocks xmlns:a="http://schemas.openxmlformats.org/drawingml/2006/main" noGrp="1"/>
          </p:cNvSpPr>
          <p:nvPr/>
        </p:nvSpPr>
        <p:spPr>
          <a:xfrm xmlns:a="http://schemas.openxmlformats.org/drawingml/2006/main">
            <a:off x="1485900" y="340995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61" name="matrix-digit-three-7-4">
            <a:extLst xmlns:a="http://schemas.openxmlformats.org/drawingml/2006/main">
              <a:ext uri="{FF2B5EF4-FFF2-40B4-BE49-F238E27FC236}">
                <a16:creationId xmlns:a16="http://schemas.microsoft.com/office/drawing/2014/main" id="{50751023-A7B5-4283-B8C4-650876E0220D}"/>
              </a:ext>
            </a:extLst>
          </p:cNvPr>
          <p:cNvSpPr>
            <a:spLocks xmlns:a="http://schemas.openxmlformats.org/drawingml/2006/main" noGrp="1"/>
          </p:cNvSpPr>
          <p:nvPr/>
        </p:nvSpPr>
        <p:spPr>
          <a:xfrm xmlns:a="http://schemas.openxmlformats.org/drawingml/2006/main">
            <a:off x="1733550" y="340995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62" name="matrix-digit-three-7-5">
            <a:extLst xmlns:a="http://schemas.openxmlformats.org/drawingml/2006/main">
              <a:ext uri="{FF2B5EF4-FFF2-40B4-BE49-F238E27FC236}">
                <a16:creationId xmlns:a16="http://schemas.microsoft.com/office/drawing/2014/main" id="{BAE1B02E-8C67-4DC9-8ECB-3EBD7ED1E048}"/>
              </a:ext>
            </a:extLst>
          </p:cNvPr>
          <p:cNvSpPr>
            <a:spLocks xmlns:a="http://schemas.openxmlformats.org/drawingml/2006/main" noGrp="1"/>
          </p:cNvSpPr>
          <p:nvPr/>
        </p:nvSpPr>
        <p:spPr>
          <a:xfrm xmlns:a="http://schemas.openxmlformats.org/drawingml/2006/main">
            <a:off x="1981200" y="340995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63" name="matrix-digit-three-7-6">
            <a:extLst xmlns:a="http://schemas.openxmlformats.org/drawingml/2006/main">
              <a:ext uri="{FF2B5EF4-FFF2-40B4-BE49-F238E27FC236}">
                <a16:creationId xmlns:a16="http://schemas.microsoft.com/office/drawing/2014/main" id="{A4EB70F7-65EC-4A1D-9A80-37D292764B18}"/>
              </a:ext>
            </a:extLst>
          </p:cNvPr>
          <p:cNvSpPr>
            <a:spLocks xmlns:a="http://schemas.openxmlformats.org/drawingml/2006/main" noGrp="1"/>
          </p:cNvSpPr>
          <p:nvPr/>
        </p:nvSpPr>
        <p:spPr>
          <a:xfrm xmlns:a="http://schemas.openxmlformats.org/drawingml/2006/main">
            <a:off x="2228850" y="340995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64" name="matrix-digit-three-7-7">
            <a:extLst xmlns:a="http://schemas.openxmlformats.org/drawingml/2006/main">
              <a:ext uri="{FF2B5EF4-FFF2-40B4-BE49-F238E27FC236}">
                <a16:creationId xmlns:a16="http://schemas.microsoft.com/office/drawing/2014/main" id="{B87AC199-3701-4284-ABB1-B29B348B75E1}"/>
              </a:ext>
            </a:extLst>
          </p:cNvPr>
          <p:cNvSpPr>
            <a:spLocks xmlns:a="http://schemas.openxmlformats.org/drawingml/2006/main" noGrp="1"/>
          </p:cNvSpPr>
          <p:nvPr/>
        </p:nvSpPr>
        <p:spPr>
          <a:xfrm xmlns:a="http://schemas.openxmlformats.org/drawingml/2006/main">
            <a:off x="2476500" y="340995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65" name="matrix-digit-three-7-8">
            <a:extLst xmlns:a="http://schemas.openxmlformats.org/drawingml/2006/main">
              <a:ext uri="{FF2B5EF4-FFF2-40B4-BE49-F238E27FC236}">
                <a16:creationId xmlns:a16="http://schemas.microsoft.com/office/drawing/2014/main" id="{FF0CEED9-35A5-4C79-BE96-2203346714ED}"/>
              </a:ext>
            </a:extLst>
          </p:cNvPr>
          <p:cNvSpPr>
            <a:spLocks xmlns:a="http://schemas.openxmlformats.org/drawingml/2006/main" noGrp="1"/>
          </p:cNvSpPr>
          <p:nvPr/>
        </p:nvSpPr>
        <p:spPr>
          <a:xfrm xmlns:a="http://schemas.openxmlformats.org/drawingml/2006/main">
            <a:off x="2724150" y="340995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66" name="matrix-digit-three-7-9">
            <a:extLst xmlns:a="http://schemas.openxmlformats.org/drawingml/2006/main">
              <a:ext uri="{FF2B5EF4-FFF2-40B4-BE49-F238E27FC236}">
                <a16:creationId xmlns:a16="http://schemas.microsoft.com/office/drawing/2014/main" id="{B18EDB02-14E0-488F-9820-3214D9812505}"/>
              </a:ext>
            </a:extLst>
          </p:cNvPr>
          <p:cNvSpPr>
            <a:spLocks xmlns:a="http://schemas.openxmlformats.org/drawingml/2006/main" noGrp="1"/>
          </p:cNvSpPr>
          <p:nvPr/>
        </p:nvSpPr>
        <p:spPr>
          <a:xfrm xmlns:a="http://schemas.openxmlformats.org/drawingml/2006/main">
            <a:off x="2971800" y="340995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67" name="matrix-digit-three-8-0">
            <a:extLst xmlns:a="http://schemas.openxmlformats.org/drawingml/2006/main">
              <a:ext uri="{FF2B5EF4-FFF2-40B4-BE49-F238E27FC236}">
                <a16:creationId xmlns:a16="http://schemas.microsoft.com/office/drawing/2014/main" id="{950F717C-DBDB-4DBE-B3E6-0543A8990E3F}"/>
              </a:ext>
            </a:extLst>
          </p:cNvPr>
          <p:cNvSpPr>
            <a:spLocks xmlns:a="http://schemas.openxmlformats.org/drawingml/2006/main" noGrp="1"/>
          </p:cNvSpPr>
          <p:nvPr/>
        </p:nvSpPr>
        <p:spPr>
          <a:xfrm xmlns:a="http://schemas.openxmlformats.org/drawingml/2006/main">
            <a:off x="742950" y="365760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68" name="matrix-digit-three-8-1">
            <a:extLst xmlns:a="http://schemas.openxmlformats.org/drawingml/2006/main">
              <a:ext uri="{FF2B5EF4-FFF2-40B4-BE49-F238E27FC236}">
                <a16:creationId xmlns:a16="http://schemas.microsoft.com/office/drawing/2014/main" id="{0272B74D-9D3A-4169-AF5D-85ED93EAAFC7}"/>
              </a:ext>
            </a:extLst>
          </p:cNvPr>
          <p:cNvSpPr>
            <a:spLocks xmlns:a="http://schemas.openxmlformats.org/drawingml/2006/main" noGrp="1"/>
          </p:cNvSpPr>
          <p:nvPr/>
        </p:nvSpPr>
        <p:spPr>
          <a:xfrm xmlns:a="http://schemas.openxmlformats.org/drawingml/2006/main">
            <a:off x="990600" y="365760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69" name="matrix-digit-three-8-2">
            <a:extLst xmlns:a="http://schemas.openxmlformats.org/drawingml/2006/main">
              <a:ext uri="{FF2B5EF4-FFF2-40B4-BE49-F238E27FC236}">
                <a16:creationId xmlns:a16="http://schemas.microsoft.com/office/drawing/2014/main" id="{7933F5B3-16FC-4FA4-9EEA-38FDF3D6AC57}"/>
              </a:ext>
            </a:extLst>
          </p:cNvPr>
          <p:cNvSpPr>
            <a:spLocks xmlns:a="http://schemas.openxmlformats.org/drawingml/2006/main" noGrp="1"/>
          </p:cNvSpPr>
          <p:nvPr/>
        </p:nvSpPr>
        <p:spPr>
          <a:xfrm xmlns:a="http://schemas.openxmlformats.org/drawingml/2006/main">
            <a:off x="1238250" y="365760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70" name="matrix-digit-three-8-3">
            <a:extLst xmlns:a="http://schemas.openxmlformats.org/drawingml/2006/main">
              <a:ext uri="{FF2B5EF4-FFF2-40B4-BE49-F238E27FC236}">
                <a16:creationId xmlns:a16="http://schemas.microsoft.com/office/drawing/2014/main" id="{0934163E-2A47-4073-B135-0C1CDB645DAA}"/>
              </a:ext>
            </a:extLst>
          </p:cNvPr>
          <p:cNvSpPr>
            <a:spLocks xmlns:a="http://schemas.openxmlformats.org/drawingml/2006/main" noGrp="1"/>
          </p:cNvSpPr>
          <p:nvPr/>
        </p:nvSpPr>
        <p:spPr>
          <a:xfrm xmlns:a="http://schemas.openxmlformats.org/drawingml/2006/main">
            <a:off x="1485900" y="365760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71" name="matrix-digit-three-8-4">
            <a:extLst xmlns:a="http://schemas.openxmlformats.org/drawingml/2006/main">
              <a:ext uri="{FF2B5EF4-FFF2-40B4-BE49-F238E27FC236}">
                <a16:creationId xmlns:a16="http://schemas.microsoft.com/office/drawing/2014/main" id="{05D2E679-1C74-42F6-B936-728C020516EB}"/>
              </a:ext>
            </a:extLst>
          </p:cNvPr>
          <p:cNvSpPr>
            <a:spLocks xmlns:a="http://schemas.openxmlformats.org/drawingml/2006/main" noGrp="1"/>
          </p:cNvSpPr>
          <p:nvPr/>
        </p:nvSpPr>
        <p:spPr>
          <a:xfrm xmlns:a="http://schemas.openxmlformats.org/drawingml/2006/main">
            <a:off x="1733550" y="365760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72" name="matrix-digit-three-8-5">
            <a:extLst xmlns:a="http://schemas.openxmlformats.org/drawingml/2006/main">
              <a:ext uri="{FF2B5EF4-FFF2-40B4-BE49-F238E27FC236}">
                <a16:creationId xmlns:a16="http://schemas.microsoft.com/office/drawing/2014/main" id="{70A47D6F-71FA-4D94-9272-0F93730EFC99}"/>
              </a:ext>
            </a:extLst>
          </p:cNvPr>
          <p:cNvSpPr>
            <a:spLocks xmlns:a="http://schemas.openxmlformats.org/drawingml/2006/main" noGrp="1"/>
          </p:cNvSpPr>
          <p:nvPr/>
        </p:nvSpPr>
        <p:spPr>
          <a:xfrm xmlns:a="http://schemas.openxmlformats.org/drawingml/2006/main">
            <a:off x="1981200" y="365760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73" name="matrix-digit-three-8-6">
            <a:extLst xmlns:a="http://schemas.openxmlformats.org/drawingml/2006/main">
              <a:ext uri="{FF2B5EF4-FFF2-40B4-BE49-F238E27FC236}">
                <a16:creationId xmlns:a16="http://schemas.microsoft.com/office/drawing/2014/main" id="{495E32F3-0662-4821-9863-A58395264069}"/>
              </a:ext>
            </a:extLst>
          </p:cNvPr>
          <p:cNvSpPr>
            <a:spLocks xmlns:a="http://schemas.openxmlformats.org/drawingml/2006/main" noGrp="1"/>
          </p:cNvSpPr>
          <p:nvPr/>
        </p:nvSpPr>
        <p:spPr>
          <a:xfrm xmlns:a="http://schemas.openxmlformats.org/drawingml/2006/main">
            <a:off x="2228850" y="365760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74" name="matrix-digit-three-8-7">
            <a:extLst xmlns:a="http://schemas.openxmlformats.org/drawingml/2006/main">
              <a:ext uri="{FF2B5EF4-FFF2-40B4-BE49-F238E27FC236}">
                <a16:creationId xmlns:a16="http://schemas.microsoft.com/office/drawing/2014/main" id="{4718AA48-BC58-4F16-8406-AA0AF42EF981}"/>
              </a:ext>
            </a:extLst>
          </p:cNvPr>
          <p:cNvSpPr>
            <a:spLocks xmlns:a="http://schemas.openxmlformats.org/drawingml/2006/main" noGrp="1"/>
          </p:cNvSpPr>
          <p:nvPr/>
        </p:nvSpPr>
        <p:spPr>
          <a:xfrm xmlns:a="http://schemas.openxmlformats.org/drawingml/2006/main">
            <a:off x="2476500" y="365760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75" name="matrix-digit-three-8-8">
            <a:extLst xmlns:a="http://schemas.openxmlformats.org/drawingml/2006/main">
              <a:ext uri="{FF2B5EF4-FFF2-40B4-BE49-F238E27FC236}">
                <a16:creationId xmlns:a16="http://schemas.microsoft.com/office/drawing/2014/main" id="{52AA5312-EA4C-4785-B760-16953EFA0DA8}"/>
              </a:ext>
            </a:extLst>
          </p:cNvPr>
          <p:cNvSpPr>
            <a:spLocks xmlns:a="http://schemas.openxmlformats.org/drawingml/2006/main" noGrp="1"/>
          </p:cNvSpPr>
          <p:nvPr/>
        </p:nvSpPr>
        <p:spPr>
          <a:xfrm xmlns:a="http://schemas.openxmlformats.org/drawingml/2006/main">
            <a:off x="2724150" y="365760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76" name="matrix-digit-three-8-9">
            <a:extLst xmlns:a="http://schemas.openxmlformats.org/drawingml/2006/main">
              <a:ext uri="{FF2B5EF4-FFF2-40B4-BE49-F238E27FC236}">
                <a16:creationId xmlns:a16="http://schemas.microsoft.com/office/drawing/2014/main" id="{B1063E40-3234-4720-83F7-A8809A432AAA}"/>
              </a:ext>
            </a:extLst>
          </p:cNvPr>
          <p:cNvSpPr>
            <a:spLocks xmlns:a="http://schemas.openxmlformats.org/drawingml/2006/main" noGrp="1"/>
          </p:cNvSpPr>
          <p:nvPr/>
        </p:nvSpPr>
        <p:spPr>
          <a:xfrm xmlns:a="http://schemas.openxmlformats.org/drawingml/2006/main">
            <a:off x="2971800" y="365760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77" name="matrix-digit-three-9-0">
            <a:extLst xmlns:a="http://schemas.openxmlformats.org/drawingml/2006/main">
              <a:ext uri="{FF2B5EF4-FFF2-40B4-BE49-F238E27FC236}">
                <a16:creationId xmlns:a16="http://schemas.microsoft.com/office/drawing/2014/main" id="{2B44EF98-6748-4957-8E95-386F5C437CE0}"/>
              </a:ext>
            </a:extLst>
          </p:cNvPr>
          <p:cNvSpPr>
            <a:spLocks xmlns:a="http://schemas.openxmlformats.org/drawingml/2006/main" noGrp="1"/>
          </p:cNvSpPr>
          <p:nvPr/>
        </p:nvSpPr>
        <p:spPr>
          <a:xfrm xmlns:a="http://schemas.openxmlformats.org/drawingml/2006/main">
            <a:off x="742950" y="390525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78" name="matrix-digit-three-9-1">
            <a:extLst xmlns:a="http://schemas.openxmlformats.org/drawingml/2006/main">
              <a:ext uri="{FF2B5EF4-FFF2-40B4-BE49-F238E27FC236}">
                <a16:creationId xmlns:a16="http://schemas.microsoft.com/office/drawing/2014/main" id="{E6D648E0-B026-4CFC-A202-FB76E4577297}"/>
              </a:ext>
            </a:extLst>
          </p:cNvPr>
          <p:cNvSpPr>
            <a:spLocks xmlns:a="http://schemas.openxmlformats.org/drawingml/2006/main" noGrp="1"/>
          </p:cNvSpPr>
          <p:nvPr/>
        </p:nvSpPr>
        <p:spPr>
          <a:xfrm xmlns:a="http://schemas.openxmlformats.org/drawingml/2006/main">
            <a:off x="990600" y="390525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79" name="matrix-digit-three-9-2">
            <a:extLst xmlns:a="http://schemas.openxmlformats.org/drawingml/2006/main">
              <a:ext uri="{FF2B5EF4-FFF2-40B4-BE49-F238E27FC236}">
                <a16:creationId xmlns:a16="http://schemas.microsoft.com/office/drawing/2014/main" id="{ABE5A1C1-BE36-40E1-97E9-66706F826548}"/>
              </a:ext>
            </a:extLst>
          </p:cNvPr>
          <p:cNvSpPr>
            <a:spLocks xmlns:a="http://schemas.openxmlformats.org/drawingml/2006/main" noGrp="1"/>
          </p:cNvSpPr>
          <p:nvPr/>
        </p:nvSpPr>
        <p:spPr>
          <a:xfrm xmlns:a="http://schemas.openxmlformats.org/drawingml/2006/main">
            <a:off x="1238250" y="390525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80" name="matrix-digit-three-9-3">
            <a:extLst xmlns:a="http://schemas.openxmlformats.org/drawingml/2006/main">
              <a:ext uri="{FF2B5EF4-FFF2-40B4-BE49-F238E27FC236}">
                <a16:creationId xmlns:a16="http://schemas.microsoft.com/office/drawing/2014/main" id="{B83278C5-8E8B-4EA3-8735-EC506CDC0895}"/>
              </a:ext>
            </a:extLst>
          </p:cNvPr>
          <p:cNvSpPr>
            <a:spLocks xmlns:a="http://schemas.openxmlformats.org/drawingml/2006/main" noGrp="1"/>
          </p:cNvSpPr>
          <p:nvPr/>
        </p:nvSpPr>
        <p:spPr>
          <a:xfrm xmlns:a="http://schemas.openxmlformats.org/drawingml/2006/main">
            <a:off x="1485900" y="390525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81" name="matrix-digit-three-9-4">
            <a:extLst xmlns:a="http://schemas.openxmlformats.org/drawingml/2006/main">
              <a:ext uri="{FF2B5EF4-FFF2-40B4-BE49-F238E27FC236}">
                <a16:creationId xmlns:a16="http://schemas.microsoft.com/office/drawing/2014/main" id="{D002C8B5-29BD-4998-A2F6-9608ED90745B}"/>
              </a:ext>
            </a:extLst>
          </p:cNvPr>
          <p:cNvSpPr>
            <a:spLocks xmlns:a="http://schemas.openxmlformats.org/drawingml/2006/main" noGrp="1"/>
          </p:cNvSpPr>
          <p:nvPr/>
        </p:nvSpPr>
        <p:spPr>
          <a:xfrm xmlns:a="http://schemas.openxmlformats.org/drawingml/2006/main">
            <a:off x="1733550" y="390525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82" name="matrix-digit-three-9-5">
            <a:extLst xmlns:a="http://schemas.openxmlformats.org/drawingml/2006/main">
              <a:ext uri="{FF2B5EF4-FFF2-40B4-BE49-F238E27FC236}">
                <a16:creationId xmlns:a16="http://schemas.microsoft.com/office/drawing/2014/main" id="{2234760A-AA5C-4389-93A4-F9AB005EB59B}"/>
              </a:ext>
            </a:extLst>
          </p:cNvPr>
          <p:cNvSpPr>
            <a:spLocks xmlns:a="http://schemas.openxmlformats.org/drawingml/2006/main" noGrp="1"/>
          </p:cNvSpPr>
          <p:nvPr/>
        </p:nvSpPr>
        <p:spPr>
          <a:xfrm xmlns:a="http://schemas.openxmlformats.org/drawingml/2006/main">
            <a:off x="1981200" y="390525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83" name="matrix-digit-three-9-6">
            <a:extLst xmlns:a="http://schemas.openxmlformats.org/drawingml/2006/main">
              <a:ext uri="{FF2B5EF4-FFF2-40B4-BE49-F238E27FC236}">
                <a16:creationId xmlns:a16="http://schemas.microsoft.com/office/drawing/2014/main" id="{E8601138-9305-4767-9924-224FB07BF1FC}"/>
              </a:ext>
            </a:extLst>
          </p:cNvPr>
          <p:cNvSpPr>
            <a:spLocks xmlns:a="http://schemas.openxmlformats.org/drawingml/2006/main" noGrp="1"/>
          </p:cNvSpPr>
          <p:nvPr/>
        </p:nvSpPr>
        <p:spPr>
          <a:xfrm xmlns:a="http://schemas.openxmlformats.org/drawingml/2006/main">
            <a:off x="2228850" y="390525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84" name="matrix-digit-three-9-7">
            <a:extLst xmlns:a="http://schemas.openxmlformats.org/drawingml/2006/main">
              <a:ext uri="{FF2B5EF4-FFF2-40B4-BE49-F238E27FC236}">
                <a16:creationId xmlns:a16="http://schemas.microsoft.com/office/drawing/2014/main" id="{E71E0A64-4D4C-4ABC-B9EB-197CE775ABD7}"/>
              </a:ext>
            </a:extLst>
          </p:cNvPr>
          <p:cNvSpPr>
            <a:spLocks xmlns:a="http://schemas.openxmlformats.org/drawingml/2006/main" noGrp="1"/>
          </p:cNvSpPr>
          <p:nvPr/>
        </p:nvSpPr>
        <p:spPr>
          <a:xfrm xmlns:a="http://schemas.openxmlformats.org/drawingml/2006/main">
            <a:off x="2476500" y="3905250"/>
            <a:ext cx="238125" cy="23812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85" name="matrix-digit-three-9-8">
            <a:extLst xmlns:a="http://schemas.openxmlformats.org/drawingml/2006/main">
              <a:ext uri="{FF2B5EF4-FFF2-40B4-BE49-F238E27FC236}">
                <a16:creationId xmlns:a16="http://schemas.microsoft.com/office/drawing/2014/main" id="{418DF4D9-1546-4111-A6F6-28C494D95A4F}"/>
              </a:ext>
            </a:extLst>
          </p:cNvPr>
          <p:cNvSpPr>
            <a:spLocks xmlns:a="http://schemas.openxmlformats.org/drawingml/2006/main" noGrp="1"/>
          </p:cNvSpPr>
          <p:nvPr/>
        </p:nvSpPr>
        <p:spPr>
          <a:xfrm xmlns:a="http://schemas.openxmlformats.org/drawingml/2006/main">
            <a:off x="2724150" y="390525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86" name="matrix-digit-three-9-9">
            <a:extLst xmlns:a="http://schemas.openxmlformats.org/drawingml/2006/main">
              <a:ext uri="{FF2B5EF4-FFF2-40B4-BE49-F238E27FC236}">
                <a16:creationId xmlns:a16="http://schemas.microsoft.com/office/drawing/2014/main" id="{B42105F3-1212-4569-BC5B-6302DF330D97}"/>
              </a:ext>
            </a:extLst>
          </p:cNvPr>
          <p:cNvSpPr>
            <a:spLocks xmlns:a="http://schemas.openxmlformats.org/drawingml/2006/main" noGrp="1"/>
          </p:cNvSpPr>
          <p:nvPr/>
        </p:nvSpPr>
        <p:spPr>
          <a:xfrm xmlns:a="http://schemas.openxmlformats.org/drawingml/2006/main">
            <a:off x="2971800" y="3905250"/>
            <a:ext cx="238125" cy="23812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87" name="INPUT">
            <a:extLst xmlns:a="http://schemas.openxmlformats.org/drawingml/2006/main">
              <a:ext uri="{FF2B5EF4-FFF2-40B4-BE49-F238E27FC236}">
                <a16:creationId xmlns:a16="http://schemas.microsoft.com/office/drawing/2014/main" id="{5DA98D54-8DD1-48CA-94CC-9B52FFF7D2CF}"/>
              </a:ext>
            </a:extLst>
          </p:cNvPr>
          <p:cNvSpPr>
            <a:spLocks xmlns:a="http://schemas.openxmlformats.org/drawingml/2006/main" noGrp="1"/>
          </p:cNvSpPr>
          <p:nvPr/>
        </p:nvSpPr>
        <p:spPr>
          <a:xfrm xmlns:a="http://schemas.openxmlformats.org/drawingml/2006/main">
            <a:off x="4333875" y="1714500"/>
            <a:ext cx="1428750" cy="438150"/>
          </a:xfrm>
          <a:prstGeom xmlns:a="http://schemas.openxmlformats.org/drawingml/2006/main" prst="roundRect">
            <a:avLst>
              <a:gd name="adj" fmla="val 21739"/>
            </a:avLst>
          </a:prstGeom>
          <a:solidFill xmlns:a="http://schemas.openxmlformats.org/drawingml/2006/main">
            <a:srgbClr val="EAF4FA"/>
          </a:solidFill>
          <a:ln xmlns:a="http://schemas.openxmlformats.org/drawingml/2006/main" w="12383">
            <a:solidFill>
              <a:srgbClr val="00A0DF"/>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1">
                <a:solidFill>
                  <a:srgbClr val="00539F"/>
                </a:solidFill>
                <a:latin typeface="Arial"/>
                <a:ea typeface="Arial"/>
                <a:cs typeface="Arial"/>
              </a:defRPr>
            </a:pPr>
            <a:r>
              <a:rPr sz="1500" b="1">
                <a:solidFill>
                  <a:srgbClr val="00539F"/>
                </a:solidFill>
                <a:latin typeface="Arial"/>
                <a:ea typeface="Arial"/>
                <a:cs typeface="Arial"/>
              </a:rPr>
              <a:t>INPUT</a:t>
            </a:r>
          </a:p>
        </p:txBody>
      </p:sp>
      <p:sp>
        <p:nvSpPr>
          <p:cNvPr id="188" name="Lecture text">
            <a:extLst xmlns:a="http://schemas.openxmlformats.org/drawingml/2006/main">
              <a:ext uri="{FF2B5EF4-FFF2-40B4-BE49-F238E27FC236}">
                <a16:creationId xmlns:a16="http://schemas.microsoft.com/office/drawing/2014/main" id="{174820FA-2BA0-43C6-ADCF-58C278B8E2BE}"/>
              </a:ext>
            </a:extLst>
          </p:cNvPr>
          <p:cNvSpPr>
            <a:spLocks xmlns:a="http://schemas.openxmlformats.org/drawingml/2006/main" noGrp="1"/>
          </p:cNvSpPr>
          <p:nvPr/>
        </p:nvSpPr>
        <p:spPr>
          <a:xfrm xmlns:a="http://schemas.openxmlformats.org/drawingml/2006/main">
            <a:off x="5953125" y="1714500"/>
            <a:ext cx="2333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425" b="0">
                <a:solidFill>
                  <a:srgbClr val="17324D"/>
                </a:solidFill>
                <a:latin typeface="Arial"/>
                <a:ea typeface="Arial"/>
                <a:cs typeface="Arial"/>
              </a:defRPr>
            </a:pPr>
            <a:r>
              <a:rPr sz="1425" b="0">
                <a:solidFill>
                  <a:srgbClr val="17324D"/>
                </a:solidFill>
                <a:latin typeface="Arial"/>
                <a:ea typeface="Arial"/>
                <a:cs typeface="Arial"/>
              </a:rPr>
              <a:t>100 integers in row order</a:t>
            </a:r>
          </a:p>
        </p:txBody>
      </p:sp>
      <p:sp>
        <p:nvSpPr>
          <p:cNvPr id="189" name="ROS TOPIC">
            <a:extLst xmlns:a="http://schemas.openxmlformats.org/drawingml/2006/main">
              <a:ext uri="{FF2B5EF4-FFF2-40B4-BE49-F238E27FC236}">
                <a16:creationId xmlns:a16="http://schemas.microsoft.com/office/drawing/2014/main" id="{C0DCA8E5-1088-4F3F-AFB2-D43F0D7AEAA1}"/>
              </a:ext>
            </a:extLst>
          </p:cNvPr>
          <p:cNvSpPr>
            <a:spLocks xmlns:a="http://schemas.openxmlformats.org/drawingml/2006/main" noGrp="1"/>
          </p:cNvSpPr>
          <p:nvPr/>
        </p:nvSpPr>
        <p:spPr>
          <a:xfrm xmlns:a="http://schemas.openxmlformats.org/drawingml/2006/main">
            <a:off x="4333875" y="2381250"/>
            <a:ext cx="1428750" cy="495300"/>
          </a:xfrm>
          <a:prstGeom xmlns:a="http://schemas.openxmlformats.org/drawingml/2006/main" prst="roundRect">
            <a:avLst>
              <a:gd name="adj" fmla="val 19231"/>
            </a:avLst>
          </a:prstGeom>
          <a:solidFill xmlns:a="http://schemas.openxmlformats.org/drawingml/2006/main">
            <a:srgbClr val="FFF7E8"/>
          </a:solidFill>
          <a:ln xmlns:a="http://schemas.openxmlformats.org/drawingml/2006/main" w="12383">
            <a:solidFill>
              <a:srgbClr val="EF8200"/>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425" b="1">
                <a:solidFill>
                  <a:srgbClr val="EF8200"/>
                </a:solidFill>
                <a:latin typeface="Arial"/>
                <a:ea typeface="Arial"/>
                <a:cs typeface="Arial"/>
              </a:defRPr>
            </a:pPr>
            <a:r>
              <a:rPr sz="1425" b="1">
                <a:solidFill>
                  <a:srgbClr val="EF8200"/>
                </a:solidFill>
                <a:latin typeface="Arial"/>
                <a:ea typeface="Arial"/>
                <a:cs typeface="Arial"/>
              </a:rPr>
              <a:t>ROS TOPIC</a:t>
            </a:r>
          </a:p>
        </p:txBody>
      </p:sp>
      <p:sp>
        <p:nvSpPr>
          <p:cNvPr id="190" name="Lecture text">
            <a:extLst xmlns:a="http://schemas.openxmlformats.org/drawingml/2006/main">
              <a:ext uri="{FF2B5EF4-FFF2-40B4-BE49-F238E27FC236}">
                <a16:creationId xmlns:a16="http://schemas.microsoft.com/office/drawing/2014/main" id="{D5AFDC97-8A9A-4304-B450-9581BFB9072A}"/>
              </a:ext>
            </a:extLst>
          </p:cNvPr>
          <p:cNvSpPr>
            <a:spLocks xmlns:a="http://schemas.openxmlformats.org/drawingml/2006/main" noGrp="1"/>
          </p:cNvSpPr>
          <p:nvPr/>
        </p:nvSpPr>
        <p:spPr>
          <a:xfrm xmlns:a="http://schemas.openxmlformats.org/drawingml/2006/main">
            <a:off x="5857875" y="2305050"/>
            <a:ext cx="2619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a:solidFill>
                  <a:srgbClr val="17324D"/>
                </a:solidFill>
                <a:latin typeface="Courier New"/>
                <a:ea typeface="Courier New"/>
                <a:cs typeface="Courier New"/>
              </a:defRPr>
            </a:pPr>
            <a:r>
              <a:rPr sz="1200" b="0">
                <a:solidFill>
                  <a:srgbClr val="17324D"/>
                </a:solidFill>
                <a:latin typeface="Courier New"/>
                <a:ea typeface="Courier New"/>
                <a:cs typeface="Courier New"/>
              </a:rPr>
              <a:t>/perception/digit_matrix</a:t>
            </a:r>
          </a:p>
        </p:txBody>
      </p:sp>
      <p:sp>
        <p:nvSpPr>
          <p:cNvPr id="191" name="Lecture text">
            <a:extLst xmlns:a="http://schemas.openxmlformats.org/drawingml/2006/main">
              <a:ext uri="{FF2B5EF4-FFF2-40B4-BE49-F238E27FC236}">
                <a16:creationId xmlns:a16="http://schemas.microsoft.com/office/drawing/2014/main" id="{8F146814-DE32-45A4-88D1-3AE6EA1DE849}"/>
              </a:ext>
            </a:extLst>
          </p:cNvPr>
          <p:cNvSpPr>
            <a:spLocks xmlns:a="http://schemas.openxmlformats.org/drawingml/2006/main" noGrp="1"/>
          </p:cNvSpPr>
          <p:nvPr/>
        </p:nvSpPr>
        <p:spPr>
          <a:xfrm xmlns:a="http://schemas.openxmlformats.org/drawingml/2006/main">
            <a:off x="5857875" y="2647950"/>
            <a:ext cx="2619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a:solidFill>
                  <a:srgbClr val="17324D"/>
                </a:solidFill>
                <a:latin typeface="Courier New"/>
                <a:ea typeface="Courier New"/>
                <a:cs typeface="Courier New"/>
              </a:defRPr>
            </a:pPr>
            <a:r>
              <a:rPr sz="1200" b="0">
                <a:solidFill>
                  <a:srgbClr val="17324D"/>
                </a:solidFill>
                <a:latin typeface="Courier New"/>
                <a:ea typeface="Courier New"/>
                <a:cs typeface="Courier New"/>
              </a:rPr>
              <a:t>Int32MultiArray</a:t>
            </a:r>
          </a:p>
        </p:txBody>
      </p:sp>
      <p:sp>
        <p:nvSpPr>
          <p:cNvPr id="192" name="GOAL">
            <a:extLst xmlns:a="http://schemas.openxmlformats.org/drawingml/2006/main">
              <a:ext uri="{FF2B5EF4-FFF2-40B4-BE49-F238E27FC236}">
                <a16:creationId xmlns:a16="http://schemas.microsoft.com/office/drawing/2014/main" id="{8495965E-9459-4D9F-91A0-A5EF60AF0364}"/>
              </a:ext>
            </a:extLst>
          </p:cNvPr>
          <p:cNvSpPr>
            <a:spLocks xmlns:a="http://schemas.openxmlformats.org/drawingml/2006/main" noGrp="1"/>
          </p:cNvSpPr>
          <p:nvPr/>
        </p:nvSpPr>
        <p:spPr>
          <a:xfrm xmlns:a="http://schemas.openxmlformats.org/drawingml/2006/main">
            <a:off x="4333875" y="3143250"/>
            <a:ext cx="1428750" cy="438150"/>
          </a:xfrm>
          <a:prstGeom xmlns:a="http://schemas.openxmlformats.org/drawingml/2006/main" prst="roundRect">
            <a:avLst>
              <a:gd name="adj" fmla="val 21739"/>
            </a:avLst>
          </a:prstGeom>
          <a:solidFill xmlns:a="http://schemas.openxmlformats.org/drawingml/2006/main">
            <a:srgbClr val="EEF7EA"/>
          </a:solidFill>
          <a:ln xmlns:a="http://schemas.openxmlformats.org/drawingml/2006/main" w="12383">
            <a:solidFill>
              <a:srgbClr val="5A8E22"/>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1">
                <a:solidFill>
                  <a:srgbClr val="5A8E22"/>
                </a:solidFill>
                <a:latin typeface="Arial"/>
                <a:ea typeface="Arial"/>
                <a:cs typeface="Arial"/>
              </a:defRPr>
            </a:pPr>
            <a:r>
              <a:rPr sz="1500" b="1">
                <a:solidFill>
                  <a:srgbClr val="5A8E22"/>
                </a:solidFill>
                <a:latin typeface="Arial"/>
                <a:ea typeface="Arial"/>
                <a:cs typeface="Arial"/>
              </a:rPr>
              <a:t>GOAL</a:t>
            </a:r>
          </a:p>
        </p:txBody>
      </p:sp>
      <p:sp>
        <p:nvSpPr>
          <p:cNvPr id="193" name="Lecture text">
            <a:extLst xmlns:a="http://schemas.openxmlformats.org/drawingml/2006/main">
              <a:ext uri="{FF2B5EF4-FFF2-40B4-BE49-F238E27FC236}">
                <a16:creationId xmlns:a16="http://schemas.microsoft.com/office/drawing/2014/main" id="{78D8775D-50CC-4B49-80BD-3D3F3CD0D2A2}"/>
              </a:ext>
            </a:extLst>
          </p:cNvPr>
          <p:cNvSpPr>
            <a:spLocks xmlns:a="http://schemas.openxmlformats.org/drawingml/2006/main" noGrp="1"/>
          </p:cNvSpPr>
          <p:nvPr/>
        </p:nvSpPr>
        <p:spPr>
          <a:xfrm xmlns:a="http://schemas.openxmlformats.org/drawingml/2006/main">
            <a:off x="5953125" y="3067050"/>
            <a:ext cx="2333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0">
                <a:solidFill>
                  <a:srgbClr val="17324D"/>
                </a:solidFill>
                <a:latin typeface="Arial"/>
                <a:ea typeface="Arial"/>
                <a:cs typeface="Arial"/>
              </a:defRPr>
            </a:pPr>
            <a:r>
              <a:rPr sz="1350" b="0">
                <a:solidFill>
                  <a:srgbClr val="17324D"/>
                </a:solidFill>
                <a:latin typeface="Arial"/>
                <a:ea typeface="Arial"/>
                <a:cs typeface="Arial"/>
              </a:rPr>
              <a:t>publish a digit; echo the predicted number</a:t>
            </a:r>
          </a:p>
        </p:txBody>
      </p:sp>
      <p:sp>
        <p:nvSpPr>
          <p:cNvPr id="194" name="Lecture text">
            <a:extLst xmlns:a="http://schemas.openxmlformats.org/drawingml/2006/main">
              <a:ext uri="{FF2B5EF4-FFF2-40B4-BE49-F238E27FC236}">
                <a16:creationId xmlns:a16="http://schemas.microsoft.com/office/drawing/2014/main" id="{5591F7DE-1B58-46EE-8664-585315D76800}"/>
              </a:ext>
            </a:extLst>
          </p:cNvPr>
          <p:cNvSpPr>
            <a:spLocks xmlns:a="http://schemas.openxmlformats.org/drawingml/2006/main" noGrp="1"/>
          </p:cNvSpPr>
          <p:nvPr/>
        </p:nvSpPr>
        <p:spPr>
          <a:xfrm xmlns:a="http://schemas.openxmlformats.org/drawingml/2006/main">
            <a:off x="4238625" y="3876675"/>
            <a:ext cx="4048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725" b="1">
                <a:solidFill>
                  <a:srgbClr val="00539F"/>
                </a:solidFill>
                <a:latin typeface="Arial"/>
                <a:ea typeface="Arial"/>
                <a:cs typeface="Arial"/>
              </a:defRPr>
            </a:pPr>
            <a:r>
              <a:rPr sz="1725" b="1">
                <a:solidFill>
                  <a:srgbClr val="00539F"/>
                </a:solidFill>
                <a:latin typeface="Arial"/>
                <a:ea typeface="Arial"/>
                <a:cs typeface="Arial"/>
              </a:rPr>
              <a:t>index = row × 10 + column</a:t>
            </a:r>
          </a:p>
        </p:txBody>
      </p:sp>
      <p:sp>
        <p:nvSpPr>
          <p:cNvPr id="195" name="Before recognizing a digit, decide what information to keep from its pixels.">
            <a:extLst xmlns:a="http://schemas.openxmlformats.org/drawingml/2006/main">
              <a:ext uri="{FF2B5EF4-FFF2-40B4-BE49-F238E27FC236}">
                <a16:creationId xmlns:a16="http://schemas.microsoft.com/office/drawing/2014/main" id="{EB6715E3-E388-4817-AA75-4A2E351B29B4}"/>
              </a:ext>
            </a:extLst>
          </p:cNvPr>
          <p:cNvSpPr>
            <a:spLocks xmlns:a="http://schemas.openxmlformats.org/drawingml/2006/main" noGrp="1"/>
          </p:cNvSpPr>
          <p:nvPr/>
        </p:nvSpPr>
        <p:spPr>
          <a:xfrm xmlns:a="http://schemas.openxmlformats.org/drawingml/2006/main">
            <a:off x="1000125" y="4324350"/>
            <a:ext cx="7143750" cy="381000"/>
          </a:xfrm>
          <a:prstGeom xmlns:a="http://schemas.openxmlformats.org/drawingml/2006/main" prst="roundRect">
            <a:avLst>
              <a:gd name="adj" fmla="val 25000"/>
            </a:avLst>
          </a:prstGeom>
          <a:solidFill xmlns:a="http://schemas.openxmlformats.org/drawingml/2006/main">
            <a:srgbClr val="EAF4FA"/>
          </a:solidFill>
          <a:ln xmlns:a="http://schemas.openxmlformats.org/drawingml/2006/main" w="12383">
            <a:solidFill>
              <a:srgbClr val="00539F"/>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350" b="1">
                <a:solidFill>
                  <a:srgbClr val="00539F"/>
                </a:solidFill>
                <a:latin typeface="Arial"/>
                <a:ea typeface="Arial"/>
                <a:cs typeface="Arial"/>
              </a:defRPr>
            </a:pPr>
            <a:r>
              <a:rPr sz="1350" b="1">
                <a:solidFill>
                  <a:srgbClr val="00539F"/>
                </a:solidFill>
                <a:latin typeface="Arial"/>
                <a:ea typeface="Arial"/>
                <a:cs typeface="Arial"/>
              </a:rPr>
              <a:t>Before recognizing a digit, decide what information to keep from its pixels.</a:t>
            </a:r>
          </a:p>
        </p:txBody>
      </p:sp>
    </p:spTree>
    <p:extLst>
      <p:ext uri="{BB962C8B-B14F-4D97-AF65-F5344CB8AC3E}">
        <p14:creationId xmlns:p14="http://schemas.microsoft.com/office/powerpoint/2010/main" val="62565560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83" name="Google Shape;83;g37bad65a17d_0_0">
            <a:extLst xmlns:a="http://schemas.openxmlformats.org/drawingml/2006/main">
              <a:ext uri="{FF2B5EF4-FFF2-40B4-BE49-F238E27FC236}">
                <a16:creationId xmlns:a16="http://schemas.microsoft.com/office/drawing/2014/main" id="{0CC56B34-6770-45D7-9E5A-4F0C2199F86A}"/>
              </a:ext>
            </a:extLst>
          </p:cNvPr>
          <p:cNvSpPr>
            <a:spLocks xmlns:a="http://schemas.openxmlformats.org/drawingml/2006/main" noGrp="1"/>
          </p:cNvSpPr>
          <p:nvPr>
            <p:ph type="title" idx="0"/>
          </p:nvPr>
        </p:nvSpPr>
        <p:spPr>
          <a:xfrm xmlns:a="http://schemas.openxmlformats.org/drawingml/2006/main">
            <a:off x="457200" y="528638"/>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45720" rIns="91440" bIns="4572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1400"/>
              <a:buNone/>
              <a:defRPr sz="2325" b="0">
                <a:solidFill>
                  <a:srgbClr val="00A0DF"/>
                </a:solidFill>
                <a:latin typeface="Arial"/>
                <a:ea typeface="Arial"/>
                <a:cs typeface="Arial"/>
              </a:defRPr>
            </a:pPr>
            <a:r>
              <a:rPr sz="2325" b="0">
                <a:solidFill>
                  <a:srgbClr val="00A0DF"/>
                </a:solidFill>
                <a:latin typeface="Arial"/>
                <a:ea typeface="Arial"/>
                <a:cs typeface="Arial"/>
              </a:rPr>
              <a:t>Naive feature: count foreground pixels along x and y</a:t>
            </a:r>
            <a:endParaRPr/>
          </a:p>
        </p:txBody>
      </p:sp>
      <p:sp>
        <p:nvSpPr>
          <p:cNvPr id="85" name="Google Shape;85;g37bad65a17d_0_0">
            <a:extLst xmlns:a="http://schemas.openxmlformats.org/drawingml/2006/main">
              <a:ext uri="{FF2B5EF4-FFF2-40B4-BE49-F238E27FC236}">
                <a16:creationId xmlns:a16="http://schemas.microsoft.com/office/drawing/2014/main" id="{31B1C2C2-F77F-4032-9D0A-FF56401D76B3}"/>
              </a:ext>
            </a:extLst>
          </p:cNvPr>
          <p:cNvSpPr>
            <a:spLocks xmlns:a="http://schemas.openxmlformats.org/drawingml/2006/main" noGrp="1"/>
          </p:cNvSpPr>
          <p:nvPr>
            <p:ph type="sldNum" idx="12"/>
          </p:nvPr>
        </p:nvSpPr>
        <p:spPr>
          <a:xfrm xmlns:a="http://schemas.openxmlformats.org/drawingml/2006/main">
            <a:off x="3505200" y="4767263"/>
            <a:ext cx="2133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Clr>
                <a:srgbClr val="000000"/>
              </a:buClr>
              <a:buSzPts val="1200"/>
              <a:buFont typeface="Arial"/>
              <a:buNone/>
              <a:defRPr sz="1200">
                <a:solidFill>
                  <a:srgbClr val="00539F"/>
                </a:solidFill>
                <a:latin typeface="Arial"/>
                <a:ea typeface="Arial"/>
                <a:cs typeface="Arial"/>
              </a:defRPr>
            </a:pPr>
            <a:fld id="{D3D7D1C8-AE23-AA48-DF65-C742588DBE47}" type="slidenum">
              <a:rPr sz="1200">
                <a:solidFill>
                  <a:srgbClr val="00539F"/>
                </a:solidFill>
                <a:latin typeface="Arial"/>
                <a:ea typeface="Arial"/>
                <a:cs typeface="Arial"/>
              </a:rPr>
              <a:t>7</a:t>
            </a:fld>
            <a:endParaRPr/>
          </a:p>
        </p:txBody>
      </p:sp>
      <p:sp>
        <p:nvSpPr>
          <p:cNvPr id="86" name="Section tag">
            <a:extLst xmlns:a="http://schemas.openxmlformats.org/drawingml/2006/main">
              <a:ext uri="{FF2B5EF4-FFF2-40B4-BE49-F238E27FC236}">
                <a16:creationId xmlns:a16="http://schemas.microsoft.com/office/drawing/2014/main" id="{F7A71BA3-C66B-4F57-89CA-D89A71D9C63E}"/>
              </a:ext>
            </a:extLst>
          </p:cNvPr>
          <p:cNvSpPr>
            <a:spLocks xmlns:a="http://schemas.openxmlformats.org/drawingml/2006/main" noGrp="1"/>
          </p:cNvSpPr>
          <p:nvPr/>
        </p:nvSpPr>
        <p:spPr>
          <a:xfrm xmlns:a="http://schemas.openxmlformats.org/drawingml/2006/main">
            <a:off x="619125" y="1304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PROJECTION HISTOGRAMS</a:t>
            </a:r>
          </a:p>
        </p:txBody>
      </p:sp>
      <p:sp>
        <p:nvSpPr>
          <p:cNvPr id="87" name="histogram-digit-0-0">
            <a:extLst xmlns:a="http://schemas.openxmlformats.org/drawingml/2006/main">
              <a:ext uri="{FF2B5EF4-FFF2-40B4-BE49-F238E27FC236}">
                <a16:creationId xmlns:a16="http://schemas.microsoft.com/office/drawing/2014/main" id="{63E4D225-0598-46EF-947E-43A158F1B922}"/>
              </a:ext>
            </a:extLst>
          </p:cNvPr>
          <p:cNvSpPr>
            <a:spLocks xmlns:a="http://schemas.openxmlformats.org/drawingml/2006/main" noGrp="1"/>
          </p:cNvSpPr>
          <p:nvPr/>
        </p:nvSpPr>
        <p:spPr>
          <a:xfrm xmlns:a="http://schemas.openxmlformats.org/drawingml/2006/main">
            <a:off x="523875" y="1666875"/>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88" name="histogram-digit-0-1">
            <a:extLst xmlns:a="http://schemas.openxmlformats.org/drawingml/2006/main">
              <a:ext uri="{FF2B5EF4-FFF2-40B4-BE49-F238E27FC236}">
                <a16:creationId xmlns:a16="http://schemas.microsoft.com/office/drawing/2014/main" id="{34D7C1F1-26EA-4695-A7E9-DEC5B8029AA7}"/>
              </a:ext>
            </a:extLst>
          </p:cNvPr>
          <p:cNvSpPr>
            <a:spLocks xmlns:a="http://schemas.openxmlformats.org/drawingml/2006/main" noGrp="1"/>
          </p:cNvSpPr>
          <p:nvPr/>
        </p:nvSpPr>
        <p:spPr>
          <a:xfrm xmlns:a="http://schemas.openxmlformats.org/drawingml/2006/main">
            <a:off x="742950" y="1666875"/>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89" name="histogram-digit-0-2">
            <a:extLst xmlns:a="http://schemas.openxmlformats.org/drawingml/2006/main">
              <a:ext uri="{FF2B5EF4-FFF2-40B4-BE49-F238E27FC236}">
                <a16:creationId xmlns:a16="http://schemas.microsoft.com/office/drawing/2014/main" id="{BF01D89E-7644-4A51-B504-22E600872693}"/>
              </a:ext>
            </a:extLst>
          </p:cNvPr>
          <p:cNvSpPr>
            <a:spLocks xmlns:a="http://schemas.openxmlformats.org/drawingml/2006/main" noGrp="1"/>
          </p:cNvSpPr>
          <p:nvPr/>
        </p:nvSpPr>
        <p:spPr>
          <a:xfrm xmlns:a="http://schemas.openxmlformats.org/drawingml/2006/main">
            <a:off x="962025" y="1666875"/>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90" name="histogram-digit-0-3">
            <a:extLst xmlns:a="http://schemas.openxmlformats.org/drawingml/2006/main">
              <a:ext uri="{FF2B5EF4-FFF2-40B4-BE49-F238E27FC236}">
                <a16:creationId xmlns:a16="http://schemas.microsoft.com/office/drawing/2014/main" id="{0F8B7366-16D5-4354-8970-861B531CB438}"/>
              </a:ext>
            </a:extLst>
          </p:cNvPr>
          <p:cNvSpPr>
            <a:spLocks xmlns:a="http://schemas.openxmlformats.org/drawingml/2006/main" noGrp="1"/>
          </p:cNvSpPr>
          <p:nvPr/>
        </p:nvSpPr>
        <p:spPr>
          <a:xfrm xmlns:a="http://schemas.openxmlformats.org/drawingml/2006/main">
            <a:off x="1181100" y="1666875"/>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91" name="histogram-digit-0-4">
            <a:extLst xmlns:a="http://schemas.openxmlformats.org/drawingml/2006/main">
              <a:ext uri="{FF2B5EF4-FFF2-40B4-BE49-F238E27FC236}">
                <a16:creationId xmlns:a16="http://schemas.microsoft.com/office/drawing/2014/main" id="{EBB19550-90D4-45B8-9BE2-24C30D3B24E1}"/>
              </a:ext>
            </a:extLst>
          </p:cNvPr>
          <p:cNvSpPr>
            <a:spLocks xmlns:a="http://schemas.openxmlformats.org/drawingml/2006/main" noGrp="1"/>
          </p:cNvSpPr>
          <p:nvPr/>
        </p:nvSpPr>
        <p:spPr>
          <a:xfrm xmlns:a="http://schemas.openxmlformats.org/drawingml/2006/main">
            <a:off x="1400175" y="1666875"/>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92" name="histogram-digit-0-5">
            <a:extLst xmlns:a="http://schemas.openxmlformats.org/drawingml/2006/main">
              <a:ext uri="{FF2B5EF4-FFF2-40B4-BE49-F238E27FC236}">
                <a16:creationId xmlns:a16="http://schemas.microsoft.com/office/drawing/2014/main" id="{4AB2E7B5-5743-459B-BEA0-8AEBB237253A}"/>
              </a:ext>
            </a:extLst>
          </p:cNvPr>
          <p:cNvSpPr>
            <a:spLocks xmlns:a="http://schemas.openxmlformats.org/drawingml/2006/main" noGrp="1"/>
          </p:cNvSpPr>
          <p:nvPr/>
        </p:nvSpPr>
        <p:spPr>
          <a:xfrm xmlns:a="http://schemas.openxmlformats.org/drawingml/2006/main">
            <a:off x="1619250" y="1666875"/>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93" name="histogram-digit-0-6">
            <a:extLst xmlns:a="http://schemas.openxmlformats.org/drawingml/2006/main">
              <a:ext uri="{FF2B5EF4-FFF2-40B4-BE49-F238E27FC236}">
                <a16:creationId xmlns:a16="http://schemas.microsoft.com/office/drawing/2014/main" id="{CFC33B37-4D3C-4F00-B3FC-EE7536484702}"/>
              </a:ext>
            </a:extLst>
          </p:cNvPr>
          <p:cNvSpPr>
            <a:spLocks xmlns:a="http://schemas.openxmlformats.org/drawingml/2006/main" noGrp="1"/>
          </p:cNvSpPr>
          <p:nvPr/>
        </p:nvSpPr>
        <p:spPr>
          <a:xfrm xmlns:a="http://schemas.openxmlformats.org/drawingml/2006/main">
            <a:off x="1838325" y="1666875"/>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94" name="histogram-digit-0-7">
            <a:extLst xmlns:a="http://schemas.openxmlformats.org/drawingml/2006/main">
              <a:ext uri="{FF2B5EF4-FFF2-40B4-BE49-F238E27FC236}">
                <a16:creationId xmlns:a16="http://schemas.microsoft.com/office/drawing/2014/main" id="{FF38BABB-3F0E-419C-92EF-90AADF7223D6}"/>
              </a:ext>
            </a:extLst>
          </p:cNvPr>
          <p:cNvSpPr>
            <a:spLocks xmlns:a="http://schemas.openxmlformats.org/drawingml/2006/main" noGrp="1"/>
          </p:cNvSpPr>
          <p:nvPr/>
        </p:nvSpPr>
        <p:spPr>
          <a:xfrm xmlns:a="http://schemas.openxmlformats.org/drawingml/2006/main">
            <a:off x="2057400" y="1666875"/>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95" name="histogram-digit-0-8">
            <a:extLst xmlns:a="http://schemas.openxmlformats.org/drawingml/2006/main">
              <a:ext uri="{FF2B5EF4-FFF2-40B4-BE49-F238E27FC236}">
                <a16:creationId xmlns:a16="http://schemas.microsoft.com/office/drawing/2014/main" id="{312EB2F6-B460-446D-AB0F-82CDF8294BD0}"/>
              </a:ext>
            </a:extLst>
          </p:cNvPr>
          <p:cNvSpPr>
            <a:spLocks xmlns:a="http://schemas.openxmlformats.org/drawingml/2006/main" noGrp="1"/>
          </p:cNvSpPr>
          <p:nvPr/>
        </p:nvSpPr>
        <p:spPr>
          <a:xfrm xmlns:a="http://schemas.openxmlformats.org/drawingml/2006/main">
            <a:off x="2276475" y="1666875"/>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96" name="histogram-digit-0-9">
            <a:extLst xmlns:a="http://schemas.openxmlformats.org/drawingml/2006/main">
              <a:ext uri="{FF2B5EF4-FFF2-40B4-BE49-F238E27FC236}">
                <a16:creationId xmlns:a16="http://schemas.microsoft.com/office/drawing/2014/main" id="{08F1FA8B-0CE0-405A-A4C1-272BD9DA6958}"/>
              </a:ext>
            </a:extLst>
          </p:cNvPr>
          <p:cNvSpPr>
            <a:spLocks xmlns:a="http://schemas.openxmlformats.org/drawingml/2006/main" noGrp="1"/>
          </p:cNvSpPr>
          <p:nvPr/>
        </p:nvSpPr>
        <p:spPr>
          <a:xfrm xmlns:a="http://schemas.openxmlformats.org/drawingml/2006/main">
            <a:off x="2495550" y="1666875"/>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97" name="histogram-digit-1-0">
            <a:extLst xmlns:a="http://schemas.openxmlformats.org/drawingml/2006/main">
              <a:ext uri="{FF2B5EF4-FFF2-40B4-BE49-F238E27FC236}">
                <a16:creationId xmlns:a16="http://schemas.microsoft.com/office/drawing/2014/main" id="{9E7D503A-D0DE-4F36-97AC-5963002046FC}"/>
              </a:ext>
            </a:extLst>
          </p:cNvPr>
          <p:cNvSpPr>
            <a:spLocks xmlns:a="http://schemas.openxmlformats.org/drawingml/2006/main" noGrp="1"/>
          </p:cNvSpPr>
          <p:nvPr/>
        </p:nvSpPr>
        <p:spPr>
          <a:xfrm xmlns:a="http://schemas.openxmlformats.org/drawingml/2006/main">
            <a:off x="523875" y="1885950"/>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98" name="histogram-digit-1-1">
            <a:extLst xmlns:a="http://schemas.openxmlformats.org/drawingml/2006/main">
              <a:ext uri="{FF2B5EF4-FFF2-40B4-BE49-F238E27FC236}">
                <a16:creationId xmlns:a16="http://schemas.microsoft.com/office/drawing/2014/main" id="{B31E6A52-C7A1-4731-AC8C-99C912C72863}"/>
              </a:ext>
            </a:extLst>
          </p:cNvPr>
          <p:cNvSpPr>
            <a:spLocks xmlns:a="http://schemas.openxmlformats.org/drawingml/2006/main" noGrp="1"/>
          </p:cNvSpPr>
          <p:nvPr/>
        </p:nvSpPr>
        <p:spPr>
          <a:xfrm xmlns:a="http://schemas.openxmlformats.org/drawingml/2006/main">
            <a:off x="742950" y="1885950"/>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99" name="histogram-digit-1-2">
            <a:extLst xmlns:a="http://schemas.openxmlformats.org/drawingml/2006/main">
              <a:ext uri="{FF2B5EF4-FFF2-40B4-BE49-F238E27FC236}">
                <a16:creationId xmlns:a16="http://schemas.microsoft.com/office/drawing/2014/main" id="{9F6F9D2D-35A0-4439-BC7C-CC21651A983C}"/>
              </a:ext>
            </a:extLst>
          </p:cNvPr>
          <p:cNvSpPr>
            <a:spLocks xmlns:a="http://schemas.openxmlformats.org/drawingml/2006/main" noGrp="1"/>
          </p:cNvSpPr>
          <p:nvPr/>
        </p:nvSpPr>
        <p:spPr>
          <a:xfrm xmlns:a="http://schemas.openxmlformats.org/drawingml/2006/main">
            <a:off x="962025" y="1885950"/>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00" name="histogram-digit-1-3">
            <a:extLst xmlns:a="http://schemas.openxmlformats.org/drawingml/2006/main">
              <a:ext uri="{FF2B5EF4-FFF2-40B4-BE49-F238E27FC236}">
                <a16:creationId xmlns:a16="http://schemas.microsoft.com/office/drawing/2014/main" id="{008308C5-6589-4FEB-AC0E-EF6F22032E4B}"/>
              </a:ext>
            </a:extLst>
          </p:cNvPr>
          <p:cNvSpPr>
            <a:spLocks xmlns:a="http://schemas.openxmlformats.org/drawingml/2006/main" noGrp="1"/>
          </p:cNvSpPr>
          <p:nvPr/>
        </p:nvSpPr>
        <p:spPr>
          <a:xfrm xmlns:a="http://schemas.openxmlformats.org/drawingml/2006/main">
            <a:off x="1181100" y="1885950"/>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01" name="histogram-digit-1-4">
            <a:extLst xmlns:a="http://schemas.openxmlformats.org/drawingml/2006/main">
              <a:ext uri="{FF2B5EF4-FFF2-40B4-BE49-F238E27FC236}">
                <a16:creationId xmlns:a16="http://schemas.microsoft.com/office/drawing/2014/main" id="{B2E66C1A-C07E-426A-9A3C-844F53882454}"/>
              </a:ext>
            </a:extLst>
          </p:cNvPr>
          <p:cNvSpPr>
            <a:spLocks xmlns:a="http://schemas.openxmlformats.org/drawingml/2006/main" noGrp="1"/>
          </p:cNvSpPr>
          <p:nvPr/>
        </p:nvSpPr>
        <p:spPr>
          <a:xfrm xmlns:a="http://schemas.openxmlformats.org/drawingml/2006/main">
            <a:off x="1400175" y="1885950"/>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02" name="histogram-digit-1-5">
            <a:extLst xmlns:a="http://schemas.openxmlformats.org/drawingml/2006/main">
              <a:ext uri="{FF2B5EF4-FFF2-40B4-BE49-F238E27FC236}">
                <a16:creationId xmlns:a16="http://schemas.microsoft.com/office/drawing/2014/main" id="{4A967BB2-1C77-4C95-BEC1-818E282559A0}"/>
              </a:ext>
            </a:extLst>
          </p:cNvPr>
          <p:cNvSpPr>
            <a:spLocks xmlns:a="http://schemas.openxmlformats.org/drawingml/2006/main" noGrp="1"/>
          </p:cNvSpPr>
          <p:nvPr/>
        </p:nvSpPr>
        <p:spPr>
          <a:xfrm xmlns:a="http://schemas.openxmlformats.org/drawingml/2006/main">
            <a:off x="1619250" y="1885950"/>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03" name="histogram-digit-1-6">
            <a:extLst xmlns:a="http://schemas.openxmlformats.org/drawingml/2006/main">
              <a:ext uri="{FF2B5EF4-FFF2-40B4-BE49-F238E27FC236}">
                <a16:creationId xmlns:a16="http://schemas.microsoft.com/office/drawing/2014/main" id="{B4CB9084-9A07-47C1-B8A6-5DFC405DFEE5}"/>
              </a:ext>
            </a:extLst>
          </p:cNvPr>
          <p:cNvSpPr>
            <a:spLocks xmlns:a="http://schemas.openxmlformats.org/drawingml/2006/main" noGrp="1"/>
          </p:cNvSpPr>
          <p:nvPr/>
        </p:nvSpPr>
        <p:spPr>
          <a:xfrm xmlns:a="http://schemas.openxmlformats.org/drawingml/2006/main">
            <a:off x="1838325" y="1885950"/>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04" name="histogram-digit-1-7">
            <a:extLst xmlns:a="http://schemas.openxmlformats.org/drawingml/2006/main">
              <a:ext uri="{FF2B5EF4-FFF2-40B4-BE49-F238E27FC236}">
                <a16:creationId xmlns:a16="http://schemas.microsoft.com/office/drawing/2014/main" id="{4577F792-A940-4743-B183-D12F641BD0F1}"/>
              </a:ext>
            </a:extLst>
          </p:cNvPr>
          <p:cNvSpPr>
            <a:spLocks xmlns:a="http://schemas.openxmlformats.org/drawingml/2006/main" noGrp="1"/>
          </p:cNvSpPr>
          <p:nvPr/>
        </p:nvSpPr>
        <p:spPr>
          <a:xfrm xmlns:a="http://schemas.openxmlformats.org/drawingml/2006/main">
            <a:off x="2057400" y="1885950"/>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05" name="histogram-digit-1-8">
            <a:extLst xmlns:a="http://schemas.openxmlformats.org/drawingml/2006/main">
              <a:ext uri="{FF2B5EF4-FFF2-40B4-BE49-F238E27FC236}">
                <a16:creationId xmlns:a16="http://schemas.microsoft.com/office/drawing/2014/main" id="{0CDD0A24-7305-403C-84C2-AE207460E0F1}"/>
              </a:ext>
            </a:extLst>
          </p:cNvPr>
          <p:cNvSpPr>
            <a:spLocks xmlns:a="http://schemas.openxmlformats.org/drawingml/2006/main" noGrp="1"/>
          </p:cNvSpPr>
          <p:nvPr/>
        </p:nvSpPr>
        <p:spPr>
          <a:xfrm xmlns:a="http://schemas.openxmlformats.org/drawingml/2006/main">
            <a:off x="2276475" y="1885950"/>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06" name="histogram-digit-1-9">
            <a:extLst xmlns:a="http://schemas.openxmlformats.org/drawingml/2006/main">
              <a:ext uri="{FF2B5EF4-FFF2-40B4-BE49-F238E27FC236}">
                <a16:creationId xmlns:a16="http://schemas.microsoft.com/office/drawing/2014/main" id="{E4B2F7CE-CE07-4A94-8A4F-51FA911C7C7A}"/>
              </a:ext>
            </a:extLst>
          </p:cNvPr>
          <p:cNvSpPr>
            <a:spLocks xmlns:a="http://schemas.openxmlformats.org/drawingml/2006/main" noGrp="1"/>
          </p:cNvSpPr>
          <p:nvPr/>
        </p:nvSpPr>
        <p:spPr>
          <a:xfrm xmlns:a="http://schemas.openxmlformats.org/drawingml/2006/main">
            <a:off x="2495550" y="1885950"/>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07" name="histogram-digit-2-0">
            <a:extLst xmlns:a="http://schemas.openxmlformats.org/drawingml/2006/main">
              <a:ext uri="{FF2B5EF4-FFF2-40B4-BE49-F238E27FC236}">
                <a16:creationId xmlns:a16="http://schemas.microsoft.com/office/drawing/2014/main" id="{C2F31D10-29FF-4221-98EE-1A22A4821919}"/>
              </a:ext>
            </a:extLst>
          </p:cNvPr>
          <p:cNvSpPr>
            <a:spLocks xmlns:a="http://schemas.openxmlformats.org/drawingml/2006/main" noGrp="1"/>
          </p:cNvSpPr>
          <p:nvPr/>
        </p:nvSpPr>
        <p:spPr>
          <a:xfrm xmlns:a="http://schemas.openxmlformats.org/drawingml/2006/main">
            <a:off x="523875" y="2105025"/>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08" name="histogram-digit-2-1">
            <a:extLst xmlns:a="http://schemas.openxmlformats.org/drawingml/2006/main">
              <a:ext uri="{FF2B5EF4-FFF2-40B4-BE49-F238E27FC236}">
                <a16:creationId xmlns:a16="http://schemas.microsoft.com/office/drawing/2014/main" id="{70D7DA49-3347-4B63-8A2E-FEAEA3465807}"/>
              </a:ext>
            </a:extLst>
          </p:cNvPr>
          <p:cNvSpPr>
            <a:spLocks xmlns:a="http://schemas.openxmlformats.org/drawingml/2006/main" noGrp="1"/>
          </p:cNvSpPr>
          <p:nvPr/>
        </p:nvSpPr>
        <p:spPr>
          <a:xfrm xmlns:a="http://schemas.openxmlformats.org/drawingml/2006/main">
            <a:off x="742950" y="2105025"/>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09" name="histogram-digit-2-2">
            <a:extLst xmlns:a="http://schemas.openxmlformats.org/drawingml/2006/main">
              <a:ext uri="{FF2B5EF4-FFF2-40B4-BE49-F238E27FC236}">
                <a16:creationId xmlns:a16="http://schemas.microsoft.com/office/drawing/2014/main" id="{7B8C4970-B787-434F-A4FB-5D7F03E8C26A}"/>
              </a:ext>
            </a:extLst>
          </p:cNvPr>
          <p:cNvSpPr>
            <a:spLocks xmlns:a="http://schemas.openxmlformats.org/drawingml/2006/main" noGrp="1"/>
          </p:cNvSpPr>
          <p:nvPr/>
        </p:nvSpPr>
        <p:spPr>
          <a:xfrm xmlns:a="http://schemas.openxmlformats.org/drawingml/2006/main">
            <a:off x="962025" y="2105025"/>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10" name="histogram-digit-2-3">
            <a:extLst xmlns:a="http://schemas.openxmlformats.org/drawingml/2006/main">
              <a:ext uri="{FF2B5EF4-FFF2-40B4-BE49-F238E27FC236}">
                <a16:creationId xmlns:a16="http://schemas.microsoft.com/office/drawing/2014/main" id="{07056C5E-91E2-4A4F-854B-C6FA0B5A5B75}"/>
              </a:ext>
            </a:extLst>
          </p:cNvPr>
          <p:cNvSpPr>
            <a:spLocks xmlns:a="http://schemas.openxmlformats.org/drawingml/2006/main" noGrp="1"/>
          </p:cNvSpPr>
          <p:nvPr/>
        </p:nvSpPr>
        <p:spPr>
          <a:xfrm xmlns:a="http://schemas.openxmlformats.org/drawingml/2006/main">
            <a:off x="1181100" y="2105025"/>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11" name="histogram-digit-2-4">
            <a:extLst xmlns:a="http://schemas.openxmlformats.org/drawingml/2006/main">
              <a:ext uri="{FF2B5EF4-FFF2-40B4-BE49-F238E27FC236}">
                <a16:creationId xmlns:a16="http://schemas.microsoft.com/office/drawing/2014/main" id="{0369EAB3-2BBB-4428-ADEB-4ADB79144E9C}"/>
              </a:ext>
            </a:extLst>
          </p:cNvPr>
          <p:cNvSpPr>
            <a:spLocks xmlns:a="http://schemas.openxmlformats.org/drawingml/2006/main" noGrp="1"/>
          </p:cNvSpPr>
          <p:nvPr/>
        </p:nvSpPr>
        <p:spPr>
          <a:xfrm xmlns:a="http://schemas.openxmlformats.org/drawingml/2006/main">
            <a:off x="1400175" y="2105025"/>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12" name="histogram-digit-2-5">
            <a:extLst xmlns:a="http://schemas.openxmlformats.org/drawingml/2006/main">
              <a:ext uri="{FF2B5EF4-FFF2-40B4-BE49-F238E27FC236}">
                <a16:creationId xmlns:a16="http://schemas.microsoft.com/office/drawing/2014/main" id="{CA33B5B2-2E17-4460-8280-94C9FE0433BD}"/>
              </a:ext>
            </a:extLst>
          </p:cNvPr>
          <p:cNvSpPr>
            <a:spLocks xmlns:a="http://schemas.openxmlformats.org/drawingml/2006/main" noGrp="1"/>
          </p:cNvSpPr>
          <p:nvPr/>
        </p:nvSpPr>
        <p:spPr>
          <a:xfrm xmlns:a="http://schemas.openxmlformats.org/drawingml/2006/main">
            <a:off x="1619250" y="2105025"/>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13" name="histogram-digit-2-6">
            <a:extLst xmlns:a="http://schemas.openxmlformats.org/drawingml/2006/main">
              <a:ext uri="{FF2B5EF4-FFF2-40B4-BE49-F238E27FC236}">
                <a16:creationId xmlns:a16="http://schemas.microsoft.com/office/drawing/2014/main" id="{0FE0B4B0-F264-44EC-A98F-FD7C0869195B}"/>
              </a:ext>
            </a:extLst>
          </p:cNvPr>
          <p:cNvSpPr>
            <a:spLocks xmlns:a="http://schemas.openxmlformats.org/drawingml/2006/main" noGrp="1"/>
          </p:cNvSpPr>
          <p:nvPr/>
        </p:nvSpPr>
        <p:spPr>
          <a:xfrm xmlns:a="http://schemas.openxmlformats.org/drawingml/2006/main">
            <a:off x="1838325" y="2105025"/>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14" name="histogram-digit-2-7">
            <a:extLst xmlns:a="http://schemas.openxmlformats.org/drawingml/2006/main">
              <a:ext uri="{FF2B5EF4-FFF2-40B4-BE49-F238E27FC236}">
                <a16:creationId xmlns:a16="http://schemas.microsoft.com/office/drawing/2014/main" id="{4620377D-53F6-43B8-B418-074C979FC1FD}"/>
              </a:ext>
            </a:extLst>
          </p:cNvPr>
          <p:cNvSpPr>
            <a:spLocks xmlns:a="http://schemas.openxmlformats.org/drawingml/2006/main" noGrp="1"/>
          </p:cNvSpPr>
          <p:nvPr/>
        </p:nvSpPr>
        <p:spPr>
          <a:xfrm xmlns:a="http://schemas.openxmlformats.org/drawingml/2006/main">
            <a:off x="2057400" y="2105025"/>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15" name="histogram-digit-2-8">
            <a:extLst xmlns:a="http://schemas.openxmlformats.org/drawingml/2006/main">
              <a:ext uri="{FF2B5EF4-FFF2-40B4-BE49-F238E27FC236}">
                <a16:creationId xmlns:a16="http://schemas.microsoft.com/office/drawing/2014/main" id="{B0EAF45A-8844-45AA-B491-7A074491BA81}"/>
              </a:ext>
            </a:extLst>
          </p:cNvPr>
          <p:cNvSpPr>
            <a:spLocks xmlns:a="http://schemas.openxmlformats.org/drawingml/2006/main" noGrp="1"/>
          </p:cNvSpPr>
          <p:nvPr/>
        </p:nvSpPr>
        <p:spPr>
          <a:xfrm xmlns:a="http://schemas.openxmlformats.org/drawingml/2006/main">
            <a:off x="2276475" y="2105025"/>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16" name="histogram-digit-2-9">
            <a:extLst xmlns:a="http://schemas.openxmlformats.org/drawingml/2006/main">
              <a:ext uri="{FF2B5EF4-FFF2-40B4-BE49-F238E27FC236}">
                <a16:creationId xmlns:a16="http://schemas.microsoft.com/office/drawing/2014/main" id="{A9492D4D-45FA-4481-B37D-2E136A80F6DC}"/>
              </a:ext>
            </a:extLst>
          </p:cNvPr>
          <p:cNvSpPr>
            <a:spLocks xmlns:a="http://schemas.openxmlformats.org/drawingml/2006/main" noGrp="1"/>
          </p:cNvSpPr>
          <p:nvPr/>
        </p:nvSpPr>
        <p:spPr>
          <a:xfrm xmlns:a="http://schemas.openxmlformats.org/drawingml/2006/main">
            <a:off x="2495550" y="2105025"/>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17" name="histogram-digit-3-0">
            <a:extLst xmlns:a="http://schemas.openxmlformats.org/drawingml/2006/main">
              <a:ext uri="{FF2B5EF4-FFF2-40B4-BE49-F238E27FC236}">
                <a16:creationId xmlns:a16="http://schemas.microsoft.com/office/drawing/2014/main" id="{1927A822-0D54-4CE8-BC76-ECB3BC5743F5}"/>
              </a:ext>
            </a:extLst>
          </p:cNvPr>
          <p:cNvSpPr>
            <a:spLocks xmlns:a="http://schemas.openxmlformats.org/drawingml/2006/main" noGrp="1"/>
          </p:cNvSpPr>
          <p:nvPr/>
        </p:nvSpPr>
        <p:spPr>
          <a:xfrm xmlns:a="http://schemas.openxmlformats.org/drawingml/2006/main">
            <a:off x="523875" y="2324100"/>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18" name="histogram-digit-3-1">
            <a:extLst xmlns:a="http://schemas.openxmlformats.org/drawingml/2006/main">
              <a:ext uri="{FF2B5EF4-FFF2-40B4-BE49-F238E27FC236}">
                <a16:creationId xmlns:a16="http://schemas.microsoft.com/office/drawing/2014/main" id="{00454EAC-ED3E-424E-939C-E206791A6B75}"/>
              </a:ext>
            </a:extLst>
          </p:cNvPr>
          <p:cNvSpPr>
            <a:spLocks xmlns:a="http://schemas.openxmlformats.org/drawingml/2006/main" noGrp="1"/>
          </p:cNvSpPr>
          <p:nvPr/>
        </p:nvSpPr>
        <p:spPr>
          <a:xfrm xmlns:a="http://schemas.openxmlformats.org/drawingml/2006/main">
            <a:off x="742950" y="2324100"/>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19" name="histogram-digit-3-2">
            <a:extLst xmlns:a="http://schemas.openxmlformats.org/drawingml/2006/main">
              <a:ext uri="{FF2B5EF4-FFF2-40B4-BE49-F238E27FC236}">
                <a16:creationId xmlns:a16="http://schemas.microsoft.com/office/drawing/2014/main" id="{78F97C01-7D34-4141-8C25-7EBE75887CE2}"/>
              </a:ext>
            </a:extLst>
          </p:cNvPr>
          <p:cNvSpPr>
            <a:spLocks xmlns:a="http://schemas.openxmlformats.org/drawingml/2006/main" noGrp="1"/>
          </p:cNvSpPr>
          <p:nvPr/>
        </p:nvSpPr>
        <p:spPr>
          <a:xfrm xmlns:a="http://schemas.openxmlformats.org/drawingml/2006/main">
            <a:off x="962025" y="2324100"/>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20" name="histogram-digit-3-3">
            <a:extLst xmlns:a="http://schemas.openxmlformats.org/drawingml/2006/main">
              <a:ext uri="{FF2B5EF4-FFF2-40B4-BE49-F238E27FC236}">
                <a16:creationId xmlns:a16="http://schemas.microsoft.com/office/drawing/2014/main" id="{94E63447-2125-4F8A-9584-AB6B62162AAF}"/>
              </a:ext>
            </a:extLst>
          </p:cNvPr>
          <p:cNvSpPr>
            <a:spLocks xmlns:a="http://schemas.openxmlformats.org/drawingml/2006/main" noGrp="1"/>
          </p:cNvSpPr>
          <p:nvPr/>
        </p:nvSpPr>
        <p:spPr>
          <a:xfrm xmlns:a="http://schemas.openxmlformats.org/drawingml/2006/main">
            <a:off x="1181100" y="2324100"/>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21" name="histogram-digit-3-4">
            <a:extLst xmlns:a="http://schemas.openxmlformats.org/drawingml/2006/main">
              <a:ext uri="{FF2B5EF4-FFF2-40B4-BE49-F238E27FC236}">
                <a16:creationId xmlns:a16="http://schemas.microsoft.com/office/drawing/2014/main" id="{859FC56B-1F30-40DF-963B-02690E9EDD46}"/>
              </a:ext>
            </a:extLst>
          </p:cNvPr>
          <p:cNvSpPr>
            <a:spLocks xmlns:a="http://schemas.openxmlformats.org/drawingml/2006/main" noGrp="1"/>
          </p:cNvSpPr>
          <p:nvPr/>
        </p:nvSpPr>
        <p:spPr>
          <a:xfrm xmlns:a="http://schemas.openxmlformats.org/drawingml/2006/main">
            <a:off x="1400175" y="2324100"/>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22" name="histogram-digit-3-5">
            <a:extLst xmlns:a="http://schemas.openxmlformats.org/drawingml/2006/main">
              <a:ext uri="{FF2B5EF4-FFF2-40B4-BE49-F238E27FC236}">
                <a16:creationId xmlns:a16="http://schemas.microsoft.com/office/drawing/2014/main" id="{783461E0-58C0-4C81-A43D-8A5DBA0897E5}"/>
              </a:ext>
            </a:extLst>
          </p:cNvPr>
          <p:cNvSpPr>
            <a:spLocks xmlns:a="http://schemas.openxmlformats.org/drawingml/2006/main" noGrp="1"/>
          </p:cNvSpPr>
          <p:nvPr/>
        </p:nvSpPr>
        <p:spPr>
          <a:xfrm xmlns:a="http://schemas.openxmlformats.org/drawingml/2006/main">
            <a:off x="1619250" y="2324100"/>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23" name="histogram-digit-3-6">
            <a:extLst xmlns:a="http://schemas.openxmlformats.org/drawingml/2006/main">
              <a:ext uri="{FF2B5EF4-FFF2-40B4-BE49-F238E27FC236}">
                <a16:creationId xmlns:a16="http://schemas.microsoft.com/office/drawing/2014/main" id="{25310D40-2559-41E3-9798-E90810739855}"/>
              </a:ext>
            </a:extLst>
          </p:cNvPr>
          <p:cNvSpPr>
            <a:spLocks xmlns:a="http://schemas.openxmlformats.org/drawingml/2006/main" noGrp="1"/>
          </p:cNvSpPr>
          <p:nvPr/>
        </p:nvSpPr>
        <p:spPr>
          <a:xfrm xmlns:a="http://schemas.openxmlformats.org/drawingml/2006/main">
            <a:off x="1838325" y="2324100"/>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24" name="histogram-digit-3-7">
            <a:extLst xmlns:a="http://schemas.openxmlformats.org/drawingml/2006/main">
              <a:ext uri="{FF2B5EF4-FFF2-40B4-BE49-F238E27FC236}">
                <a16:creationId xmlns:a16="http://schemas.microsoft.com/office/drawing/2014/main" id="{437DB8A7-EF22-4360-8083-549E2C3F120A}"/>
              </a:ext>
            </a:extLst>
          </p:cNvPr>
          <p:cNvSpPr>
            <a:spLocks xmlns:a="http://schemas.openxmlformats.org/drawingml/2006/main" noGrp="1"/>
          </p:cNvSpPr>
          <p:nvPr/>
        </p:nvSpPr>
        <p:spPr>
          <a:xfrm xmlns:a="http://schemas.openxmlformats.org/drawingml/2006/main">
            <a:off x="2057400" y="2324100"/>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25" name="histogram-digit-3-8">
            <a:extLst xmlns:a="http://schemas.openxmlformats.org/drawingml/2006/main">
              <a:ext uri="{FF2B5EF4-FFF2-40B4-BE49-F238E27FC236}">
                <a16:creationId xmlns:a16="http://schemas.microsoft.com/office/drawing/2014/main" id="{E4D9361A-E238-4822-912C-B012132F924B}"/>
              </a:ext>
            </a:extLst>
          </p:cNvPr>
          <p:cNvSpPr>
            <a:spLocks xmlns:a="http://schemas.openxmlformats.org/drawingml/2006/main" noGrp="1"/>
          </p:cNvSpPr>
          <p:nvPr/>
        </p:nvSpPr>
        <p:spPr>
          <a:xfrm xmlns:a="http://schemas.openxmlformats.org/drawingml/2006/main">
            <a:off x="2276475" y="2324100"/>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26" name="histogram-digit-3-9">
            <a:extLst xmlns:a="http://schemas.openxmlformats.org/drawingml/2006/main">
              <a:ext uri="{FF2B5EF4-FFF2-40B4-BE49-F238E27FC236}">
                <a16:creationId xmlns:a16="http://schemas.microsoft.com/office/drawing/2014/main" id="{F147EA0D-3A8C-40C1-9E39-014ABB7EE3DD}"/>
              </a:ext>
            </a:extLst>
          </p:cNvPr>
          <p:cNvSpPr>
            <a:spLocks xmlns:a="http://schemas.openxmlformats.org/drawingml/2006/main" noGrp="1"/>
          </p:cNvSpPr>
          <p:nvPr/>
        </p:nvSpPr>
        <p:spPr>
          <a:xfrm xmlns:a="http://schemas.openxmlformats.org/drawingml/2006/main">
            <a:off x="2495550" y="2324100"/>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27" name="histogram-digit-4-0">
            <a:extLst xmlns:a="http://schemas.openxmlformats.org/drawingml/2006/main">
              <a:ext uri="{FF2B5EF4-FFF2-40B4-BE49-F238E27FC236}">
                <a16:creationId xmlns:a16="http://schemas.microsoft.com/office/drawing/2014/main" id="{18254018-CD56-415C-9159-D496987785BE}"/>
              </a:ext>
            </a:extLst>
          </p:cNvPr>
          <p:cNvSpPr>
            <a:spLocks xmlns:a="http://schemas.openxmlformats.org/drawingml/2006/main" noGrp="1"/>
          </p:cNvSpPr>
          <p:nvPr/>
        </p:nvSpPr>
        <p:spPr>
          <a:xfrm xmlns:a="http://schemas.openxmlformats.org/drawingml/2006/main">
            <a:off x="523875" y="2543175"/>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28" name="histogram-digit-4-1">
            <a:extLst xmlns:a="http://schemas.openxmlformats.org/drawingml/2006/main">
              <a:ext uri="{FF2B5EF4-FFF2-40B4-BE49-F238E27FC236}">
                <a16:creationId xmlns:a16="http://schemas.microsoft.com/office/drawing/2014/main" id="{6AB1A088-D8EA-488F-BE65-576CB47EBE92}"/>
              </a:ext>
            </a:extLst>
          </p:cNvPr>
          <p:cNvSpPr>
            <a:spLocks xmlns:a="http://schemas.openxmlformats.org/drawingml/2006/main" noGrp="1"/>
          </p:cNvSpPr>
          <p:nvPr/>
        </p:nvSpPr>
        <p:spPr>
          <a:xfrm xmlns:a="http://schemas.openxmlformats.org/drawingml/2006/main">
            <a:off x="742950" y="2543175"/>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29" name="histogram-digit-4-2">
            <a:extLst xmlns:a="http://schemas.openxmlformats.org/drawingml/2006/main">
              <a:ext uri="{FF2B5EF4-FFF2-40B4-BE49-F238E27FC236}">
                <a16:creationId xmlns:a16="http://schemas.microsoft.com/office/drawing/2014/main" id="{C16581ED-B105-408F-8597-32FBB83A893C}"/>
              </a:ext>
            </a:extLst>
          </p:cNvPr>
          <p:cNvSpPr>
            <a:spLocks xmlns:a="http://schemas.openxmlformats.org/drawingml/2006/main" noGrp="1"/>
          </p:cNvSpPr>
          <p:nvPr/>
        </p:nvSpPr>
        <p:spPr>
          <a:xfrm xmlns:a="http://schemas.openxmlformats.org/drawingml/2006/main">
            <a:off x="962025" y="2543175"/>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30" name="histogram-digit-4-3">
            <a:extLst xmlns:a="http://schemas.openxmlformats.org/drawingml/2006/main">
              <a:ext uri="{FF2B5EF4-FFF2-40B4-BE49-F238E27FC236}">
                <a16:creationId xmlns:a16="http://schemas.microsoft.com/office/drawing/2014/main" id="{F0131AAC-E90F-43F6-9B1C-D17233353491}"/>
              </a:ext>
            </a:extLst>
          </p:cNvPr>
          <p:cNvSpPr>
            <a:spLocks xmlns:a="http://schemas.openxmlformats.org/drawingml/2006/main" noGrp="1"/>
          </p:cNvSpPr>
          <p:nvPr/>
        </p:nvSpPr>
        <p:spPr>
          <a:xfrm xmlns:a="http://schemas.openxmlformats.org/drawingml/2006/main">
            <a:off x="1181100" y="2543175"/>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31" name="histogram-digit-4-4">
            <a:extLst xmlns:a="http://schemas.openxmlformats.org/drawingml/2006/main">
              <a:ext uri="{FF2B5EF4-FFF2-40B4-BE49-F238E27FC236}">
                <a16:creationId xmlns:a16="http://schemas.microsoft.com/office/drawing/2014/main" id="{536DAD64-9BE7-4C68-A21C-AFEDEECDDE4A}"/>
              </a:ext>
            </a:extLst>
          </p:cNvPr>
          <p:cNvSpPr>
            <a:spLocks xmlns:a="http://schemas.openxmlformats.org/drawingml/2006/main" noGrp="1"/>
          </p:cNvSpPr>
          <p:nvPr/>
        </p:nvSpPr>
        <p:spPr>
          <a:xfrm xmlns:a="http://schemas.openxmlformats.org/drawingml/2006/main">
            <a:off x="1400175" y="2543175"/>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32" name="histogram-digit-4-5">
            <a:extLst xmlns:a="http://schemas.openxmlformats.org/drawingml/2006/main">
              <a:ext uri="{FF2B5EF4-FFF2-40B4-BE49-F238E27FC236}">
                <a16:creationId xmlns:a16="http://schemas.microsoft.com/office/drawing/2014/main" id="{613EABB3-1A67-48AA-869D-2C8F714A0C14}"/>
              </a:ext>
            </a:extLst>
          </p:cNvPr>
          <p:cNvSpPr>
            <a:spLocks xmlns:a="http://schemas.openxmlformats.org/drawingml/2006/main" noGrp="1"/>
          </p:cNvSpPr>
          <p:nvPr/>
        </p:nvSpPr>
        <p:spPr>
          <a:xfrm xmlns:a="http://schemas.openxmlformats.org/drawingml/2006/main">
            <a:off x="1619250" y="2543175"/>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33" name="histogram-digit-4-6">
            <a:extLst xmlns:a="http://schemas.openxmlformats.org/drawingml/2006/main">
              <a:ext uri="{FF2B5EF4-FFF2-40B4-BE49-F238E27FC236}">
                <a16:creationId xmlns:a16="http://schemas.microsoft.com/office/drawing/2014/main" id="{35DD64FA-E183-44CA-8BAF-1B98A0CFDAD9}"/>
              </a:ext>
            </a:extLst>
          </p:cNvPr>
          <p:cNvSpPr>
            <a:spLocks xmlns:a="http://schemas.openxmlformats.org/drawingml/2006/main" noGrp="1"/>
          </p:cNvSpPr>
          <p:nvPr/>
        </p:nvSpPr>
        <p:spPr>
          <a:xfrm xmlns:a="http://schemas.openxmlformats.org/drawingml/2006/main">
            <a:off x="1838325" y="2543175"/>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34" name="histogram-digit-4-7">
            <a:extLst xmlns:a="http://schemas.openxmlformats.org/drawingml/2006/main">
              <a:ext uri="{FF2B5EF4-FFF2-40B4-BE49-F238E27FC236}">
                <a16:creationId xmlns:a16="http://schemas.microsoft.com/office/drawing/2014/main" id="{0F7089C3-5394-4523-A5FA-E9BBE27CBCDB}"/>
              </a:ext>
            </a:extLst>
          </p:cNvPr>
          <p:cNvSpPr>
            <a:spLocks xmlns:a="http://schemas.openxmlformats.org/drawingml/2006/main" noGrp="1"/>
          </p:cNvSpPr>
          <p:nvPr/>
        </p:nvSpPr>
        <p:spPr>
          <a:xfrm xmlns:a="http://schemas.openxmlformats.org/drawingml/2006/main">
            <a:off x="2057400" y="2543175"/>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35" name="histogram-digit-4-8">
            <a:extLst xmlns:a="http://schemas.openxmlformats.org/drawingml/2006/main">
              <a:ext uri="{FF2B5EF4-FFF2-40B4-BE49-F238E27FC236}">
                <a16:creationId xmlns:a16="http://schemas.microsoft.com/office/drawing/2014/main" id="{22FF0B98-D089-4073-A036-EB742C52CEE2}"/>
              </a:ext>
            </a:extLst>
          </p:cNvPr>
          <p:cNvSpPr>
            <a:spLocks xmlns:a="http://schemas.openxmlformats.org/drawingml/2006/main" noGrp="1"/>
          </p:cNvSpPr>
          <p:nvPr/>
        </p:nvSpPr>
        <p:spPr>
          <a:xfrm xmlns:a="http://schemas.openxmlformats.org/drawingml/2006/main">
            <a:off x="2276475" y="2543175"/>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36" name="histogram-digit-4-9">
            <a:extLst xmlns:a="http://schemas.openxmlformats.org/drawingml/2006/main">
              <a:ext uri="{FF2B5EF4-FFF2-40B4-BE49-F238E27FC236}">
                <a16:creationId xmlns:a16="http://schemas.microsoft.com/office/drawing/2014/main" id="{4C2E085F-B73C-47B4-A941-EEE9902113FC}"/>
              </a:ext>
            </a:extLst>
          </p:cNvPr>
          <p:cNvSpPr>
            <a:spLocks xmlns:a="http://schemas.openxmlformats.org/drawingml/2006/main" noGrp="1"/>
          </p:cNvSpPr>
          <p:nvPr/>
        </p:nvSpPr>
        <p:spPr>
          <a:xfrm xmlns:a="http://schemas.openxmlformats.org/drawingml/2006/main">
            <a:off x="2495550" y="2543175"/>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37" name="histogram-digit-5-0">
            <a:extLst xmlns:a="http://schemas.openxmlformats.org/drawingml/2006/main">
              <a:ext uri="{FF2B5EF4-FFF2-40B4-BE49-F238E27FC236}">
                <a16:creationId xmlns:a16="http://schemas.microsoft.com/office/drawing/2014/main" id="{7A4757C9-B4DD-4B0F-95F0-1A2911A07CBD}"/>
              </a:ext>
            </a:extLst>
          </p:cNvPr>
          <p:cNvSpPr>
            <a:spLocks xmlns:a="http://schemas.openxmlformats.org/drawingml/2006/main" noGrp="1"/>
          </p:cNvSpPr>
          <p:nvPr/>
        </p:nvSpPr>
        <p:spPr>
          <a:xfrm xmlns:a="http://schemas.openxmlformats.org/drawingml/2006/main">
            <a:off x="523875" y="2762250"/>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38" name="histogram-digit-5-1">
            <a:extLst xmlns:a="http://schemas.openxmlformats.org/drawingml/2006/main">
              <a:ext uri="{FF2B5EF4-FFF2-40B4-BE49-F238E27FC236}">
                <a16:creationId xmlns:a16="http://schemas.microsoft.com/office/drawing/2014/main" id="{87F57CA7-3D84-4DF4-94B9-BD49A11742C9}"/>
              </a:ext>
            </a:extLst>
          </p:cNvPr>
          <p:cNvSpPr>
            <a:spLocks xmlns:a="http://schemas.openxmlformats.org/drawingml/2006/main" noGrp="1"/>
          </p:cNvSpPr>
          <p:nvPr/>
        </p:nvSpPr>
        <p:spPr>
          <a:xfrm xmlns:a="http://schemas.openxmlformats.org/drawingml/2006/main">
            <a:off x="742950" y="2762250"/>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39" name="histogram-digit-5-2">
            <a:extLst xmlns:a="http://schemas.openxmlformats.org/drawingml/2006/main">
              <a:ext uri="{FF2B5EF4-FFF2-40B4-BE49-F238E27FC236}">
                <a16:creationId xmlns:a16="http://schemas.microsoft.com/office/drawing/2014/main" id="{6DDC913C-D586-4630-93AE-964A20D65653}"/>
              </a:ext>
            </a:extLst>
          </p:cNvPr>
          <p:cNvSpPr>
            <a:spLocks xmlns:a="http://schemas.openxmlformats.org/drawingml/2006/main" noGrp="1"/>
          </p:cNvSpPr>
          <p:nvPr/>
        </p:nvSpPr>
        <p:spPr>
          <a:xfrm xmlns:a="http://schemas.openxmlformats.org/drawingml/2006/main">
            <a:off x="962025" y="2762250"/>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40" name="histogram-digit-5-3">
            <a:extLst xmlns:a="http://schemas.openxmlformats.org/drawingml/2006/main">
              <a:ext uri="{FF2B5EF4-FFF2-40B4-BE49-F238E27FC236}">
                <a16:creationId xmlns:a16="http://schemas.microsoft.com/office/drawing/2014/main" id="{BAE6CE3D-B43F-42D6-8C3B-C96CA6AD342A}"/>
              </a:ext>
            </a:extLst>
          </p:cNvPr>
          <p:cNvSpPr>
            <a:spLocks xmlns:a="http://schemas.openxmlformats.org/drawingml/2006/main" noGrp="1"/>
          </p:cNvSpPr>
          <p:nvPr/>
        </p:nvSpPr>
        <p:spPr>
          <a:xfrm xmlns:a="http://schemas.openxmlformats.org/drawingml/2006/main">
            <a:off x="1181100" y="2762250"/>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41" name="histogram-digit-5-4">
            <a:extLst xmlns:a="http://schemas.openxmlformats.org/drawingml/2006/main">
              <a:ext uri="{FF2B5EF4-FFF2-40B4-BE49-F238E27FC236}">
                <a16:creationId xmlns:a16="http://schemas.microsoft.com/office/drawing/2014/main" id="{2C747AAB-ECB3-4D10-8170-FAE308BD24C0}"/>
              </a:ext>
            </a:extLst>
          </p:cNvPr>
          <p:cNvSpPr>
            <a:spLocks xmlns:a="http://schemas.openxmlformats.org/drawingml/2006/main" noGrp="1"/>
          </p:cNvSpPr>
          <p:nvPr/>
        </p:nvSpPr>
        <p:spPr>
          <a:xfrm xmlns:a="http://schemas.openxmlformats.org/drawingml/2006/main">
            <a:off x="1400175" y="2762250"/>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42" name="histogram-digit-5-5">
            <a:extLst xmlns:a="http://schemas.openxmlformats.org/drawingml/2006/main">
              <a:ext uri="{FF2B5EF4-FFF2-40B4-BE49-F238E27FC236}">
                <a16:creationId xmlns:a16="http://schemas.microsoft.com/office/drawing/2014/main" id="{CC0E1221-2703-4160-BA2B-17D78BCF8775}"/>
              </a:ext>
            </a:extLst>
          </p:cNvPr>
          <p:cNvSpPr>
            <a:spLocks xmlns:a="http://schemas.openxmlformats.org/drawingml/2006/main" noGrp="1"/>
          </p:cNvSpPr>
          <p:nvPr/>
        </p:nvSpPr>
        <p:spPr>
          <a:xfrm xmlns:a="http://schemas.openxmlformats.org/drawingml/2006/main">
            <a:off x="1619250" y="2762250"/>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43" name="histogram-digit-5-6">
            <a:extLst xmlns:a="http://schemas.openxmlformats.org/drawingml/2006/main">
              <a:ext uri="{FF2B5EF4-FFF2-40B4-BE49-F238E27FC236}">
                <a16:creationId xmlns:a16="http://schemas.microsoft.com/office/drawing/2014/main" id="{FC86B43E-B047-485F-A168-863D25D23E7E}"/>
              </a:ext>
            </a:extLst>
          </p:cNvPr>
          <p:cNvSpPr>
            <a:spLocks xmlns:a="http://schemas.openxmlformats.org/drawingml/2006/main" noGrp="1"/>
          </p:cNvSpPr>
          <p:nvPr/>
        </p:nvSpPr>
        <p:spPr>
          <a:xfrm xmlns:a="http://schemas.openxmlformats.org/drawingml/2006/main">
            <a:off x="1838325" y="2762250"/>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44" name="histogram-digit-5-7">
            <a:extLst xmlns:a="http://schemas.openxmlformats.org/drawingml/2006/main">
              <a:ext uri="{FF2B5EF4-FFF2-40B4-BE49-F238E27FC236}">
                <a16:creationId xmlns:a16="http://schemas.microsoft.com/office/drawing/2014/main" id="{6C325EA7-418A-43B4-9C83-F5FAF73BFAED}"/>
              </a:ext>
            </a:extLst>
          </p:cNvPr>
          <p:cNvSpPr>
            <a:spLocks xmlns:a="http://schemas.openxmlformats.org/drawingml/2006/main" noGrp="1"/>
          </p:cNvSpPr>
          <p:nvPr/>
        </p:nvSpPr>
        <p:spPr>
          <a:xfrm xmlns:a="http://schemas.openxmlformats.org/drawingml/2006/main">
            <a:off x="2057400" y="2762250"/>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45" name="histogram-digit-5-8">
            <a:extLst xmlns:a="http://schemas.openxmlformats.org/drawingml/2006/main">
              <a:ext uri="{FF2B5EF4-FFF2-40B4-BE49-F238E27FC236}">
                <a16:creationId xmlns:a16="http://schemas.microsoft.com/office/drawing/2014/main" id="{6166973B-CD30-4DB2-AFBC-23F7DC986E20}"/>
              </a:ext>
            </a:extLst>
          </p:cNvPr>
          <p:cNvSpPr>
            <a:spLocks xmlns:a="http://schemas.openxmlformats.org/drawingml/2006/main" noGrp="1"/>
          </p:cNvSpPr>
          <p:nvPr/>
        </p:nvSpPr>
        <p:spPr>
          <a:xfrm xmlns:a="http://schemas.openxmlformats.org/drawingml/2006/main">
            <a:off x="2276475" y="2762250"/>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46" name="histogram-digit-5-9">
            <a:extLst xmlns:a="http://schemas.openxmlformats.org/drawingml/2006/main">
              <a:ext uri="{FF2B5EF4-FFF2-40B4-BE49-F238E27FC236}">
                <a16:creationId xmlns:a16="http://schemas.microsoft.com/office/drawing/2014/main" id="{BF16D87A-08A1-4F57-8290-A627C60BBD4E}"/>
              </a:ext>
            </a:extLst>
          </p:cNvPr>
          <p:cNvSpPr>
            <a:spLocks xmlns:a="http://schemas.openxmlformats.org/drawingml/2006/main" noGrp="1"/>
          </p:cNvSpPr>
          <p:nvPr/>
        </p:nvSpPr>
        <p:spPr>
          <a:xfrm xmlns:a="http://schemas.openxmlformats.org/drawingml/2006/main">
            <a:off x="2495550" y="2762250"/>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47" name="histogram-digit-6-0">
            <a:extLst xmlns:a="http://schemas.openxmlformats.org/drawingml/2006/main">
              <a:ext uri="{FF2B5EF4-FFF2-40B4-BE49-F238E27FC236}">
                <a16:creationId xmlns:a16="http://schemas.microsoft.com/office/drawing/2014/main" id="{ABBE4079-C618-4E8A-BE91-4BF424DC85F9}"/>
              </a:ext>
            </a:extLst>
          </p:cNvPr>
          <p:cNvSpPr>
            <a:spLocks xmlns:a="http://schemas.openxmlformats.org/drawingml/2006/main" noGrp="1"/>
          </p:cNvSpPr>
          <p:nvPr/>
        </p:nvSpPr>
        <p:spPr>
          <a:xfrm xmlns:a="http://schemas.openxmlformats.org/drawingml/2006/main">
            <a:off x="523875" y="2981325"/>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48" name="histogram-digit-6-1">
            <a:extLst xmlns:a="http://schemas.openxmlformats.org/drawingml/2006/main">
              <a:ext uri="{FF2B5EF4-FFF2-40B4-BE49-F238E27FC236}">
                <a16:creationId xmlns:a16="http://schemas.microsoft.com/office/drawing/2014/main" id="{23E0F04C-5BCB-4AA6-A476-2D7578F1CA67}"/>
              </a:ext>
            </a:extLst>
          </p:cNvPr>
          <p:cNvSpPr>
            <a:spLocks xmlns:a="http://schemas.openxmlformats.org/drawingml/2006/main" noGrp="1"/>
          </p:cNvSpPr>
          <p:nvPr/>
        </p:nvSpPr>
        <p:spPr>
          <a:xfrm xmlns:a="http://schemas.openxmlformats.org/drawingml/2006/main">
            <a:off x="742950" y="2981325"/>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49" name="histogram-digit-6-2">
            <a:extLst xmlns:a="http://schemas.openxmlformats.org/drawingml/2006/main">
              <a:ext uri="{FF2B5EF4-FFF2-40B4-BE49-F238E27FC236}">
                <a16:creationId xmlns:a16="http://schemas.microsoft.com/office/drawing/2014/main" id="{02385EE7-18A5-40F5-B9AE-4988400BA633}"/>
              </a:ext>
            </a:extLst>
          </p:cNvPr>
          <p:cNvSpPr>
            <a:spLocks xmlns:a="http://schemas.openxmlformats.org/drawingml/2006/main" noGrp="1"/>
          </p:cNvSpPr>
          <p:nvPr/>
        </p:nvSpPr>
        <p:spPr>
          <a:xfrm xmlns:a="http://schemas.openxmlformats.org/drawingml/2006/main">
            <a:off x="962025" y="2981325"/>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50" name="histogram-digit-6-3">
            <a:extLst xmlns:a="http://schemas.openxmlformats.org/drawingml/2006/main">
              <a:ext uri="{FF2B5EF4-FFF2-40B4-BE49-F238E27FC236}">
                <a16:creationId xmlns:a16="http://schemas.microsoft.com/office/drawing/2014/main" id="{210D1F5B-7669-425B-A400-C8B248806A4C}"/>
              </a:ext>
            </a:extLst>
          </p:cNvPr>
          <p:cNvSpPr>
            <a:spLocks xmlns:a="http://schemas.openxmlformats.org/drawingml/2006/main" noGrp="1"/>
          </p:cNvSpPr>
          <p:nvPr/>
        </p:nvSpPr>
        <p:spPr>
          <a:xfrm xmlns:a="http://schemas.openxmlformats.org/drawingml/2006/main">
            <a:off x="1181100" y="2981325"/>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51" name="histogram-digit-6-4">
            <a:extLst xmlns:a="http://schemas.openxmlformats.org/drawingml/2006/main">
              <a:ext uri="{FF2B5EF4-FFF2-40B4-BE49-F238E27FC236}">
                <a16:creationId xmlns:a16="http://schemas.microsoft.com/office/drawing/2014/main" id="{A1D9676A-30F3-496C-837A-C8C93028EF6B}"/>
              </a:ext>
            </a:extLst>
          </p:cNvPr>
          <p:cNvSpPr>
            <a:spLocks xmlns:a="http://schemas.openxmlformats.org/drawingml/2006/main" noGrp="1"/>
          </p:cNvSpPr>
          <p:nvPr/>
        </p:nvSpPr>
        <p:spPr>
          <a:xfrm xmlns:a="http://schemas.openxmlformats.org/drawingml/2006/main">
            <a:off x="1400175" y="2981325"/>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52" name="histogram-digit-6-5">
            <a:extLst xmlns:a="http://schemas.openxmlformats.org/drawingml/2006/main">
              <a:ext uri="{FF2B5EF4-FFF2-40B4-BE49-F238E27FC236}">
                <a16:creationId xmlns:a16="http://schemas.microsoft.com/office/drawing/2014/main" id="{6F50C993-C133-4442-B250-9F65D84ABF1D}"/>
              </a:ext>
            </a:extLst>
          </p:cNvPr>
          <p:cNvSpPr>
            <a:spLocks xmlns:a="http://schemas.openxmlformats.org/drawingml/2006/main" noGrp="1"/>
          </p:cNvSpPr>
          <p:nvPr/>
        </p:nvSpPr>
        <p:spPr>
          <a:xfrm xmlns:a="http://schemas.openxmlformats.org/drawingml/2006/main">
            <a:off x="1619250" y="2981325"/>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53" name="histogram-digit-6-6">
            <a:extLst xmlns:a="http://schemas.openxmlformats.org/drawingml/2006/main">
              <a:ext uri="{FF2B5EF4-FFF2-40B4-BE49-F238E27FC236}">
                <a16:creationId xmlns:a16="http://schemas.microsoft.com/office/drawing/2014/main" id="{42649E59-A8A1-4188-9BBC-4343B3344A21}"/>
              </a:ext>
            </a:extLst>
          </p:cNvPr>
          <p:cNvSpPr>
            <a:spLocks xmlns:a="http://schemas.openxmlformats.org/drawingml/2006/main" noGrp="1"/>
          </p:cNvSpPr>
          <p:nvPr/>
        </p:nvSpPr>
        <p:spPr>
          <a:xfrm xmlns:a="http://schemas.openxmlformats.org/drawingml/2006/main">
            <a:off x="1838325" y="2981325"/>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54" name="histogram-digit-6-7">
            <a:extLst xmlns:a="http://schemas.openxmlformats.org/drawingml/2006/main">
              <a:ext uri="{FF2B5EF4-FFF2-40B4-BE49-F238E27FC236}">
                <a16:creationId xmlns:a16="http://schemas.microsoft.com/office/drawing/2014/main" id="{77235C75-C27B-4A37-8983-DF4819D40B7A}"/>
              </a:ext>
            </a:extLst>
          </p:cNvPr>
          <p:cNvSpPr>
            <a:spLocks xmlns:a="http://schemas.openxmlformats.org/drawingml/2006/main" noGrp="1"/>
          </p:cNvSpPr>
          <p:nvPr/>
        </p:nvSpPr>
        <p:spPr>
          <a:xfrm xmlns:a="http://schemas.openxmlformats.org/drawingml/2006/main">
            <a:off x="2057400" y="2981325"/>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55" name="histogram-digit-6-8">
            <a:extLst xmlns:a="http://schemas.openxmlformats.org/drawingml/2006/main">
              <a:ext uri="{FF2B5EF4-FFF2-40B4-BE49-F238E27FC236}">
                <a16:creationId xmlns:a16="http://schemas.microsoft.com/office/drawing/2014/main" id="{9F3A8467-C25A-4459-A353-EED2D611A831}"/>
              </a:ext>
            </a:extLst>
          </p:cNvPr>
          <p:cNvSpPr>
            <a:spLocks xmlns:a="http://schemas.openxmlformats.org/drawingml/2006/main" noGrp="1"/>
          </p:cNvSpPr>
          <p:nvPr/>
        </p:nvSpPr>
        <p:spPr>
          <a:xfrm xmlns:a="http://schemas.openxmlformats.org/drawingml/2006/main">
            <a:off x="2276475" y="2981325"/>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56" name="histogram-digit-6-9">
            <a:extLst xmlns:a="http://schemas.openxmlformats.org/drawingml/2006/main">
              <a:ext uri="{FF2B5EF4-FFF2-40B4-BE49-F238E27FC236}">
                <a16:creationId xmlns:a16="http://schemas.microsoft.com/office/drawing/2014/main" id="{9731AB88-FAB7-4454-9669-10686E81C9F6}"/>
              </a:ext>
            </a:extLst>
          </p:cNvPr>
          <p:cNvSpPr>
            <a:spLocks xmlns:a="http://schemas.openxmlformats.org/drawingml/2006/main" noGrp="1"/>
          </p:cNvSpPr>
          <p:nvPr/>
        </p:nvSpPr>
        <p:spPr>
          <a:xfrm xmlns:a="http://schemas.openxmlformats.org/drawingml/2006/main">
            <a:off x="2495550" y="2981325"/>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57" name="histogram-digit-7-0">
            <a:extLst xmlns:a="http://schemas.openxmlformats.org/drawingml/2006/main">
              <a:ext uri="{FF2B5EF4-FFF2-40B4-BE49-F238E27FC236}">
                <a16:creationId xmlns:a16="http://schemas.microsoft.com/office/drawing/2014/main" id="{E5AF3E88-524C-4013-9AD8-0869592F971E}"/>
              </a:ext>
            </a:extLst>
          </p:cNvPr>
          <p:cNvSpPr>
            <a:spLocks xmlns:a="http://schemas.openxmlformats.org/drawingml/2006/main" noGrp="1"/>
          </p:cNvSpPr>
          <p:nvPr/>
        </p:nvSpPr>
        <p:spPr>
          <a:xfrm xmlns:a="http://schemas.openxmlformats.org/drawingml/2006/main">
            <a:off x="523875" y="3200400"/>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58" name="histogram-digit-7-1">
            <a:extLst xmlns:a="http://schemas.openxmlformats.org/drawingml/2006/main">
              <a:ext uri="{FF2B5EF4-FFF2-40B4-BE49-F238E27FC236}">
                <a16:creationId xmlns:a16="http://schemas.microsoft.com/office/drawing/2014/main" id="{FA32F623-8149-4E2A-B6BC-69F57ECDD49D}"/>
              </a:ext>
            </a:extLst>
          </p:cNvPr>
          <p:cNvSpPr>
            <a:spLocks xmlns:a="http://schemas.openxmlformats.org/drawingml/2006/main" noGrp="1"/>
          </p:cNvSpPr>
          <p:nvPr/>
        </p:nvSpPr>
        <p:spPr>
          <a:xfrm xmlns:a="http://schemas.openxmlformats.org/drawingml/2006/main">
            <a:off x="742950" y="3200400"/>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59" name="histogram-digit-7-2">
            <a:extLst xmlns:a="http://schemas.openxmlformats.org/drawingml/2006/main">
              <a:ext uri="{FF2B5EF4-FFF2-40B4-BE49-F238E27FC236}">
                <a16:creationId xmlns:a16="http://schemas.microsoft.com/office/drawing/2014/main" id="{DAF8F0EF-029E-4F8C-A76D-0B5A77FC4CFC}"/>
              </a:ext>
            </a:extLst>
          </p:cNvPr>
          <p:cNvSpPr>
            <a:spLocks xmlns:a="http://schemas.openxmlformats.org/drawingml/2006/main" noGrp="1"/>
          </p:cNvSpPr>
          <p:nvPr/>
        </p:nvSpPr>
        <p:spPr>
          <a:xfrm xmlns:a="http://schemas.openxmlformats.org/drawingml/2006/main">
            <a:off x="962025" y="3200400"/>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60" name="histogram-digit-7-3">
            <a:extLst xmlns:a="http://schemas.openxmlformats.org/drawingml/2006/main">
              <a:ext uri="{FF2B5EF4-FFF2-40B4-BE49-F238E27FC236}">
                <a16:creationId xmlns:a16="http://schemas.microsoft.com/office/drawing/2014/main" id="{50617D2B-E308-41A8-AFE6-886EC931CA3A}"/>
              </a:ext>
            </a:extLst>
          </p:cNvPr>
          <p:cNvSpPr>
            <a:spLocks xmlns:a="http://schemas.openxmlformats.org/drawingml/2006/main" noGrp="1"/>
          </p:cNvSpPr>
          <p:nvPr/>
        </p:nvSpPr>
        <p:spPr>
          <a:xfrm xmlns:a="http://schemas.openxmlformats.org/drawingml/2006/main">
            <a:off x="1181100" y="3200400"/>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61" name="histogram-digit-7-4">
            <a:extLst xmlns:a="http://schemas.openxmlformats.org/drawingml/2006/main">
              <a:ext uri="{FF2B5EF4-FFF2-40B4-BE49-F238E27FC236}">
                <a16:creationId xmlns:a16="http://schemas.microsoft.com/office/drawing/2014/main" id="{6C7FFC14-F9EF-4791-9D03-958ADDD24049}"/>
              </a:ext>
            </a:extLst>
          </p:cNvPr>
          <p:cNvSpPr>
            <a:spLocks xmlns:a="http://schemas.openxmlformats.org/drawingml/2006/main" noGrp="1"/>
          </p:cNvSpPr>
          <p:nvPr/>
        </p:nvSpPr>
        <p:spPr>
          <a:xfrm xmlns:a="http://schemas.openxmlformats.org/drawingml/2006/main">
            <a:off x="1400175" y="3200400"/>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62" name="histogram-digit-7-5">
            <a:extLst xmlns:a="http://schemas.openxmlformats.org/drawingml/2006/main">
              <a:ext uri="{FF2B5EF4-FFF2-40B4-BE49-F238E27FC236}">
                <a16:creationId xmlns:a16="http://schemas.microsoft.com/office/drawing/2014/main" id="{857F9851-BC56-4D9F-AFE3-B3AE7C3D33C9}"/>
              </a:ext>
            </a:extLst>
          </p:cNvPr>
          <p:cNvSpPr>
            <a:spLocks xmlns:a="http://schemas.openxmlformats.org/drawingml/2006/main" noGrp="1"/>
          </p:cNvSpPr>
          <p:nvPr/>
        </p:nvSpPr>
        <p:spPr>
          <a:xfrm xmlns:a="http://schemas.openxmlformats.org/drawingml/2006/main">
            <a:off x="1619250" y="3200400"/>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63" name="histogram-digit-7-6">
            <a:extLst xmlns:a="http://schemas.openxmlformats.org/drawingml/2006/main">
              <a:ext uri="{FF2B5EF4-FFF2-40B4-BE49-F238E27FC236}">
                <a16:creationId xmlns:a16="http://schemas.microsoft.com/office/drawing/2014/main" id="{4CF6E338-4797-44DB-ACCF-B3703230B15C}"/>
              </a:ext>
            </a:extLst>
          </p:cNvPr>
          <p:cNvSpPr>
            <a:spLocks xmlns:a="http://schemas.openxmlformats.org/drawingml/2006/main" noGrp="1"/>
          </p:cNvSpPr>
          <p:nvPr/>
        </p:nvSpPr>
        <p:spPr>
          <a:xfrm xmlns:a="http://schemas.openxmlformats.org/drawingml/2006/main">
            <a:off x="1838325" y="3200400"/>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64" name="histogram-digit-7-7">
            <a:extLst xmlns:a="http://schemas.openxmlformats.org/drawingml/2006/main">
              <a:ext uri="{FF2B5EF4-FFF2-40B4-BE49-F238E27FC236}">
                <a16:creationId xmlns:a16="http://schemas.microsoft.com/office/drawing/2014/main" id="{15148FED-1FC7-4661-B490-220BD7E9F3B0}"/>
              </a:ext>
            </a:extLst>
          </p:cNvPr>
          <p:cNvSpPr>
            <a:spLocks xmlns:a="http://schemas.openxmlformats.org/drawingml/2006/main" noGrp="1"/>
          </p:cNvSpPr>
          <p:nvPr/>
        </p:nvSpPr>
        <p:spPr>
          <a:xfrm xmlns:a="http://schemas.openxmlformats.org/drawingml/2006/main">
            <a:off x="2057400" y="3200400"/>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65" name="histogram-digit-7-8">
            <a:extLst xmlns:a="http://schemas.openxmlformats.org/drawingml/2006/main">
              <a:ext uri="{FF2B5EF4-FFF2-40B4-BE49-F238E27FC236}">
                <a16:creationId xmlns:a16="http://schemas.microsoft.com/office/drawing/2014/main" id="{7305696A-9E9F-4E2C-ADAB-F0FDAA9EBE56}"/>
              </a:ext>
            </a:extLst>
          </p:cNvPr>
          <p:cNvSpPr>
            <a:spLocks xmlns:a="http://schemas.openxmlformats.org/drawingml/2006/main" noGrp="1"/>
          </p:cNvSpPr>
          <p:nvPr/>
        </p:nvSpPr>
        <p:spPr>
          <a:xfrm xmlns:a="http://schemas.openxmlformats.org/drawingml/2006/main">
            <a:off x="2276475" y="3200400"/>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66" name="histogram-digit-7-9">
            <a:extLst xmlns:a="http://schemas.openxmlformats.org/drawingml/2006/main">
              <a:ext uri="{FF2B5EF4-FFF2-40B4-BE49-F238E27FC236}">
                <a16:creationId xmlns:a16="http://schemas.microsoft.com/office/drawing/2014/main" id="{58D4862D-CC5E-409B-9106-877D87554C03}"/>
              </a:ext>
            </a:extLst>
          </p:cNvPr>
          <p:cNvSpPr>
            <a:spLocks xmlns:a="http://schemas.openxmlformats.org/drawingml/2006/main" noGrp="1"/>
          </p:cNvSpPr>
          <p:nvPr/>
        </p:nvSpPr>
        <p:spPr>
          <a:xfrm xmlns:a="http://schemas.openxmlformats.org/drawingml/2006/main">
            <a:off x="2495550" y="3200400"/>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67" name="histogram-digit-8-0">
            <a:extLst xmlns:a="http://schemas.openxmlformats.org/drawingml/2006/main">
              <a:ext uri="{FF2B5EF4-FFF2-40B4-BE49-F238E27FC236}">
                <a16:creationId xmlns:a16="http://schemas.microsoft.com/office/drawing/2014/main" id="{6871593A-4FF0-4F4E-88A2-FFD500B779C1}"/>
              </a:ext>
            </a:extLst>
          </p:cNvPr>
          <p:cNvSpPr>
            <a:spLocks xmlns:a="http://schemas.openxmlformats.org/drawingml/2006/main" noGrp="1"/>
          </p:cNvSpPr>
          <p:nvPr/>
        </p:nvSpPr>
        <p:spPr>
          <a:xfrm xmlns:a="http://schemas.openxmlformats.org/drawingml/2006/main">
            <a:off x="523875" y="3419475"/>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68" name="histogram-digit-8-1">
            <a:extLst xmlns:a="http://schemas.openxmlformats.org/drawingml/2006/main">
              <a:ext uri="{FF2B5EF4-FFF2-40B4-BE49-F238E27FC236}">
                <a16:creationId xmlns:a16="http://schemas.microsoft.com/office/drawing/2014/main" id="{0884B031-9CC1-4D52-9A9C-C61471770C37}"/>
              </a:ext>
            </a:extLst>
          </p:cNvPr>
          <p:cNvSpPr>
            <a:spLocks xmlns:a="http://schemas.openxmlformats.org/drawingml/2006/main" noGrp="1"/>
          </p:cNvSpPr>
          <p:nvPr/>
        </p:nvSpPr>
        <p:spPr>
          <a:xfrm xmlns:a="http://schemas.openxmlformats.org/drawingml/2006/main">
            <a:off x="742950" y="3419475"/>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69" name="histogram-digit-8-2">
            <a:extLst xmlns:a="http://schemas.openxmlformats.org/drawingml/2006/main">
              <a:ext uri="{FF2B5EF4-FFF2-40B4-BE49-F238E27FC236}">
                <a16:creationId xmlns:a16="http://schemas.microsoft.com/office/drawing/2014/main" id="{3CB0E4B0-B56D-4A0C-9E9C-7A90BA60913D}"/>
              </a:ext>
            </a:extLst>
          </p:cNvPr>
          <p:cNvSpPr>
            <a:spLocks xmlns:a="http://schemas.openxmlformats.org/drawingml/2006/main" noGrp="1"/>
          </p:cNvSpPr>
          <p:nvPr/>
        </p:nvSpPr>
        <p:spPr>
          <a:xfrm xmlns:a="http://schemas.openxmlformats.org/drawingml/2006/main">
            <a:off x="962025" y="3419475"/>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70" name="histogram-digit-8-3">
            <a:extLst xmlns:a="http://schemas.openxmlformats.org/drawingml/2006/main">
              <a:ext uri="{FF2B5EF4-FFF2-40B4-BE49-F238E27FC236}">
                <a16:creationId xmlns:a16="http://schemas.microsoft.com/office/drawing/2014/main" id="{ECFB9CE7-8CBF-4D19-844F-47A493D58A2C}"/>
              </a:ext>
            </a:extLst>
          </p:cNvPr>
          <p:cNvSpPr>
            <a:spLocks xmlns:a="http://schemas.openxmlformats.org/drawingml/2006/main" noGrp="1"/>
          </p:cNvSpPr>
          <p:nvPr/>
        </p:nvSpPr>
        <p:spPr>
          <a:xfrm xmlns:a="http://schemas.openxmlformats.org/drawingml/2006/main">
            <a:off x="1181100" y="3419475"/>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71" name="histogram-digit-8-4">
            <a:extLst xmlns:a="http://schemas.openxmlformats.org/drawingml/2006/main">
              <a:ext uri="{FF2B5EF4-FFF2-40B4-BE49-F238E27FC236}">
                <a16:creationId xmlns:a16="http://schemas.microsoft.com/office/drawing/2014/main" id="{19A7410D-431E-4967-8ABD-1457FA03E1E1}"/>
              </a:ext>
            </a:extLst>
          </p:cNvPr>
          <p:cNvSpPr>
            <a:spLocks xmlns:a="http://schemas.openxmlformats.org/drawingml/2006/main" noGrp="1"/>
          </p:cNvSpPr>
          <p:nvPr/>
        </p:nvSpPr>
        <p:spPr>
          <a:xfrm xmlns:a="http://schemas.openxmlformats.org/drawingml/2006/main">
            <a:off x="1400175" y="3419475"/>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72" name="histogram-digit-8-5">
            <a:extLst xmlns:a="http://schemas.openxmlformats.org/drawingml/2006/main">
              <a:ext uri="{FF2B5EF4-FFF2-40B4-BE49-F238E27FC236}">
                <a16:creationId xmlns:a16="http://schemas.microsoft.com/office/drawing/2014/main" id="{93A6A287-300E-4E1C-888B-4C6FF20C7672}"/>
              </a:ext>
            </a:extLst>
          </p:cNvPr>
          <p:cNvSpPr>
            <a:spLocks xmlns:a="http://schemas.openxmlformats.org/drawingml/2006/main" noGrp="1"/>
          </p:cNvSpPr>
          <p:nvPr/>
        </p:nvSpPr>
        <p:spPr>
          <a:xfrm xmlns:a="http://schemas.openxmlformats.org/drawingml/2006/main">
            <a:off x="1619250" y="3419475"/>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73" name="histogram-digit-8-6">
            <a:extLst xmlns:a="http://schemas.openxmlformats.org/drawingml/2006/main">
              <a:ext uri="{FF2B5EF4-FFF2-40B4-BE49-F238E27FC236}">
                <a16:creationId xmlns:a16="http://schemas.microsoft.com/office/drawing/2014/main" id="{FB0ED02F-6E7E-4738-8640-49364CFA7E54}"/>
              </a:ext>
            </a:extLst>
          </p:cNvPr>
          <p:cNvSpPr>
            <a:spLocks xmlns:a="http://schemas.openxmlformats.org/drawingml/2006/main" noGrp="1"/>
          </p:cNvSpPr>
          <p:nvPr/>
        </p:nvSpPr>
        <p:spPr>
          <a:xfrm xmlns:a="http://schemas.openxmlformats.org/drawingml/2006/main">
            <a:off x="1838325" y="3419475"/>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74" name="histogram-digit-8-7">
            <a:extLst xmlns:a="http://schemas.openxmlformats.org/drawingml/2006/main">
              <a:ext uri="{FF2B5EF4-FFF2-40B4-BE49-F238E27FC236}">
                <a16:creationId xmlns:a16="http://schemas.microsoft.com/office/drawing/2014/main" id="{2E044F00-1737-45C2-B202-1278DA739A15}"/>
              </a:ext>
            </a:extLst>
          </p:cNvPr>
          <p:cNvSpPr>
            <a:spLocks xmlns:a="http://schemas.openxmlformats.org/drawingml/2006/main" noGrp="1"/>
          </p:cNvSpPr>
          <p:nvPr/>
        </p:nvSpPr>
        <p:spPr>
          <a:xfrm xmlns:a="http://schemas.openxmlformats.org/drawingml/2006/main">
            <a:off x="2057400" y="3419475"/>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75" name="histogram-digit-8-8">
            <a:extLst xmlns:a="http://schemas.openxmlformats.org/drawingml/2006/main">
              <a:ext uri="{FF2B5EF4-FFF2-40B4-BE49-F238E27FC236}">
                <a16:creationId xmlns:a16="http://schemas.microsoft.com/office/drawing/2014/main" id="{6D8330D8-664F-4DAF-809B-E2C059CBCF8D}"/>
              </a:ext>
            </a:extLst>
          </p:cNvPr>
          <p:cNvSpPr>
            <a:spLocks xmlns:a="http://schemas.openxmlformats.org/drawingml/2006/main" noGrp="1"/>
          </p:cNvSpPr>
          <p:nvPr/>
        </p:nvSpPr>
        <p:spPr>
          <a:xfrm xmlns:a="http://schemas.openxmlformats.org/drawingml/2006/main">
            <a:off x="2276475" y="3419475"/>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76" name="histogram-digit-8-9">
            <a:extLst xmlns:a="http://schemas.openxmlformats.org/drawingml/2006/main">
              <a:ext uri="{FF2B5EF4-FFF2-40B4-BE49-F238E27FC236}">
                <a16:creationId xmlns:a16="http://schemas.microsoft.com/office/drawing/2014/main" id="{940A5CD3-9C35-4C9B-BF5B-1921CBBE5F8B}"/>
              </a:ext>
            </a:extLst>
          </p:cNvPr>
          <p:cNvSpPr>
            <a:spLocks xmlns:a="http://schemas.openxmlformats.org/drawingml/2006/main" noGrp="1"/>
          </p:cNvSpPr>
          <p:nvPr/>
        </p:nvSpPr>
        <p:spPr>
          <a:xfrm xmlns:a="http://schemas.openxmlformats.org/drawingml/2006/main">
            <a:off x="2495550" y="3419475"/>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77" name="histogram-digit-9-0">
            <a:extLst xmlns:a="http://schemas.openxmlformats.org/drawingml/2006/main">
              <a:ext uri="{FF2B5EF4-FFF2-40B4-BE49-F238E27FC236}">
                <a16:creationId xmlns:a16="http://schemas.microsoft.com/office/drawing/2014/main" id="{4302ACF1-4E32-4104-B455-8A7E091ED854}"/>
              </a:ext>
            </a:extLst>
          </p:cNvPr>
          <p:cNvSpPr>
            <a:spLocks xmlns:a="http://schemas.openxmlformats.org/drawingml/2006/main" noGrp="1"/>
          </p:cNvSpPr>
          <p:nvPr/>
        </p:nvSpPr>
        <p:spPr>
          <a:xfrm xmlns:a="http://schemas.openxmlformats.org/drawingml/2006/main">
            <a:off x="523875" y="3638550"/>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78" name="histogram-digit-9-1">
            <a:extLst xmlns:a="http://schemas.openxmlformats.org/drawingml/2006/main">
              <a:ext uri="{FF2B5EF4-FFF2-40B4-BE49-F238E27FC236}">
                <a16:creationId xmlns:a16="http://schemas.microsoft.com/office/drawing/2014/main" id="{233F1F96-BFE4-42A5-83FC-41B074F6CDB0}"/>
              </a:ext>
            </a:extLst>
          </p:cNvPr>
          <p:cNvSpPr>
            <a:spLocks xmlns:a="http://schemas.openxmlformats.org/drawingml/2006/main" noGrp="1"/>
          </p:cNvSpPr>
          <p:nvPr/>
        </p:nvSpPr>
        <p:spPr>
          <a:xfrm xmlns:a="http://schemas.openxmlformats.org/drawingml/2006/main">
            <a:off x="742950" y="3638550"/>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79" name="histogram-digit-9-2">
            <a:extLst xmlns:a="http://schemas.openxmlformats.org/drawingml/2006/main">
              <a:ext uri="{FF2B5EF4-FFF2-40B4-BE49-F238E27FC236}">
                <a16:creationId xmlns:a16="http://schemas.microsoft.com/office/drawing/2014/main" id="{483ED876-4DA9-490B-A13F-0E34CFD87B28}"/>
              </a:ext>
            </a:extLst>
          </p:cNvPr>
          <p:cNvSpPr>
            <a:spLocks xmlns:a="http://schemas.openxmlformats.org/drawingml/2006/main" noGrp="1"/>
          </p:cNvSpPr>
          <p:nvPr/>
        </p:nvSpPr>
        <p:spPr>
          <a:xfrm xmlns:a="http://schemas.openxmlformats.org/drawingml/2006/main">
            <a:off x="962025" y="3638550"/>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80" name="histogram-digit-9-3">
            <a:extLst xmlns:a="http://schemas.openxmlformats.org/drawingml/2006/main">
              <a:ext uri="{FF2B5EF4-FFF2-40B4-BE49-F238E27FC236}">
                <a16:creationId xmlns:a16="http://schemas.microsoft.com/office/drawing/2014/main" id="{6A058069-6DB5-4747-9181-F7D6088410E9}"/>
              </a:ext>
            </a:extLst>
          </p:cNvPr>
          <p:cNvSpPr>
            <a:spLocks xmlns:a="http://schemas.openxmlformats.org/drawingml/2006/main" noGrp="1"/>
          </p:cNvSpPr>
          <p:nvPr/>
        </p:nvSpPr>
        <p:spPr>
          <a:xfrm xmlns:a="http://schemas.openxmlformats.org/drawingml/2006/main">
            <a:off x="1181100" y="3638550"/>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81" name="histogram-digit-9-4">
            <a:extLst xmlns:a="http://schemas.openxmlformats.org/drawingml/2006/main">
              <a:ext uri="{FF2B5EF4-FFF2-40B4-BE49-F238E27FC236}">
                <a16:creationId xmlns:a16="http://schemas.microsoft.com/office/drawing/2014/main" id="{573368D7-EDB1-47A0-90EE-F764857C6E39}"/>
              </a:ext>
            </a:extLst>
          </p:cNvPr>
          <p:cNvSpPr>
            <a:spLocks xmlns:a="http://schemas.openxmlformats.org/drawingml/2006/main" noGrp="1"/>
          </p:cNvSpPr>
          <p:nvPr/>
        </p:nvSpPr>
        <p:spPr>
          <a:xfrm xmlns:a="http://schemas.openxmlformats.org/drawingml/2006/main">
            <a:off x="1400175" y="3638550"/>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82" name="histogram-digit-9-5">
            <a:extLst xmlns:a="http://schemas.openxmlformats.org/drawingml/2006/main">
              <a:ext uri="{FF2B5EF4-FFF2-40B4-BE49-F238E27FC236}">
                <a16:creationId xmlns:a16="http://schemas.microsoft.com/office/drawing/2014/main" id="{C546F561-A90A-4485-BE29-FE72FBE7129B}"/>
              </a:ext>
            </a:extLst>
          </p:cNvPr>
          <p:cNvSpPr>
            <a:spLocks xmlns:a="http://schemas.openxmlformats.org/drawingml/2006/main" noGrp="1"/>
          </p:cNvSpPr>
          <p:nvPr/>
        </p:nvSpPr>
        <p:spPr>
          <a:xfrm xmlns:a="http://schemas.openxmlformats.org/drawingml/2006/main">
            <a:off x="1619250" y="3638550"/>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83" name="histogram-digit-9-6">
            <a:extLst xmlns:a="http://schemas.openxmlformats.org/drawingml/2006/main">
              <a:ext uri="{FF2B5EF4-FFF2-40B4-BE49-F238E27FC236}">
                <a16:creationId xmlns:a16="http://schemas.microsoft.com/office/drawing/2014/main" id="{5FCB1F29-5BCC-42A3-82EC-7305A240936F}"/>
              </a:ext>
            </a:extLst>
          </p:cNvPr>
          <p:cNvSpPr>
            <a:spLocks xmlns:a="http://schemas.openxmlformats.org/drawingml/2006/main" noGrp="1"/>
          </p:cNvSpPr>
          <p:nvPr/>
        </p:nvSpPr>
        <p:spPr>
          <a:xfrm xmlns:a="http://schemas.openxmlformats.org/drawingml/2006/main">
            <a:off x="1838325" y="3638550"/>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84" name="histogram-digit-9-7">
            <a:extLst xmlns:a="http://schemas.openxmlformats.org/drawingml/2006/main">
              <a:ext uri="{FF2B5EF4-FFF2-40B4-BE49-F238E27FC236}">
                <a16:creationId xmlns:a16="http://schemas.microsoft.com/office/drawing/2014/main" id="{C19BF47D-8051-471E-B8B5-9FB3D544D7F3}"/>
              </a:ext>
            </a:extLst>
          </p:cNvPr>
          <p:cNvSpPr>
            <a:spLocks xmlns:a="http://schemas.openxmlformats.org/drawingml/2006/main" noGrp="1"/>
          </p:cNvSpPr>
          <p:nvPr/>
        </p:nvSpPr>
        <p:spPr>
          <a:xfrm xmlns:a="http://schemas.openxmlformats.org/drawingml/2006/main">
            <a:off x="2057400" y="3638550"/>
            <a:ext cx="209550" cy="209550"/>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85" name="histogram-digit-9-8">
            <a:extLst xmlns:a="http://schemas.openxmlformats.org/drawingml/2006/main">
              <a:ext uri="{FF2B5EF4-FFF2-40B4-BE49-F238E27FC236}">
                <a16:creationId xmlns:a16="http://schemas.microsoft.com/office/drawing/2014/main" id="{8DE20F9A-FA94-424D-9600-37A4857FCF71}"/>
              </a:ext>
            </a:extLst>
          </p:cNvPr>
          <p:cNvSpPr>
            <a:spLocks xmlns:a="http://schemas.openxmlformats.org/drawingml/2006/main" noGrp="1"/>
          </p:cNvSpPr>
          <p:nvPr/>
        </p:nvSpPr>
        <p:spPr>
          <a:xfrm xmlns:a="http://schemas.openxmlformats.org/drawingml/2006/main">
            <a:off x="2276475" y="3638550"/>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86" name="histogram-digit-9-9">
            <a:extLst xmlns:a="http://schemas.openxmlformats.org/drawingml/2006/main">
              <a:ext uri="{FF2B5EF4-FFF2-40B4-BE49-F238E27FC236}">
                <a16:creationId xmlns:a16="http://schemas.microsoft.com/office/drawing/2014/main" id="{5603788A-6755-4309-92BC-EE60D896382D}"/>
              </a:ext>
            </a:extLst>
          </p:cNvPr>
          <p:cNvSpPr>
            <a:spLocks xmlns:a="http://schemas.openxmlformats.org/drawingml/2006/main" noGrp="1"/>
          </p:cNvSpPr>
          <p:nvPr/>
        </p:nvSpPr>
        <p:spPr>
          <a:xfrm xmlns:a="http://schemas.openxmlformats.org/drawingml/2006/main">
            <a:off x="2495550" y="3638550"/>
            <a:ext cx="209550" cy="209550"/>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87" name="y-count-0">
            <a:extLst xmlns:a="http://schemas.openxmlformats.org/drawingml/2006/main">
              <a:ext uri="{FF2B5EF4-FFF2-40B4-BE49-F238E27FC236}">
                <a16:creationId xmlns:a16="http://schemas.microsoft.com/office/drawing/2014/main" id="{856F94C4-9441-42DA-BF5A-C0018E81FEDC}"/>
              </a:ext>
            </a:extLst>
          </p:cNvPr>
          <p:cNvSpPr>
            <a:spLocks xmlns:a="http://schemas.openxmlformats.org/drawingml/2006/main" noGrp="1"/>
          </p:cNvSpPr>
          <p:nvPr/>
        </p:nvSpPr>
        <p:spPr>
          <a:xfrm xmlns:a="http://schemas.openxmlformats.org/drawingml/2006/main" flipH="0" flipV="0">
            <a:off x="2905125" y="1771650"/>
            <a:ext cx="1085850" cy="0"/>
          </a:xfrm>
          <a:prstGeom xmlns:a="http://schemas.openxmlformats.org/drawingml/2006/main" prst="line">
            <a:avLst/>
          </a:prstGeom>
          <a:noFill xmlns:a="http://schemas.openxmlformats.org/drawingml/2006/main"/>
          <a:ln xmlns:a="http://schemas.openxmlformats.org/drawingml/2006/main" w="76200">
            <a:solidFill>
              <a:srgbClr val="00A0DF"/>
            </a:solidFill>
            <a:prstDash val="solid"/>
          </a:ln>
        </p:spPr>
      </p:sp>
      <p:sp>
        <p:nvSpPr>
          <p:cNvPr id="188" name="y-count-1">
            <a:extLst xmlns:a="http://schemas.openxmlformats.org/drawingml/2006/main">
              <a:ext uri="{FF2B5EF4-FFF2-40B4-BE49-F238E27FC236}">
                <a16:creationId xmlns:a16="http://schemas.microsoft.com/office/drawing/2014/main" id="{E238775D-3B17-4ABB-B888-82DD6D80BC9C}"/>
              </a:ext>
            </a:extLst>
          </p:cNvPr>
          <p:cNvSpPr>
            <a:spLocks xmlns:a="http://schemas.openxmlformats.org/drawingml/2006/main" noGrp="1"/>
          </p:cNvSpPr>
          <p:nvPr/>
        </p:nvSpPr>
        <p:spPr>
          <a:xfrm xmlns:a="http://schemas.openxmlformats.org/drawingml/2006/main" flipH="0" flipV="0">
            <a:off x="2905125" y="1990725"/>
            <a:ext cx="1266825" cy="0"/>
          </a:xfrm>
          <a:prstGeom xmlns:a="http://schemas.openxmlformats.org/drawingml/2006/main" prst="line">
            <a:avLst/>
          </a:prstGeom>
          <a:noFill xmlns:a="http://schemas.openxmlformats.org/drawingml/2006/main"/>
          <a:ln xmlns:a="http://schemas.openxmlformats.org/drawingml/2006/main" w="76200">
            <a:solidFill>
              <a:srgbClr val="00A0DF"/>
            </a:solidFill>
            <a:prstDash val="solid"/>
          </a:ln>
        </p:spPr>
      </p:sp>
      <p:sp>
        <p:nvSpPr>
          <p:cNvPr id="189" name="y-count-2">
            <a:extLst xmlns:a="http://schemas.openxmlformats.org/drawingml/2006/main">
              <a:ext uri="{FF2B5EF4-FFF2-40B4-BE49-F238E27FC236}">
                <a16:creationId xmlns:a16="http://schemas.microsoft.com/office/drawing/2014/main" id="{E633412A-730B-48EF-B2F7-60D75AFE81AE}"/>
              </a:ext>
            </a:extLst>
          </p:cNvPr>
          <p:cNvSpPr>
            <a:spLocks xmlns:a="http://schemas.openxmlformats.org/drawingml/2006/main" noGrp="1"/>
          </p:cNvSpPr>
          <p:nvPr/>
        </p:nvSpPr>
        <p:spPr>
          <a:xfrm xmlns:a="http://schemas.openxmlformats.org/drawingml/2006/main" flipH="0" flipV="0">
            <a:off x="2905125" y="2209800"/>
            <a:ext cx="361950" cy="0"/>
          </a:xfrm>
          <a:prstGeom xmlns:a="http://schemas.openxmlformats.org/drawingml/2006/main" prst="line">
            <a:avLst/>
          </a:prstGeom>
          <a:noFill xmlns:a="http://schemas.openxmlformats.org/drawingml/2006/main"/>
          <a:ln xmlns:a="http://schemas.openxmlformats.org/drawingml/2006/main" w="76200">
            <a:solidFill>
              <a:srgbClr val="00A0DF"/>
            </a:solidFill>
            <a:prstDash val="solid"/>
          </a:ln>
        </p:spPr>
      </p:sp>
      <p:sp>
        <p:nvSpPr>
          <p:cNvPr id="190" name="y-count-3">
            <a:extLst xmlns:a="http://schemas.openxmlformats.org/drawingml/2006/main">
              <a:ext uri="{FF2B5EF4-FFF2-40B4-BE49-F238E27FC236}">
                <a16:creationId xmlns:a16="http://schemas.microsoft.com/office/drawing/2014/main" id="{92A655C1-2E2C-4ACC-9C3E-BBAF04906770}"/>
              </a:ext>
            </a:extLst>
          </p:cNvPr>
          <p:cNvSpPr>
            <a:spLocks xmlns:a="http://schemas.openxmlformats.org/drawingml/2006/main" noGrp="1"/>
          </p:cNvSpPr>
          <p:nvPr/>
        </p:nvSpPr>
        <p:spPr>
          <a:xfrm xmlns:a="http://schemas.openxmlformats.org/drawingml/2006/main" flipH="0" flipV="0">
            <a:off x="2905125" y="2428875"/>
            <a:ext cx="361950" cy="0"/>
          </a:xfrm>
          <a:prstGeom xmlns:a="http://schemas.openxmlformats.org/drawingml/2006/main" prst="line">
            <a:avLst/>
          </a:prstGeom>
          <a:noFill xmlns:a="http://schemas.openxmlformats.org/drawingml/2006/main"/>
          <a:ln xmlns:a="http://schemas.openxmlformats.org/drawingml/2006/main" w="76200">
            <a:solidFill>
              <a:srgbClr val="00A0DF"/>
            </a:solidFill>
            <a:prstDash val="solid"/>
          </a:ln>
        </p:spPr>
      </p:sp>
      <p:sp>
        <p:nvSpPr>
          <p:cNvPr id="191" name="y-count-4">
            <a:extLst xmlns:a="http://schemas.openxmlformats.org/drawingml/2006/main">
              <a:ext uri="{FF2B5EF4-FFF2-40B4-BE49-F238E27FC236}">
                <a16:creationId xmlns:a16="http://schemas.microsoft.com/office/drawing/2014/main" id="{DC8D782A-3035-4E9E-BDFE-7C0BB0C490DD}"/>
              </a:ext>
            </a:extLst>
          </p:cNvPr>
          <p:cNvSpPr>
            <a:spLocks xmlns:a="http://schemas.openxmlformats.org/drawingml/2006/main" noGrp="1"/>
          </p:cNvSpPr>
          <p:nvPr/>
        </p:nvSpPr>
        <p:spPr>
          <a:xfrm xmlns:a="http://schemas.openxmlformats.org/drawingml/2006/main" flipH="0" flipV="0">
            <a:off x="2905125" y="2647950"/>
            <a:ext cx="1266825" cy="0"/>
          </a:xfrm>
          <a:prstGeom xmlns:a="http://schemas.openxmlformats.org/drawingml/2006/main" prst="line">
            <a:avLst/>
          </a:prstGeom>
          <a:noFill xmlns:a="http://schemas.openxmlformats.org/drawingml/2006/main"/>
          <a:ln xmlns:a="http://schemas.openxmlformats.org/drawingml/2006/main" w="76200">
            <a:solidFill>
              <a:srgbClr val="00A0DF"/>
            </a:solidFill>
            <a:prstDash val="solid"/>
          </a:ln>
        </p:spPr>
      </p:sp>
      <p:sp>
        <p:nvSpPr>
          <p:cNvPr id="192" name="y-count-5">
            <a:extLst xmlns:a="http://schemas.openxmlformats.org/drawingml/2006/main">
              <a:ext uri="{FF2B5EF4-FFF2-40B4-BE49-F238E27FC236}">
                <a16:creationId xmlns:a16="http://schemas.microsoft.com/office/drawing/2014/main" id="{4AC33D1B-1668-4A9F-87EE-B9FEBB17C6CD}"/>
              </a:ext>
            </a:extLst>
          </p:cNvPr>
          <p:cNvSpPr>
            <a:spLocks xmlns:a="http://schemas.openxmlformats.org/drawingml/2006/main" noGrp="1"/>
          </p:cNvSpPr>
          <p:nvPr/>
        </p:nvSpPr>
        <p:spPr>
          <a:xfrm xmlns:a="http://schemas.openxmlformats.org/drawingml/2006/main" flipH="0" flipV="0">
            <a:off x="2905125" y="2867025"/>
            <a:ext cx="1266825" cy="0"/>
          </a:xfrm>
          <a:prstGeom xmlns:a="http://schemas.openxmlformats.org/drawingml/2006/main" prst="line">
            <a:avLst/>
          </a:prstGeom>
          <a:noFill xmlns:a="http://schemas.openxmlformats.org/drawingml/2006/main"/>
          <a:ln xmlns:a="http://schemas.openxmlformats.org/drawingml/2006/main" w="76200">
            <a:solidFill>
              <a:srgbClr val="00A0DF"/>
            </a:solidFill>
            <a:prstDash val="solid"/>
          </a:ln>
        </p:spPr>
      </p:sp>
      <p:sp>
        <p:nvSpPr>
          <p:cNvPr id="193" name="y-count-6">
            <a:extLst xmlns:a="http://schemas.openxmlformats.org/drawingml/2006/main">
              <a:ext uri="{FF2B5EF4-FFF2-40B4-BE49-F238E27FC236}">
                <a16:creationId xmlns:a16="http://schemas.microsoft.com/office/drawing/2014/main" id="{71398E02-9458-4F53-A4B2-E1C87CB683BD}"/>
              </a:ext>
            </a:extLst>
          </p:cNvPr>
          <p:cNvSpPr>
            <a:spLocks xmlns:a="http://schemas.openxmlformats.org/drawingml/2006/main" noGrp="1"/>
          </p:cNvSpPr>
          <p:nvPr/>
        </p:nvSpPr>
        <p:spPr>
          <a:xfrm xmlns:a="http://schemas.openxmlformats.org/drawingml/2006/main" flipH="0" flipV="0">
            <a:off x="2905125" y="3086100"/>
            <a:ext cx="361950" cy="0"/>
          </a:xfrm>
          <a:prstGeom xmlns:a="http://schemas.openxmlformats.org/drawingml/2006/main" prst="line">
            <a:avLst/>
          </a:prstGeom>
          <a:noFill xmlns:a="http://schemas.openxmlformats.org/drawingml/2006/main"/>
          <a:ln xmlns:a="http://schemas.openxmlformats.org/drawingml/2006/main" w="76200">
            <a:solidFill>
              <a:srgbClr val="00A0DF"/>
            </a:solidFill>
            <a:prstDash val="solid"/>
          </a:ln>
        </p:spPr>
      </p:sp>
      <p:sp>
        <p:nvSpPr>
          <p:cNvPr id="194" name="y-count-7">
            <a:extLst xmlns:a="http://schemas.openxmlformats.org/drawingml/2006/main">
              <a:ext uri="{FF2B5EF4-FFF2-40B4-BE49-F238E27FC236}">
                <a16:creationId xmlns:a16="http://schemas.microsoft.com/office/drawing/2014/main" id="{3BD2A68C-F10C-4448-A04C-DF51859BDAC3}"/>
              </a:ext>
            </a:extLst>
          </p:cNvPr>
          <p:cNvSpPr>
            <a:spLocks xmlns:a="http://schemas.openxmlformats.org/drawingml/2006/main" noGrp="1"/>
          </p:cNvSpPr>
          <p:nvPr/>
        </p:nvSpPr>
        <p:spPr>
          <a:xfrm xmlns:a="http://schemas.openxmlformats.org/drawingml/2006/main" flipH="0" flipV="0">
            <a:off x="2905125" y="3305175"/>
            <a:ext cx="361950" cy="0"/>
          </a:xfrm>
          <a:prstGeom xmlns:a="http://schemas.openxmlformats.org/drawingml/2006/main" prst="line">
            <a:avLst/>
          </a:prstGeom>
          <a:noFill xmlns:a="http://schemas.openxmlformats.org/drawingml/2006/main"/>
          <a:ln xmlns:a="http://schemas.openxmlformats.org/drawingml/2006/main" w="76200">
            <a:solidFill>
              <a:srgbClr val="00A0DF"/>
            </a:solidFill>
            <a:prstDash val="solid"/>
          </a:ln>
        </p:spPr>
      </p:sp>
      <p:sp>
        <p:nvSpPr>
          <p:cNvPr id="195" name="y-count-8">
            <a:extLst xmlns:a="http://schemas.openxmlformats.org/drawingml/2006/main">
              <a:ext uri="{FF2B5EF4-FFF2-40B4-BE49-F238E27FC236}">
                <a16:creationId xmlns:a16="http://schemas.microsoft.com/office/drawing/2014/main" id="{86277786-D305-41A1-9CCB-3D65A6CF791B}"/>
              </a:ext>
            </a:extLst>
          </p:cNvPr>
          <p:cNvSpPr>
            <a:spLocks xmlns:a="http://schemas.openxmlformats.org/drawingml/2006/main" noGrp="1"/>
          </p:cNvSpPr>
          <p:nvPr/>
        </p:nvSpPr>
        <p:spPr>
          <a:xfrm xmlns:a="http://schemas.openxmlformats.org/drawingml/2006/main" flipH="0" flipV="0">
            <a:off x="2905125" y="3524250"/>
            <a:ext cx="1266825" cy="0"/>
          </a:xfrm>
          <a:prstGeom xmlns:a="http://schemas.openxmlformats.org/drawingml/2006/main" prst="line">
            <a:avLst/>
          </a:prstGeom>
          <a:noFill xmlns:a="http://schemas.openxmlformats.org/drawingml/2006/main"/>
          <a:ln xmlns:a="http://schemas.openxmlformats.org/drawingml/2006/main" w="76200">
            <a:solidFill>
              <a:srgbClr val="00A0DF"/>
            </a:solidFill>
            <a:prstDash val="solid"/>
          </a:ln>
        </p:spPr>
      </p:sp>
      <p:sp>
        <p:nvSpPr>
          <p:cNvPr id="196" name="y-count-9">
            <a:extLst xmlns:a="http://schemas.openxmlformats.org/drawingml/2006/main">
              <a:ext uri="{FF2B5EF4-FFF2-40B4-BE49-F238E27FC236}">
                <a16:creationId xmlns:a16="http://schemas.microsoft.com/office/drawing/2014/main" id="{D5EB85D8-E32B-4D63-A32F-994AA089EAE7}"/>
              </a:ext>
            </a:extLst>
          </p:cNvPr>
          <p:cNvSpPr>
            <a:spLocks xmlns:a="http://schemas.openxmlformats.org/drawingml/2006/main" noGrp="1"/>
          </p:cNvSpPr>
          <p:nvPr/>
        </p:nvSpPr>
        <p:spPr>
          <a:xfrm xmlns:a="http://schemas.openxmlformats.org/drawingml/2006/main" flipH="0" flipV="0">
            <a:off x="2905125" y="3743325"/>
            <a:ext cx="1085850" cy="0"/>
          </a:xfrm>
          <a:prstGeom xmlns:a="http://schemas.openxmlformats.org/drawingml/2006/main" prst="line">
            <a:avLst/>
          </a:prstGeom>
          <a:noFill xmlns:a="http://schemas.openxmlformats.org/drawingml/2006/main"/>
          <a:ln xmlns:a="http://schemas.openxmlformats.org/drawingml/2006/main" w="76200">
            <a:solidFill>
              <a:srgbClr val="00A0DF"/>
            </a:solidFill>
            <a:prstDash val="solid"/>
          </a:ln>
        </p:spPr>
      </p:sp>
      <p:sp>
        <p:nvSpPr>
          <p:cNvPr id="197" name="x-histogram-axis">
            <a:extLst xmlns:a="http://schemas.openxmlformats.org/drawingml/2006/main">
              <a:ext uri="{FF2B5EF4-FFF2-40B4-BE49-F238E27FC236}">
                <a16:creationId xmlns:a16="http://schemas.microsoft.com/office/drawing/2014/main" id="{8B96D569-F2D1-4132-9B0C-F59DE909B344}"/>
              </a:ext>
            </a:extLst>
          </p:cNvPr>
          <p:cNvSpPr>
            <a:spLocks xmlns:a="http://schemas.openxmlformats.org/drawingml/2006/main" noGrp="1"/>
          </p:cNvSpPr>
          <p:nvPr/>
        </p:nvSpPr>
        <p:spPr>
          <a:xfrm xmlns:a="http://schemas.openxmlformats.org/drawingml/2006/main" flipH="0" flipV="0">
            <a:off x="5953125" y="3667125"/>
            <a:ext cx="2381250" cy="0"/>
          </a:xfrm>
          <a:prstGeom xmlns:a="http://schemas.openxmlformats.org/drawingml/2006/main" prst="line">
            <a:avLst/>
          </a:prstGeom>
          <a:noFill xmlns:a="http://schemas.openxmlformats.org/drawingml/2006/main"/>
          <a:ln xmlns:a="http://schemas.openxmlformats.org/drawingml/2006/main" w="12383">
            <a:solidFill>
              <a:srgbClr val="4B6072"/>
            </a:solidFill>
            <a:prstDash val="solid"/>
          </a:ln>
        </p:spPr>
      </p:sp>
      <p:sp>
        <p:nvSpPr>
          <p:cNvPr id="198" name="x-histogram-0">
            <a:extLst xmlns:a="http://schemas.openxmlformats.org/drawingml/2006/main">
              <a:ext uri="{FF2B5EF4-FFF2-40B4-BE49-F238E27FC236}">
                <a16:creationId xmlns:a16="http://schemas.microsoft.com/office/drawing/2014/main" id="{44CDF9AB-CA6D-450D-B6C7-BB90ACB156F0}"/>
              </a:ext>
            </a:extLst>
          </p:cNvPr>
          <p:cNvSpPr>
            <a:spLocks xmlns:a="http://schemas.openxmlformats.org/drawingml/2006/main" noGrp="1"/>
          </p:cNvSpPr>
          <p:nvPr/>
        </p:nvSpPr>
        <p:spPr>
          <a:xfrm xmlns:a="http://schemas.openxmlformats.org/drawingml/2006/main">
            <a:off x="5953125" y="3667125"/>
            <a:ext cx="203835" cy="0"/>
          </a:xfrm>
          <a:prstGeom xmlns:a="http://schemas.openxmlformats.org/drawingml/2006/main" prst="rect">
            <a:avLst/>
          </a:prstGeom>
          <a:solidFill xmlns:a="http://schemas.openxmlformats.org/drawingml/2006/main">
            <a:srgbClr val="EF8200"/>
          </a:solidFill>
          <a:ln xmlns:a="http://schemas.openxmlformats.org/drawingml/2006/main" w="0">
            <a:noFill/>
            <a:prstDash val="solid"/>
          </a:ln>
        </p:spPr>
      </p:sp>
      <p:sp>
        <p:nvSpPr>
          <p:cNvPr id="199" name="x-histogram-1">
            <a:extLst xmlns:a="http://schemas.openxmlformats.org/drawingml/2006/main">
              <a:ext uri="{FF2B5EF4-FFF2-40B4-BE49-F238E27FC236}">
                <a16:creationId xmlns:a16="http://schemas.microsoft.com/office/drawing/2014/main" id="{D676D55B-D8BD-4128-9FE3-EF78BF4334D5}"/>
              </a:ext>
            </a:extLst>
          </p:cNvPr>
          <p:cNvSpPr>
            <a:spLocks xmlns:a="http://schemas.openxmlformats.org/drawingml/2006/main" noGrp="1"/>
          </p:cNvSpPr>
          <p:nvPr/>
        </p:nvSpPr>
        <p:spPr>
          <a:xfrm xmlns:a="http://schemas.openxmlformats.org/drawingml/2006/main">
            <a:off x="6195060" y="3667125"/>
            <a:ext cx="203835" cy="0"/>
          </a:xfrm>
          <a:prstGeom xmlns:a="http://schemas.openxmlformats.org/drawingml/2006/main" prst="rect">
            <a:avLst/>
          </a:prstGeom>
          <a:solidFill xmlns:a="http://schemas.openxmlformats.org/drawingml/2006/main">
            <a:srgbClr val="EF8200"/>
          </a:solidFill>
          <a:ln xmlns:a="http://schemas.openxmlformats.org/drawingml/2006/main" w="0">
            <a:noFill/>
            <a:prstDash val="solid"/>
          </a:ln>
        </p:spPr>
      </p:sp>
      <p:sp>
        <p:nvSpPr>
          <p:cNvPr id="200" name="x-histogram-2">
            <a:extLst xmlns:a="http://schemas.openxmlformats.org/drawingml/2006/main">
              <a:ext uri="{FF2B5EF4-FFF2-40B4-BE49-F238E27FC236}">
                <a16:creationId xmlns:a16="http://schemas.microsoft.com/office/drawing/2014/main" id="{B3A4DBA3-3FA8-4E87-8B18-54F14CCA2FC4}"/>
              </a:ext>
            </a:extLst>
          </p:cNvPr>
          <p:cNvSpPr>
            <a:spLocks xmlns:a="http://schemas.openxmlformats.org/drawingml/2006/main" noGrp="1"/>
          </p:cNvSpPr>
          <p:nvPr/>
        </p:nvSpPr>
        <p:spPr>
          <a:xfrm xmlns:a="http://schemas.openxmlformats.org/drawingml/2006/main">
            <a:off x="6436995" y="2827020"/>
            <a:ext cx="203835" cy="840105"/>
          </a:xfrm>
          <a:prstGeom xmlns:a="http://schemas.openxmlformats.org/drawingml/2006/main" prst="rect">
            <a:avLst/>
          </a:prstGeom>
          <a:solidFill xmlns:a="http://schemas.openxmlformats.org/drawingml/2006/main">
            <a:srgbClr val="EF8200"/>
          </a:solidFill>
          <a:ln xmlns:a="http://schemas.openxmlformats.org/drawingml/2006/main" w="0">
            <a:noFill/>
            <a:prstDash val="solid"/>
          </a:ln>
        </p:spPr>
      </p:sp>
      <p:sp>
        <p:nvSpPr>
          <p:cNvPr id="201" name="x-histogram-3">
            <a:extLst xmlns:a="http://schemas.openxmlformats.org/drawingml/2006/main">
              <a:ext uri="{FF2B5EF4-FFF2-40B4-BE49-F238E27FC236}">
                <a16:creationId xmlns:a16="http://schemas.microsoft.com/office/drawing/2014/main" id="{5DC5E21E-A3FE-4F88-AB54-CCAF42B88142}"/>
              </a:ext>
            </a:extLst>
          </p:cNvPr>
          <p:cNvSpPr>
            <a:spLocks xmlns:a="http://schemas.openxmlformats.org/drawingml/2006/main" noGrp="1"/>
          </p:cNvSpPr>
          <p:nvPr/>
        </p:nvSpPr>
        <p:spPr>
          <a:xfrm xmlns:a="http://schemas.openxmlformats.org/drawingml/2006/main">
            <a:off x="6678930" y="2827020"/>
            <a:ext cx="203835" cy="840105"/>
          </a:xfrm>
          <a:prstGeom xmlns:a="http://schemas.openxmlformats.org/drawingml/2006/main" prst="rect">
            <a:avLst/>
          </a:prstGeom>
          <a:solidFill xmlns:a="http://schemas.openxmlformats.org/drawingml/2006/main">
            <a:srgbClr val="EF8200"/>
          </a:solidFill>
          <a:ln xmlns:a="http://schemas.openxmlformats.org/drawingml/2006/main" w="0">
            <a:noFill/>
            <a:prstDash val="solid"/>
          </a:ln>
        </p:spPr>
      </p:sp>
      <p:sp>
        <p:nvSpPr>
          <p:cNvPr id="202" name="x-histogram-4">
            <a:extLst xmlns:a="http://schemas.openxmlformats.org/drawingml/2006/main">
              <a:ext uri="{FF2B5EF4-FFF2-40B4-BE49-F238E27FC236}">
                <a16:creationId xmlns:a16="http://schemas.microsoft.com/office/drawing/2014/main" id="{E05D948E-DD62-4D68-B007-425EDECB7797}"/>
              </a:ext>
            </a:extLst>
          </p:cNvPr>
          <p:cNvSpPr>
            <a:spLocks xmlns:a="http://schemas.openxmlformats.org/drawingml/2006/main" noGrp="1"/>
          </p:cNvSpPr>
          <p:nvPr/>
        </p:nvSpPr>
        <p:spPr>
          <a:xfrm xmlns:a="http://schemas.openxmlformats.org/drawingml/2006/main">
            <a:off x="6920865" y="2827020"/>
            <a:ext cx="203835" cy="840105"/>
          </a:xfrm>
          <a:prstGeom xmlns:a="http://schemas.openxmlformats.org/drawingml/2006/main" prst="rect">
            <a:avLst/>
          </a:prstGeom>
          <a:solidFill xmlns:a="http://schemas.openxmlformats.org/drawingml/2006/main">
            <a:srgbClr val="EF8200"/>
          </a:solidFill>
          <a:ln xmlns:a="http://schemas.openxmlformats.org/drawingml/2006/main" w="0">
            <a:noFill/>
            <a:prstDash val="solid"/>
          </a:ln>
        </p:spPr>
      </p:sp>
      <p:sp>
        <p:nvSpPr>
          <p:cNvPr id="203" name="x-histogram-5">
            <a:extLst xmlns:a="http://schemas.openxmlformats.org/drawingml/2006/main">
              <a:ext uri="{FF2B5EF4-FFF2-40B4-BE49-F238E27FC236}">
                <a16:creationId xmlns:a16="http://schemas.microsoft.com/office/drawing/2014/main" id="{CB1EC00B-BCD6-470F-B63F-C4313FDF072F}"/>
              </a:ext>
            </a:extLst>
          </p:cNvPr>
          <p:cNvSpPr>
            <a:spLocks xmlns:a="http://schemas.openxmlformats.org/drawingml/2006/main" noGrp="1"/>
          </p:cNvSpPr>
          <p:nvPr/>
        </p:nvSpPr>
        <p:spPr>
          <a:xfrm xmlns:a="http://schemas.openxmlformats.org/drawingml/2006/main">
            <a:off x="7162800" y="2827020"/>
            <a:ext cx="203835" cy="840105"/>
          </a:xfrm>
          <a:prstGeom xmlns:a="http://schemas.openxmlformats.org/drawingml/2006/main" prst="rect">
            <a:avLst/>
          </a:prstGeom>
          <a:solidFill xmlns:a="http://schemas.openxmlformats.org/drawingml/2006/main">
            <a:srgbClr val="EF8200"/>
          </a:solidFill>
          <a:ln xmlns:a="http://schemas.openxmlformats.org/drawingml/2006/main" w="0">
            <a:noFill/>
            <a:prstDash val="solid"/>
          </a:ln>
        </p:spPr>
      </p:sp>
      <p:sp>
        <p:nvSpPr>
          <p:cNvPr id="204" name="x-histogram-6">
            <a:extLst xmlns:a="http://schemas.openxmlformats.org/drawingml/2006/main">
              <a:ext uri="{FF2B5EF4-FFF2-40B4-BE49-F238E27FC236}">
                <a16:creationId xmlns:a16="http://schemas.microsoft.com/office/drawing/2014/main" id="{03AD983A-F82F-4D8F-B271-5839778B192F}"/>
              </a:ext>
            </a:extLst>
          </p:cNvPr>
          <p:cNvSpPr>
            <a:spLocks xmlns:a="http://schemas.openxmlformats.org/drawingml/2006/main" noGrp="1"/>
          </p:cNvSpPr>
          <p:nvPr/>
        </p:nvSpPr>
        <p:spPr>
          <a:xfrm xmlns:a="http://schemas.openxmlformats.org/drawingml/2006/main">
            <a:off x="7404735" y="2827020"/>
            <a:ext cx="203835" cy="840105"/>
          </a:xfrm>
          <a:prstGeom xmlns:a="http://schemas.openxmlformats.org/drawingml/2006/main" prst="rect">
            <a:avLst/>
          </a:prstGeom>
          <a:solidFill xmlns:a="http://schemas.openxmlformats.org/drawingml/2006/main">
            <a:srgbClr val="EF8200"/>
          </a:solidFill>
          <a:ln xmlns:a="http://schemas.openxmlformats.org/drawingml/2006/main" w="0">
            <a:noFill/>
            <a:prstDash val="solid"/>
          </a:ln>
        </p:spPr>
      </p:sp>
      <p:sp>
        <p:nvSpPr>
          <p:cNvPr id="205" name="x-histogram-7">
            <a:extLst xmlns:a="http://schemas.openxmlformats.org/drawingml/2006/main">
              <a:ext uri="{FF2B5EF4-FFF2-40B4-BE49-F238E27FC236}">
                <a16:creationId xmlns:a16="http://schemas.microsoft.com/office/drawing/2014/main" id="{1B177CE3-ED64-4EB4-8BB6-A5C2F5387201}"/>
              </a:ext>
            </a:extLst>
          </p:cNvPr>
          <p:cNvSpPr>
            <a:spLocks xmlns:a="http://schemas.openxmlformats.org/drawingml/2006/main" noGrp="1"/>
          </p:cNvSpPr>
          <p:nvPr/>
        </p:nvSpPr>
        <p:spPr>
          <a:xfrm xmlns:a="http://schemas.openxmlformats.org/drawingml/2006/main">
            <a:off x="7646670" y="2266950"/>
            <a:ext cx="203835" cy="1400175"/>
          </a:xfrm>
          <a:prstGeom xmlns:a="http://schemas.openxmlformats.org/drawingml/2006/main" prst="rect">
            <a:avLst/>
          </a:prstGeom>
          <a:solidFill xmlns:a="http://schemas.openxmlformats.org/drawingml/2006/main">
            <a:srgbClr val="EF8200"/>
          </a:solidFill>
          <a:ln xmlns:a="http://schemas.openxmlformats.org/drawingml/2006/main" w="0">
            <a:noFill/>
            <a:prstDash val="solid"/>
          </a:ln>
        </p:spPr>
      </p:sp>
      <p:sp>
        <p:nvSpPr>
          <p:cNvPr id="206" name="x-histogram-8">
            <a:extLst xmlns:a="http://schemas.openxmlformats.org/drawingml/2006/main">
              <a:ext uri="{FF2B5EF4-FFF2-40B4-BE49-F238E27FC236}">
                <a16:creationId xmlns:a16="http://schemas.microsoft.com/office/drawing/2014/main" id="{D441015C-A704-4E06-8A37-AF28C62E67F3}"/>
              </a:ext>
            </a:extLst>
          </p:cNvPr>
          <p:cNvSpPr>
            <a:spLocks xmlns:a="http://schemas.openxmlformats.org/drawingml/2006/main" noGrp="1"/>
          </p:cNvSpPr>
          <p:nvPr/>
        </p:nvSpPr>
        <p:spPr>
          <a:xfrm xmlns:a="http://schemas.openxmlformats.org/drawingml/2006/main">
            <a:off x="7888605" y="2546985"/>
            <a:ext cx="203835" cy="1120140"/>
          </a:xfrm>
          <a:prstGeom xmlns:a="http://schemas.openxmlformats.org/drawingml/2006/main" prst="rect">
            <a:avLst/>
          </a:prstGeom>
          <a:solidFill xmlns:a="http://schemas.openxmlformats.org/drawingml/2006/main">
            <a:srgbClr val="EF8200"/>
          </a:solidFill>
          <a:ln xmlns:a="http://schemas.openxmlformats.org/drawingml/2006/main" w="0">
            <a:noFill/>
            <a:prstDash val="solid"/>
          </a:ln>
        </p:spPr>
      </p:sp>
      <p:sp>
        <p:nvSpPr>
          <p:cNvPr id="207" name="x-histogram-9">
            <a:extLst xmlns:a="http://schemas.openxmlformats.org/drawingml/2006/main">
              <a:ext uri="{FF2B5EF4-FFF2-40B4-BE49-F238E27FC236}">
                <a16:creationId xmlns:a16="http://schemas.microsoft.com/office/drawing/2014/main" id="{3C68FA99-4825-46DF-AFED-F58908E78892}"/>
              </a:ext>
            </a:extLst>
          </p:cNvPr>
          <p:cNvSpPr>
            <a:spLocks xmlns:a="http://schemas.openxmlformats.org/drawingml/2006/main" noGrp="1"/>
          </p:cNvSpPr>
          <p:nvPr/>
        </p:nvSpPr>
        <p:spPr>
          <a:xfrm xmlns:a="http://schemas.openxmlformats.org/drawingml/2006/main">
            <a:off x="8130540" y="3667125"/>
            <a:ext cx="203835" cy="0"/>
          </a:xfrm>
          <a:prstGeom xmlns:a="http://schemas.openxmlformats.org/drawingml/2006/main" prst="rect">
            <a:avLst/>
          </a:prstGeom>
          <a:solidFill xmlns:a="http://schemas.openxmlformats.org/drawingml/2006/main">
            <a:srgbClr val="EF8200"/>
          </a:solidFill>
          <a:ln xmlns:a="http://schemas.openxmlformats.org/drawingml/2006/main" w="0">
            <a:noFill/>
            <a:prstDash val="solid"/>
          </a:ln>
        </p:spPr>
      </p:sp>
      <p:sp>
        <p:nvSpPr>
          <p:cNvPr id="208" name="Diagram caption">
            <a:extLst xmlns:a="http://schemas.openxmlformats.org/drawingml/2006/main">
              <a:ext uri="{FF2B5EF4-FFF2-40B4-BE49-F238E27FC236}">
                <a16:creationId xmlns:a16="http://schemas.microsoft.com/office/drawing/2014/main" id="{196469F1-B9E5-4E86-A0B4-9F093A2E59C6}"/>
              </a:ext>
            </a:extLst>
          </p:cNvPr>
          <p:cNvSpPr>
            <a:spLocks xmlns:a="http://schemas.openxmlformats.org/drawingml/2006/main" noGrp="1"/>
          </p:cNvSpPr>
          <p:nvPr/>
        </p:nvSpPr>
        <p:spPr>
          <a:xfrm xmlns:a="http://schemas.openxmlformats.org/drawingml/2006/main">
            <a:off x="2781300"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350" b="0">
                <a:solidFill>
                  <a:srgbClr val="00539F"/>
                </a:solidFill>
                <a:latin typeface="Arial"/>
                <a:ea typeface="Arial"/>
                <a:cs typeface="Arial"/>
              </a:defRPr>
            </a:pPr>
            <a:r>
              <a:rPr sz="1350" b="0">
                <a:solidFill>
                  <a:srgbClr val="00539F"/>
                </a:solidFill>
                <a:latin typeface="Arial"/>
                <a:ea typeface="Arial"/>
                <a:cs typeface="Arial"/>
              </a:rPr>
              <a:t>y histogram: count each row</a:t>
            </a:r>
          </a:p>
        </p:txBody>
      </p:sp>
      <p:sp>
        <p:nvSpPr>
          <p:cNvPr id="209" name="Diagram caption">
            <a:extLst xmlns:a="http://schemas.openxmlformats.org/drawingml/2006/main">
              <a:ext uri="{FF2B5EF4-FFF2-40B4-BE49-F238E27FC236}">
                <a16:creationId xmlns:a16="http://schemas.microsoft.com/office/drawing/2014/main" id="{F35F26BC-930A-4FFF-B654-B9644FF35E10}"/>
              </a:ext>
            </a:extLst>
          </p:cNvPr>
          <p:cNvSpPr>
            <a:spLocks xmlns:a="http://schemas.openxmlformats.org/drawingml/2006/main" noGrp="1"/>
          </p:cNvSpPr>
          <p:nvPr/>
        </p:nvSpPr>
        <p:spPr>
          <a:xfrm xmlns:a="http://schemas.openxmlformats.org/drawingml/2006/main">
            <a:off x="5857875" y="3857625"/>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350" b="0">
                <a:solidFill>
                  <a:srgbClr val="EF8200"/>
                </a:solidFill>
                <a:latin typeface="Arial"/>
                <a:ea typeface="Arial"/>
                <a:cs typeface="Arial"/>
              </a:defRPr>
            </a:pPr>
            <a:r>
              <a:rPr sz="1350" b="0">
                <a:solidFill>
                  <a:srgbClr val="EF8200"/>
                </a:solidFill>
                <a:latin typeface="Arial"/>
                <a:ea typeface="Arial"/>
                <a:cs typeface="Arial"/>
              </a:rPr>
              <a:t>x histogram: count each column</a:t>
            </a:r>
          </a:p>
        </p:txBody>
      </p:sp>
      <p:sp>
        <p:nvSpPr>
          <p:cNvPr id="210" name="100 pixels become 20 counts: compact and explainable, but much shape is discarded.">
            <a:extLst xmlns:a="http://schemas.openxmlformats.org/drawingml/2006/main">
              <a:ext uri="{FF2B5EF4-FFF2-40B4-BE49-F238E27FC236}">
                <a16:creationId xmlns:a16="http://schemas.microsoft.com/office/drawing/2014/main" id="{E51F6CD3-45E7-4FAE-8063-3FBFB4AA4770}"/>
              </a:ext>
            </a:extLst>
          </p:cNvPr>
          <p:cNvSpPr>
            <a:spLocks xmlns:a="http://schemas.openxmlformats.org/drawingml/2006/main" noGrp="1"/>
          </p:cNvSpPr>
          <p:nvPr/>
        </p:nvSpPr>
        <p:spPr>
          <a:xfrm xmlns:a="http://schemas.openxmlformats.org/drawingml/2006/main">
            <a:off x="1000125" y="4324350"/>
            <a:ext cx="7143750" cy="381000"/>
          </a:xfrm>
          <a:prstGeom xmlns:a="http://schemas.openxmlformats.org/drawingml/2006/main" prst="roundRect">
            <a:avLst>
              <a:gd name="adj" fmla="val 25000"/>
            </a:avLst>
          </a:prstGeom>
          <a:solidFill xmlns:a="http://schemas.openxmlformats.org/drawingml/2006/main">
            <a:srgbClr val="EAF4FA"/>
          </a:solidFill>
          <a:ln xmlns:a="http://schemas.openxmlformats.org/drawingml/2006/main" w="12383">
            <a:solidFill>
              <a:srgbClr val="00539F"/>
            </a:solidFill>
            <a:prstDash val="solid"/>
          </a:ln>
        </p:spPr>
        <p:txBody>
          <a:bodyPr xmlns:a="http://schemas.openxmlformats.org/drawingml/2006/main" wrap="square" lIns="66675" tIns="57150" rIns="66675" bIns="57150" anchor="ctr">
            <a:normAutofit fontScale="99047"/>
          </a:bodyPr>
          <a:lstStyle xmlns:a="http://schemas.openxmlformats.org/drawingml/2006/main"/>
          <a:p xmlns:a="http://schemas.openxmlformats.org/drawingml/2006/main">
            <a:pPr algn="ctr">
              <a:defRPr sz="1350" b="1">
                <a:solidFill>
                  <a:srgbClr val="00539F"/>
                </a:solidFill>
                <a:latin typeface="Arial"/>
                <a:ea typeface="Arial"/>
                <a:cs typeface="Arial"/>
              </a:defRPr>
            </a:pPr>
            <a:r>
              <a:rPr sz="1350" b="1">
                <a:solidFill>
                  <a:srgbClr val="00539F"/>
                </a:solidFill>
                <a:latin typeface="Arial"/>
                <a:ea typeface="Arial"/>
                <a:cs typeface="Arial"/>
              </a:rPr>
              <a:t>100 pixels become 20 counts: compact and explainable, but much shape is discarded.</a:t>
            </a:r>
          </a:p>
        </p:txBody>
      </p:sp>
    </p:spTree>
    <p:extLst>
      <p:ext uri="{BB962C8B-B14F-4D97-AF65-F5344CB8AC3E}">
        <p14:creationId xmlns:p14="http://schemas.microsoft.com/office/powerpoint/2010/main" val="62565560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83" name="Google Shape;83;g37bad65a17d_0_0">
            <a:extLst xmlns:a="http://schemas.openxmlformats.org/drawingml/2006/main">
              <a:ext uri="{FF2B5EF4-FFF2-40B4-BE49-F238E27FC236}">
                <a16:creationId xmlns:a16="http://schemas.microsoft.com/office/drawing/2014/main" id="{0CC56B34-6770-45D7-9E5A-4F0C2199F86A}"/>
              </a:ext>
            </a:extLst>
          </p:cNvPr>
          <p:cNvSpPr>
            <a:spLocks xmlns:a="http://schemas.openxmlformats.org/drawingml/2006/main" noGrp="1"/>
          </p:cNvSpPr>
          <p:nvPr>
            <p:ph type="title" idx="0"/>
          </p:nvPr>
        </p:nvSpPr>
        <p:spPr>
          <a:xfrm xmlns:a="http://schemas.openxmlformats.org/drawingml/2006/main">
            <a:off x="457200" y="528638"/>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45720" rIns="91440" bIns="45720" anchor="ctr">
            <a:normAutofit fontScale="98577"/>
          </a:bodyPr>
          <a:lstStyle xmlns:a="http://schemas.openxmlformats.org/drawingml/2006/main"/>
          <a:p xmlns:a="http://schemas.openxmlformats.org/drawingml/2006/main">
            <a:pPr marL="0" lvl="0" indent="0" algn="ctr">
              <a:lnSpc>
                <a:spcPct val="100000"/>
              </a:lnSpc>
              <a:spcBef>
                <a:spcPts val="0"/>
              </a:spcBef>
              <a:spcAft>
                <a:spcPts val="0"/>
              </a:spcAft>
              <a:buSzPts val="1400"/>
              <a:buNone/>
              <a:defRPr sz="2475" b="0">
                <a:solidFill>
                  <a:srgbClr val="00A0DF"/>
                </a:solidFill>
                <a:latin typeface="Arial"/>
                <a:ea typeface="Arial"/>
                <a:cs typeface="Arial"/>
              </a:defRPr>
            </a:pPr>
            <a:r>
              <a:rPr sz="2475" b="0">
                <a:solidFill>
                  <a:srgbClr val="00A0DF"/>
                </a:solidFill>
                <a:latin typeface="Arial"/>
                <a:ea typeface="Arial"/>
                <a:cs typeface="Arial"/>
              </a:rPr>
              <a:t>Recognition means: compare 20 counts with ten templates</a:t>
            </a:r>
            <a:endParaRPr/>
          </a:p>
        </p:txBody>
      </p:sp>
      <p:sp>
        <p:nvSpPr>
          <p:cNvPr id="85" name="Google Shape;85;g37bad65a17d_0_0">
            <a:extLst xmlns:a="http://schemas.openxmlformats.org/drawingml/2006/main">
              <a:ext uri="{FF2B5EF4-FFF2-40B4-BE49-F238E27FC236}">
                <a16:creationId xmlns:a16="http://schemas.microsoft.com/office/drawing/2014/main" id="{31B1C2C2-F77F-4032-9D0A-FF56401D76B3}"/>
              </a:ext>
            </a:extLst>
          </p:cNvPr>
          <p:cNvSpPr>
            <a:spLocks xmlns:a="http://schemas.openxmlformats.org/drawingml/2006/main" noGrp="1"/>
          </p:cNvSpPr>
          <p:nvPr>
            <p:ph type="sldNum" idx="12"/>
          </p:nvPr>
        </p:nvSpPr>
        <p:spPr>
          <a:xfrm xmlns:a="http://schemas.openxmlformats.org/drawingml/2006/main">
            <a:off x="3505200" y="4767263"/>
            <a:ext cx="2133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Clr>
                <a:srgbClr val="000000"/>
              </a:buClr>
              <a:buSzPts val="1200"/>
              <a:buFont typeface="Arial"/>
              <a:buNone/>
              <a:defRPr sz="1200">
                <a:solidFill>
                  <a:srgbClr val="00539F"/>
                </a:solidFill>
                <a:latin typeface="Arial"/>
                <a:ea typeface="Arial"/>
                <a:cs typeface="Arial"/>
              </a:defRPr>
            </a:pPr>
            <a:fld id="{BA58DA2A-B818-18A9-29C1-B697728D5BCE}" type="slidenum">
              <a:rPr sz="1200">
                <a:solidFill>
                  <a:srgbClr val="00539F"/>
                </a:solidFill>
                <a:latin typeface="Arial"/>
                <a:ea typeface="Arial"/>
                <a:cs typeface="Arial"/>
              </a:rPr>
              <a:t>8</a:t>
            </a:fld>
            <a:endParaRPr/>
          </a:p>
        </p:txBody>
      </p:sp>
      <p:sp>
        <p:nvSpPr>
          <p:cNvPr id="86" name="Section tag">
            <a:extLst xmlns:a="http://schemas.openxmlformats.org/drawingml/2006/main">
              <a:ext uri="{FF2B5EF4-FFF2-40B4-BE49-F238E27FC236}">
                <a16:creationId xmlns:a16="http://schemas.microsoft.com/office/drawing/2014/main" id="{0FAC2DAD-7DF8-4B87-BFD3-C16064F21D7A}"/>
              </a:ext>
            </a:extLst>
          </p:cNvPr>
          <p:cNvSpPr>
            <a:spLocks xmlns:a="http://schemas.openxmlformats.org/drawingml/2006/main" noGrp="1"/>
          </p:cNvSpPr>
          <p:nvPr/>
        </p:nvSpPr>
        <p:spPr>
          <a:xfrm xmlns:a="http://schemas.openxmlformats.org/drawingml/2006/main">
            <a:off x="619125" y="1304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NEAREST TEMPLATE</a:t>
            </a:r>
          </a:p>
        </p:txBody>
      </p:sp>
      <p:sp>
        <p:nvSpPr>
          <p:cNvPr id="87" name="received&#10;10×10">
            <a:extLst xmlns:a="http://schemas.openxmlformats.org/drawingml/2006/main">
              <a:ext uri="{FF2B5EF4-FFF2-40B4-BE49-F238E27FC236}">
                <a16:creationId xmlns:a16="http://schemas.microsoft.com/office/drawing/2014/main" id="{079A71A4-5C4F-4072-B6C7-2BED0C8B458F}"/>
              </a:ext>
            </a:extLst>
          </p:cNvPr>
          <p:cNvSpPr>
            <a:spLocks xmlns:a="http://schemas.openxmlformats.org/drawingml/2006/main" noGrp="1"/>
          </p:cNvSpPr>
          <p:nvPr/>
        </p:nvSpPr>
        <p:spPr>
          <a:xfrm xmlns:a="http://schemas.openxmlformats.org/drawingml/2006/main">
            <a:off x="809625" y="2000250"/>
            <a:ext cx="1215390" cy="781050"/>
          </a:xfrm>
          <a:prstGeom xmlns:a="http://schemas.openxmlformats.org/drawingml/2006/main" prst="roundRect">
            <a:avLst>
              <a:gd name="adj" fmla="val 12195"/>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received</a:t>
            </a:r>
          </a:p>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10×10</a:t>
            </a:r>
          </a:p>
        </p:txBody>
      </p:sp>
      <p:sp>
        <p:nvSpPr>
          <p:cNvPr id="88" name="x + y&#10;counts">
            <a:extLst xmlns:a="http://schemas.openxmlformats.org/drawingml/2006/main">
              <a:ext uri="{FF2B5EF4-FFF2-40B4-BE49-F238E27FC236}">
                <a16:creationId xmlns:a16="http://schemas.microsoft.com/office/drawing/2014/main" id="{8C754173-B30C-45BD-92ED-120124126B60}"/>
              </a:ext>
            </a:extLst>
          </p:cNvPr>
          <p:cNvSpPr>
            <a:spLocks xmlns:a="http://schemas.openxmlformats.org/drawingml/2006/main" noGrp="1"/>
          </p:cNvSpPr>
          <p:nvPr/>
        </p:nvSpPr>
        <p:spPr>
          <a:xfrm xmlns:a="http://schemas.openxmlformats.org/drawingml/2006/main">
            <a:off x="2386965" y="2000250"/>
            <a:ext cx="1215390" cy="781050"/>
          </a:xfrm>
          <a:prstGeom xmlns:a="http://schemas.openxmlformats.org/drawingml/2006/main" prst="roundRect">
            <a:avLst>
              <a:gd name="adj" fmla="val 12195"/>
            </a:avLst>
          </a:prstGeom>
          <a:solidFill xmlns:a="http://schemas.openxmlformats.org/drawingml/2006/main">
            <a:srgbClr val="EAF4FA"/>
          </a:solidFill>
          <a:ln xmlns:a="http://schemas.openxmlformats.org/drawingml/2006/main" w="12383">
            <a:solidFill>
              <a:srgbClr val="00A0DF"/>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x + y</a:t>
            </a:r>
          </a:p>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counts</a:t>
            </a:r>
          </a:p>
        </p:txBody>
      </p:sp>
      <p:sp>
        <p:nvSpPr>
          <p:cNvPr id="89" name="L1 distance&#10;to 0…9">
            <a:extLst xmlns:a="http://schemas.openxmlformats.org/drawingml/2006/main">
              <a:ext uri="{FF2B5EF4-FFF2-40B4-BE49-F238E27FC236}">
                <a16:creationId xmlns:a16="http://schemas.microsoft.com/office/drawing/2014/main" id="{4CA89017-79DC-4EFD-90FE-83C57FF2401A}"/>
              </a:ext>
            </a:extLst>
          </p:cNvPr>
          <p:cNvSpPr>
            <a:spLocks xmlns:a="http://schemas.openxmlformats.org/drawingml/2006/main" noGrp="1"/>
          </p:cNvSpPr>
          <p:nvPr/>
        </p:nvSpPr>
        <p:spPr>
          <a:xfrm xmlns:a="http://schemas.openxmlformats.org/drawingml/2006/main">
            <a:off x="3964305" y="2000250"/>
            <a:ext cx="1215390" cy="781050"/>
          </a:xfrm>
          <a:prstGeom xmlns:a="http://schemas.openxmlformats.org/drawingml/2006/main" prst="roundRect">
            <a:avLst>
              <a:gd name="adj" fmla="val 12195"/>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L1 distance</a:t>
            </a:r>
          </a:p>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to 0…9</a:t>
            </a:r>
          </a:p>
        </p:txBody>
      </p:sp>
      <p:sp>
        <p:nvSpPr>
          <p:cNvPr id="90" name="best match&#10;or tie">
            <a:extLst xmlns:a="http://schemas.openxmlformats.org/drawingml/2006/main">
              <a:ext uri="{FF2B5EF4-FFF2-40B4-BE49-F238E27FC236}">
                <a16:creationId xmlns:a16="http://schemas.microsoft.com/office/drawing/2014/main" id="{0AD898E4-6BD7-4289-9006-8726655F4255}"/>
              </a:ext>
            </a:extLst>
          </p:cNvPr>
          <p:cNvSpPr>
            <a:spLocks xmlns:a="http://schemas.openxmlformats.org/drawingml/2006/main" noGrp="1"/>
          </p:cNvSpPr>
          <p:nvPr/>
        </p:nvSpPr>
        <p:spPr>
          <a:xfrm xmlns:a="http://schemas.openxmlformats.org/drawingml/2006/main">
            <a:off x="5541645" y="2000250"/>
            <a:ext cx="1215390" cy="781050"/>
          </a:xfrm>
          <a:prstGeom xmlns:a="http://schemas.openxmlformats.org/drawingml/2006/main" prst="roundRect">
            <a:avLst>
              <a:gd name="adj" fmla="val 12195"/>
            </a:avLst>
          </a:prstGeom>
          <a:solidFill xmlns:a="http://schemas.openxmlformats.org/drawingml/2006/main">
            <a:srgbClr val="EAF4FA"/>
          </a:solidFill>
          <a:ln xmlns:a="http://schemas.openxmlformats.org/drawingml/2006/main" w="12383">
            <a:solidFill>
              <a:srgbClr val="00A0DF"/>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best match</a:t>
            </a:r>
          </a:p>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or tie</a:t>
            </a:r>
          </a:p>
        </p:txBody>
      </p:sp>
      <p:sp>
        <p:nvSpPr>
          <p:cNvPr id="91" name="publish digit&#10;or −1">
            <a:extLst xmlns:a="http://schemas.openxmlformats.org/drawingml/2006/main">
              <a:ext uri="{FF2B5EF4-FFF2-40B4-BE49-F238E27FC236}">
                <a16:creationId xmlns:a16="http://schemas.microsoft.com/office/drawing/2014/main" id="{C63D29D6-3331-42D6-B8BD-CEB641A695DC}"/>
              </a:ext>
            </a:extLst>
          </p:cNvPr>
          <p:cNvSpPr>
            <a:spLocks xmlns:a="http://schemas.openxmlformats.org/drawingml/2006/main" noGrp="1"/>
          </p:cNvSpPr>
          <p:nvPr/>
        </p:nvSpPr>
        <p:spPr>
          <a:xfrm xmlns:a="http://schemas.openxmlformats.org/drawingml/2006/main">
            <a:off x="7118985" y="2000250"/>
            <a:ext cx="1215390" cy="781050"/>
          </a:xfrm>
          <a:prstGeom xmlns:a="http://schemas.openxmlformats.org/drawingml/2006/main" prst="roundRect">
            <a:avLst>
              <a:gd name="adj" fmla="val 12195"/>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95560"/>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publish digit</a:t>
            </a:r>
          </a:p>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or −1</a:t>
            </a:r>
          </a:p>
        </p:txBody>
      </p:sp>
      <p:cxnSp>
        <p:nvCxnSpPr>
          <p:cNvPr id="106" name=""/>
          <p:cNvCxnSpPr>
            <a:stCxn xmlns:a="http://schemas.openxmlformats.org/drawingml/2006/main" id="87" idx="3"/>
            <a:endCxn xmlns:a="http://schemas.openxmlformats.org/drawingml/2006/main" id="88" idx="1"/>
          </p:cNvCxnSpPr>
          <p:nvPr/>
        </p:nvCxnSpPr>
        <p:spPr>
          <a:xfrm xmlns:a="http://schemas.openxmlformats.org/drawingml/2006/main">
            <a:off x="2025015" y="2390775"/>
            <a:ext cx="361950" cy="0"/>
          </a:xfrm>
          <a:prstGeom xmlns:a="http://schemas.openxmlformats.org/drawingml/2006/main" prst="straightConnector1">
            <a:avLst/>
          </a:prstGeom>
          <a:ln xmlns:a="http://schemas.openxmlformats.org/drawingml/2006/main" w="19050">
            <a:solidFill>
              <a:srgbClr val="4B6072"/>
            </a:solidFill>
            <a:prstDash val="solid"/>
            <a:tailEnd type="triangle" w="sm" len="sm"/>
          </a:ln>
        </p:spPr>
      </p:cxnSp>
      <p:cxnSp>
        <p:nvCxnSpPr>
          <p:cNvPr id="107" name=""/>
          <p:cNvCxnSpPr>
            <a:stCxn xmlns:a="http://schemas.openxmlformats.org/drawingml/2006/main" id="88" idx="3"/>
            <a:endCxn xmlns:a="http://schemas.openxmlformats.org/drawingml/2006/main" id="89" idx="1"/>
          </p:cNvCxnSpPr>
          <p:nvPr/>
        </p:nvCxnSpPr>
        <p:spPr>
          <a:xfrm xmlns:a="http://schemas.openxmlformats.org/drawingml/2006/main">
            <a:off x="3602355" y="2390775"/>
            <a:ext cx="361950" cy="0"/>
          </a:xfrm>
          <a:prstGeom xmlns:a="http://schemas.openxmlformats.org/drawingml/2006/main" prst="straightConnector1">
            <a:avLst/>
          </a:prstGeom>
          <a:ln xmlns:a="http://schemas.openxmlformats.org/drawingml/2006/main" w="19050">
            <a:solidFill>
              <a:srgbClr val="4B6072"/>
            </a:solidFill>
            <a:prstDash val="solid"/>
            <a:tailEnd type="triangle" w="sm" len="sm"/>
          </a:ln>
        </p:spPr>
      </p:cxnSp>
      <p:cxnSp>
        <p:nvCxnSpPr>
          <p:cNvPr id="108" name=""/>
          <p:cNvCxnSpPr>
            <a:stCxn xmlns:a="http://schemas.openxmlformats.org/drawingml/2006/main" id="89" idx="3"/>
            <a:endCxn xmlns:a="http://schemas.openxmlformats.org/drawingml/2006/main" id="90" idx="1"/>
          </p:cNvCxnSpPr>
          <p:nvPr/>
        </p:nvCxnSpPr>
        <p:spPr>
          <a:xfrm xmlns:a="http://schemas.openxmlformats.org/drawingml/2006/main">
            <a:off x="5179695" y="2390775"/>
            <a:ext cx="361950" cy="0"/>
          </a:xfrm>
          <a:prstGeom xmlns:a="http://schemas.openxmlformats.org/drawingml/2006/main" prst="straightConnector1">
            <a:avLst/>
          </a:prstGeom>
          <a:ln xmlns:a="http://schemas.openxmlformats.org/drawingml/2006/main" w="19050">
            <a:solidFill>
              <a:srgbClr val="4B6072"/>
            </a:solidFill>
            <a:prstDash val="solid"/>
            <a:tailEnd type="triangle" w="sm" len="sm"/>
          </a:ln>
        </p:spPr>
      </p:cxnSp>
      <p:cxnSp>
        <p:nvCxnSpPr>
          <p:cNvPr id="109" name=""/>
          <p:cNvCxnSpPr>
            <a:stCxn xmlns:a="http://schemas.openxmlformats.org/drawingml/2006/main" id="90" idx="3"/>
            <a:endCxn xmlns:a="http://schemas.openxmlformats.org/drawingml/2006/main" id="91" idx="1"/>
          </p:cNvCxnSpPr>
          <p:nvPr/>
        </p:nvCxnSpPr>
        <p:spPr>
          <a:xfrm xmlns:a="http://schemas.openxmlformats.org/drawingml/2006/main">
            <a:off x="6757035" y="2390775"/>
            <a:ext cx="361950" cy="0"/>
          </a:xfrm>
          <a:prstGeom xmlns:a="http://schemas.openxmlformats.org/drawingml/2006/main" prst="straightConnector1">
            <a:avLst/>
          </a:prstGeom>
          <a:ln xmlns:a="http://schemas.openxmlformats.org/drawingml/2006/main" w="19050">
            <a:solidFill>
              <a:srgbClr val="4B6072"/>
            </a:solidFill>
            <a:prstDash val="solid"/>
            <a:tailEnd type="triangle" w="sm" len="sm"/>
          </a:ln>
        </p:spPr>
      </p:cxnSp>
      <p:sp>
        <p:nvSpPr>
          <p:cNvPr id="96" name="Lecture text">
            <a:extLst xmlns:a="http://schemas.openxmlformats.org/drawingml/2006/main">
              <a:ext uri="{FF2B5EF4-FFF2-40B4-BE49-F238E27FC236}">
                <a16:creationId xmlns:a16="http://schemas.microsoft.com/office/drawing/2014/main" id="{A9AD01B5-2644-4569-82A1-26CC4101C5D5}"/>
              </a:ext>
            </a:extLst>
          </p:cNvPr>
          <p:cNvSpPr>
            <a:spLocks xmlns:a="http://schemas.openxmlformats.org/drawingml/2006/main" noGrp="1"/>
          </p:cNvSpPr>
          <p:nvPr/>
        </p:nvSpPr>
        <p:spPr>
          <a:xfrm xmlns:a="http://schemas.openxmlformats.org/drawingml/2006/main">
            <a:off x="1428750" y="3333750"/>
            <a:ext cx="628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2100" b="1">
                <a:solidFill>
                  <a:srgbClr val="00539F"/>
                </a:solidFill>
                <a:latin typeface="Arial"/>
                <a:ea typeface="Arial"/>
                <a:cs typeface="Arial"/>
              </a:defRPr>
            </a:pPr>
            <a:r>
              <a:rPr sz="2100" b="1">
                <a:solidFill>
                  <a:srgbClr val="00539F"/>
                </a:solidFill>
                <a:latin typeface="Arial"/>
                <a:ea typeface="Arial"/>
                <a:cs typeface="Arial"/>
              </a:rPr>
              <a:t>distance = Σ |received count − template count|</a:t>
            </a:r>
          </a:p>
        </p:txBody>
      </p:sp>
      <p:sp>
        <p:nvSpPr>
          <p:cNvPr id="97" name="Equal best distances are ambiguous: publish −1 instead of silently choosing one digit.">
            <a:extLst xmlns:a="http://schemas.openxmlformats.org/drawingml/2006/main">
              <a:ext uri="{FF2B5EF4-FFF2-40B4-BE49-F238E27FC236}">
                <a16:creationId xmlns:a16="http://schemas.microsoft.com/office/drawing/2014/main" id="{FFF2DC3C-BF54-4A73-BCCB-8FB2C5C72850}"/>
              </a:ext>
            </a:extLst>
          </p:cNvPr>
          <p:cNvSpPr>
            <a:spLocks xmlns:a="http://schemas.openxmlformats.org/drawingml/2006/main" noGrp="1"/>
          </p:cNvSpPr>
          <p:nvPr/>
        </p:nvSpPr>
        <p:spPr>
          <a:xfrm xmlns:a="http://schemas.openxmlformats.org/drawingml/2006/main">
            <a:off x="1000125" y="4324350"/>
            <a:ext cx="7143750" cy="381000"/>
          </a:xfrm>
          <a:prstGeom xmlns:a="http://schemas.openxmlformats.org/drawingml/2006/main" prst="roundRect">
            <a:avLst>
              <a:gd name="adj" fmla="val 25000"/>
            </a:avLst>
          </a:prstGeom>
          <a:solidFill xmlns:a="http://schemas.openxmlformats.org/drawingml/2006/main">
            <a:srgbClr val="EAF4FA"/>
          </a:solidFill>
          <a:ln xmlns:a="http://schemas.openxmlformats.org/drawingml/2006/main" w="12383">
            <a:solidFill>
              <a:srgbClr val="00539F"/>
            </a:solidFill>
            <a:prstDash val="solid"/>
          </a:ln>
        </p:spPr>
        <p:txBody>
          <a:bodyPr xmlns:a="http://schemas.openxmlformats.org/drawingml/2006/main" wrap="square" lIns="66675" tIns="57150" rIns="66675" bIns="57150" anchor="ctr">
            <a:normAutofit fontScale="98697"/>
          </a:bodyPr>
          <a:lstStyle xmlns:a="http://schemas.openxmlformats.org/drawingml/2006/main"/>
          <a:p xmlns:a="http://schemas.openxmlformats.org/drawingml/2006/main">
            <a:pPr algn="ctr">
              <a:defRPr sz="1350" b="1">
                <a:solidFill>
                  <a:srgbClr val="00539F"/>
                </a:solidFill>
                <a:latin typeface="Arial"/>
                <a:ea typeface="Arial"/>
                <a:cs typeface="Arial"/>
              </a:defRPr>
            </a:pPr>
            <a:r>
              <a:rPr sz="1350" b="1">
                <a:solidFill>
                  <a:srgbClr val="00539F"/>
                </a:solidFill>
                <a:latin typeface="Arial"/>
                <a:ea typeface="Arial"/>
                <a:cs typeface="Arial"/>
              </a:rPr>
              <a:t>Equal best distances are ambiguous: publish −1 instead of silently choosing one digit.</a:t>
            </a:r>
          </a:p>
        </p:txBody>
      </p:sp>
    </p:spTree>
    <p:extLst>
      <p:ext uri="{BB962C8B-B14F-4D97-AF65-F5344CB8AC3E}">
        <p14:creationId xmlns:p14="http://schemas.microsoft.com/office/powerpoint/2010/main" val="62565560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83" name="Google Shape;83;g37bad65a17d_0_0">
            <a:extLst xmlns:a="http://schemas.openxmlformats.org/drawingml/2006/main">
              <a:ext uri="{FF2B5EF4-FFF2-40B4-BE49-F238E27FC236}">
                <a16:creationId xmlns:a16="http://schemas.microsoft.com/office/drawing/2014/main" id="{0CC56B34-6770-45D7-9E5A-4F0C2199F86A}"/>
              </a:ext>
            </a:extLst>
          </p:cNvPr>
          <p:cNvSpPr>
            <a:spLocks xmlns:a="http://schemas.openxmlformats.org/drawingml/2006/main" noGrp="1"/>
          </p:cNvSpPr>
          <p:nvPr>
            <p:ph type="title" idx="0"/>
          </p:nvPr>
        </p:nvSpPr>
        <p:spPr>
          <a:xfrm xmlns:a="http://schemas.openxmlformats.org/drawingml/2006/main">
            <a:off x="457200" y="528638"/>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45720" rIns="91440" bIns="4572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1400"/>
              <a:buNone/>
              <a:defRPr sz="2100" b="0">
                <a:solidFill>
                  <a:srgbClr val="00A0DF"/>
                </a:solidFill>
                <a:latin typeface="Arial"/>
                <a:ea typeface="Arial"/>
                <a:cs typeface="Arial"/>
              </a:defRPr>
            </a:pPr>
            <a:r>
              <a:rPr sz="2100" b="0">
                <a:solidFill>
                  <a:srgbClr val="00A0DF"/>
                </a:solidFill>
                <a:latin typeface="Arial"/>
                <a:ea typeface="Arial"/>
                <a:cs typeface="Arial"/>
              </a:rPr>
              <a:t>Hands-on 1: run and inspect the ROS graph yourself</a:t>
            </a:r>
            <a:endParaRPr/>
          </a:p>
        </p:txBody>
      </p:sp>
      <p:sp>
        <p:nvSpPr>
          <p:cNvPr id="85" name="Google Shape;85;g37bad65a17d_0_0">
            <a:extLst xmlns:a="http://schemas.openxmlformats.org/drawingml/2006/main">
              <a:ext uri="{FF2B5EF4-FFF2-40B4-BE49-F238E27FC236}">
                <a16:creationId xmlns:a16="http://schemas.microsoft.com/office/drawing/2014/main" id="{31B1C2C2-F77F-4032-9D0A-FF56401D76B3}"/>
              </a:ext>
            </a:extLst>
          </p:cNvPr>
          <p:cNvSpPr>
            <a:spLocks xmlns:a="http://schemas.openxmlformats.org/drawingml/2006/main" noGrp="1"/>
          </p:cNvSpPr>
          <p:nvPr>
            <p:ph type="sldNum" idx="12"/>
          </p:nvPr>
        </p:nvSpPr>
        <p:spPr>
          <a:xfrm xmlns:a="http://schemas.openxmlformats.org/drawingml/2006/main">
            <a:off x="3505200" y="4767263"/>
            <a:ext cx="2133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Clr>
                <a:srgbClr val="000000"/>
              </a:buClr>
              <a:buSzPts val="1200"/>
              <a:buFont typeface="Arial"/>
              <a:buNone/>
              <a:defRPr sz="1200">
                <a:solidFill>
                  <a:srgbClr val="00539F"/>
                </a:solidFill>
                <a:latin typeface="Arial"/>
                <a:ea typeface="Arial"/>
                <a:cs typeface="Arial"/>
              </a:defRPr>
            </a:pPr>
            <a:fld id="{388657AE-30A1-5A7A-6A7F-315D84436430}" type="slidenum">
              <a:rPr sz="1200">
                <a:solidFill>
                  <a:srgbClr val="00539F"/>
                </a:solidFill>
                <a:latin typeface="Arial"/>
                <a:ea typeface="Arial"/>
                <a:cs typeface="Arial"/>
              </a:rPr>
              <a:t>9</a:t>
            </a:fld>
            <a:endParaRPr/>
          </a:p>
        </p:txBody>
      </p:sp>
      <p:sp>
        <p:nvSpPr>
          <p:cNvPr id="86" name="Section tag">
            <a:extLst xmlns:a="http://schemas.openxmlformats.org/drawingml/2006/main">
              <a:ext uri="{FF2B5EF4-FFF2-40B4-BE49-F238E27FC236}">
                <a16:creationId xmlns:a16="http://schemas.microsoft.com/office/drawing/2014/main" id="{CFBD0F24-08F8-49BD-92F2-7DEB5BBB74B5}"/>
              </a:ext>
            </a:extLst>
          </p:cNvPr>
          <p:cNvSpPr>
            <a:spLocks xmlns:a="http://schemas.openxmlformats.org/drawingml/2006/main" noGrp="1"/>
          </p:cNvSpPr>
          <p:nvPr/>
        </p:nvSpPr>
        <p:spPr>
          <a:xfrm xmlns:a="http://schemas.openxmlformats.org/drawingml/2006/main">
            <a:off x="619125" y="1304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HANDS-ON CHECKPOINT</a:t>
            </a:r>
          </a:p>
        </p:txBody>
      </p:sp>
      <p:pic>
        <p:nvPicPr>
          <p:cNvPr id="95" name=""/>
          <p:cNvPicPr>
            <a:picLocks xmlns:a="http://schemas.openxmlformats.org/drawingml/2006/main" noChangeAspect="1"/>
          </p:cNvPicPr>
          <p:nvPr/>
        </p:nvPicPr>
        <p:blipFill>
          <a:blip xmlns:r="http://schemas.openxmlformats.org/officeDocument/2006/relationships" xmlns:a="http://schemas.openxmlformats.org/drawingml/2006/main" r:embed="Raca60025609e483a"/>
          <a:stretch xmlns:a="http://schemas.openxmlformats.org/drawingml/2006/main"/>
        </p:blipFill>
        <p:spPr>
          <a:xfrm xmlns:a="http://schemas.openxmlformats.org/drawingml/2006/main">
            <a:off x="514350" y="1756569"/>
            <a:ext cx="3905250" cy="2278063"/>
          </a:xfrm>
          <a:prstGeom xmlns:a="http://schemas.openxmlformats.org/drawingml/2006/main" prst="rect">
            <a:avLst/>
          </a:prstGeom>
        </p:spPr>
      </p:pic>
      <p:sp>
        <p:nvSpPr>
          <p:cNvPr id="88" name="Student coding task">
            <a:extLst xmlns:a="http://schemas.openxmlformats.org/drawingml/2006/main">
              <a:ext uri="{FF2B5EF4-FFF2-40B4-BE49-F238E27FC236}">
                <a16:creationId xmlns:a16="http://schemas.microsoft.com/office/drawing/2014/main" id="{C0D80D9B-7F7F-460C-AAAE-80E4F78881AB}"/>
              </a:ext>
            </a:extLst>
          </p:cNvPr>
          <p:cNvSpPr>
            <a:spLocks xmlns:a="http://schemas.openxmlformats.org/drawingml/2006/main" noGrp="1"/>
          </p:cNvSpPr>
          <p:nvPr/>
        </p:nvSpPr>
        <p:spPr>
          <a:xfrm xmlns:a="http://schemas.openxmlformats.org/drawingml/2006/main">
            <a:off x="4714875" y="1657350"/>
            <a:ext cx="3857625" cy="685800"/>
          </a:xfrm>
          <a:prstGeom xmlns:a="http://schemas.openxmlformats.org/drawingml/2006/main" prst="roundRect">
            <a:avLst>
              <a:gd name="adj" fmla="val 13889"/>
            </a:avLst>
          </a:prstGeom>
          <a:solidFill xmlns:a="http://schemas.openxmlformats.org/drawingml/2006/main">
            <a:srgbClr val="FFF7E8"/>
          </a:solidFill>
          <a:ln xmlns:a="http://schemas.openxmlformats.org/drawingml/2006/main" w="12383">
            <a:solidFill>
              <a:srgbClr val="EF8200"/>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938" b="1">
                <a:solidFill>
                  <a:srgbClr val="17324D"/>
                </a:solidFill>
                <a:latin typeface="Arial"/>
                <a:ea typeface="Arial"/>
                <a:cs typeface="Arial"/>
              </a:defRPr>
            </a:pPr>
            <a:r>
              <a:rPr sz="938" b="1">
                <a:solidFill>
                  <a:srgbClr val="17324D"/>
                </a:solidFill>
                <a:latin typeface="Arial"/>
                <a:ea typeface="Arial"/>
                <a:cs typeface="Arial"/>
              </a:rPr>
              <a:t>EDIT: ws/src/cv_lab/cv_lab/</a:t>
            </a:r>
          </a:p>
          <a:p xmlns:a="http://schemas.openxmlformats.org/drawingml/2006/main">
            <a:pPr algn="ctr">
              <a:defRPr sz="938" b="1">
                <a:solidFill>
                  <a:srgbClr val="17324D"/>
                </a:solidFill>
                <a:latin typeface="Arial"/>
                <a:ea typeface="Arial"/>
                <a:cs typeface="Arial"/>
              </a:defRPr>
            </a:pPr>
            <a:r>
              <a:rPr sz="938" b="1">
                <a:solidFill>
                  <a:srgbClr val="17324D"/>
                </a:solidFill>
                <a:latin typeface="Arial"/>
                <a:ea typeface="Arial"/>
                <a:cs typeface="Arial"/>
              </a:rPr>
              <a:t>digit_recognizer_node.py</a:t>
            </a:r>
          </a:p>
          <a:p xmlns:a="http://schemas.openxmlformats.org/drawingml/2006/main">
            <a:pPr algn="ctr">
              <a:defRPr sz="938" b="1">
                <a:solidFill>
                  <a:srgbClr val="17324D"/>
                </a:solidFill>
                <a:latin typeface="Arial"/>
                <a:ea typeface="Arial"/>
                <a:cs typeface="Arial"/>
              </a:defRPr>
            </a:pPr>
            <a:r>
              <a:rPr sz="938" b="1">
                <a:solidFill>
                  <a:srgbClr val="17324D"/>
                </a:solidFill>
                <a:latin typeface="Arial"/>
                <a:ea typeface="Arial"/>
                <a:cs typeface="Arial"/>
              </a:rPr>
              <a:t>TODOs: HIST-ROS • HIST-CV • HIST-PUB</a:t>
            </a:r>
          </a:p>
        </p:txBody>
      </p:sp>
      <p:sp>
        <p:nvSpPr>
          <p:cNvPr id="89" name="Lecture text">
            <a:extLst xmlns:a="http://schemas.openxmlformats.org/drawingml/2006/main">
              <a:ext uri="{FF2B5EF4-FFF2-40B4-BE49-F238E27FC236}">
                <a16:creationId xmlns:a16="http://schemas.microsoft.com/office/drawing/2014/main" id="{E194802B-6987-4601-845D-BC941C2F0E2A}"/>
              </a:ext>
            </a:extLst>
          </p:cNvPr>
          <p:cNvSpPr>
            <a:spLocks xmlns:a="http://schemas.openxmlformats.org/drawingml/2006/main" noGrp="1"/>
          </p:cNvSpPr>
          <p:nvPr/>
        </p:nvSpPr>
        <p:spPr>
          <a:xfrm xmlns:a="http://schemas.openxmlformats.org/drawingml/2006/main">
            <a:off x="4810125" y="2381250"/>
            <a:ext cx="3667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Finish TODOs → rebuild + source → run 1–3.</a:t>
            </a:r>
          </a:p>
        </p:txBody>
      </p:sp>
      <p:sp>
        <p:nvSpPr>
          <p:cNvPr id="90" name="Runnable code">
            <a:extLst xmlns:a="http://schemas.openxmlformats.org/drawingml/2006/main">
              <a:ext uri="{FF2B5EF4-FFF2-40B4-BE49-F238E27FC236}">
                <a16:creationId xmlns:a16="http://schemas.microsoft.com/office/drawing/2014/main" id="{205B9D76-01BC-4C3E-A825-85402E52B62C}"/>
              </a:ext>
            </a:extLst>
          </p:cNvPr>
          <p:cNvSpPr>
            <a:spLocks xmlns:a="http://schemas.openxmlformats.org/drawingml/2006/main" noGrp="1"/>
          </p:cNvSpPr>
          <p:nvPr/>
        </p:nvSpPr>
        <p:spPr>
          <a:xfrm xmlns:a="http://schemas.openxmlformats.org/drawingml/2006/main">
            <a:off x="4714875" y="2667000"/>
            <a:ext cx="3857625" cy="1381125"/>
          </a:xfrm>
          <a:prstGeom xmlns:a="http://schemas.openxmlformats.org/drawingml/2006/main" prst="roundRect">
            <a:avLst>
              <a:gd name="adj" fmla="val 5517"/>
            </a:avLst>
          </a:prstGeom>
          <a:solidFill xmlns:a="http://schemas.openxmlformats.org/drawingml/2006/main">
            <a:srgbClr val="F3F7FA"/>
          </a:solidFill>
          <a:ln xmlns:a="http://schemas.openxmlformats.org/drawingml/2006/main" w="11430">
            <a:solidFill>
              <a:srgbClr val="C8D7E1"/>
            </a:solidFill>
            <a:prstDash val="solid"/>
          </a:ln>
        </p:spPr>
        <p:txBody>
          <a:bodyPr xmlns:a="http://schemas.openxmlformats.org/drawingml/2006/main" wrap="square" lIns="114300" tIns="95250" rIns="114300" bIns="95250" anchor="t">
            <a:normAutofit fontScale="100000"/>
          </a:bodyPr>
          <a:lstStyle xmlns:a="http://schemas.openxmlformats.org/drawingml/2006/main"/>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 1) TERMINAL 1 — start node; leave running</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ros2 run cv_lab digit_recognizer_node --ros-args \</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 -p output_dir:="$PWD/outputs"</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 2) TERMINAL 2 — inspect; then wait for one report</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ros2 node list</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ros2 topic list -t</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ros2 topic info /perception/digit_matrix --verbose</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ros2 topic echo --once /perception/digit_report</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 3) TERMINAL 3 — publish digit 3</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ros2 topic pub --once /perception/digit_matrix \</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 std_msgs/msg/Int32MultiArray "$(cat msg/d3.yaml)"</a:t>
            </a:r>
          </a:p>
        </p:txBody>
      </p:sp>
      <p:sp>
        <p:nvSpPr>
          <p:cNvPr id="91" name="Echo contains prediction=3, ambiguous=false, distance=0 • Open outputs/histogram_digit.png">
            <a:extLst xmlns:a="http://schemas.openxmlformats.org/drawingml/2006/main">
              <a:ext uri="{FF2B5EF4-FFF2-40B4-BE49-F238E27FC236}">
                <a16:creationId xmlns:a16="http://schemas.microsoft.com/office/drawing/2014/main" id="{B855CC71-44B7-4622-8135-D1B1C4F58BE5}"/>
              </a:ext>
            </a:extLst>
          </p:cNvPr>
          <p:cNvSpPr>
            <a:spLocks xmlns:a="http://schemas.openxmlformats.org/drawingml/2006/main" noGrp="1"/>
          </p:cNvSpPr>
          <p:nvPr/>
        </p:nvSpPr>
        <p:spPr>
          <a:xfrm xmlns:a="http://schemas.openxmlformats.org/drawingml/2006/main">
            <a:off x="762000" y="4219575"/>
            <a:ext cx="7620000" cy="476250"/>
          </a:xfrm>
          <a:prstGeom xmlns:a="http://schemas.openxmlformats.org/drawingml/2006/main" prst="roundRect">
            <a:avLst>
              <a:gd name="adj" fmla="val 20000"/>
            </a:avLst>
          </a:prstGeom>
          <a:solidFill xmlns:a="http://schemas.openxmlformats.org/drawingml/2006/main">
            <a:srgbClr val="FFF7E8"/>
          </a:solidFill>
          <a:ln xmlns:a="http://schemas.openxmlformats.org/drawingml/2006/main" w="12383">
            <a:solidFill>
              <a:srgbClr val="EF8200"/>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163" b="1">
                <a:solidFill>
                  <a:srgbClr val="17324D"/>
                </a:solidFill>
                <a:latin typeface="Arial"/>
                <a:ea typeface="Arial"/>
                <a:cs typeface="Arial"/>
              </a:defRPr>
            </a:pPr>
            <a:r>
              <a:rPr sz="1163" b="1">
                <a:solidFill>
                  <a:srgbClr val="17324D"/>
                </a:solidFill>
                <a:latin typeface="Arial"/>
                <a:ea typeface="Arial"/>
                <a:cs typeface="Arial"/>
              </a:rPr>
              <a:t>Echo contains prediction=3, ambiguous=false, distance=0 • Open outputs/histogram_digit.png</a:t>
            </a:r>
          </a:p>
        </p:txBody>
      </p:sp>
    </p:spTree>
    <p:extLst>
      <p:ext uri="{BB962C8B-B14F-4D97-AF65-F5344CB8AC3E}">
        <p14:creationId xmlns:p14="http://schemas.microsoft.com/office/powerpoint/2010/main" val="62565560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83" name="Google Shape;83;g37bad65a17d_0_0">
            <a:extLst xmlns:a="http://schemas.openxmlformats.org/drawingml/2006/main">
              <a:ext uri="{FF2B5EF4-FFF2-40B4-BE49-F238E27FC236}">
                <a16:creationId xmlns:a16="http://schemas.microsoft.com/office/drawing/2014/main" id="{0CC56B34-6770-45D7-9E5A-4F0C2199F86A}"/>
              </a:ext>
            </a:extLst>
          </p:cNvPr>
          <p:cNvSpPr>
            <a:spLocks xmlns:a="http://schemas.openxmlformats.org/drawingml/2006/main" noGrp="1"/>
          </p:cNvSpPr>
          <p:nvPr>
            <p:ph type="title" idx="0"/>
          </p:nvPr>
        </p:nvSpPr>
        <p:spPr>
          <a:xfrm xmlns:a="http://schemas.openxmlformats.org/drawingml/2006/main">
            <a:off x="457200" y="528638"/>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45720" rIns="91440" bIns="45720" anchor="ctr">
            <a:normAutofit fontScale="99409"/>
          </a:bodyPr>
          <a:lstStyle xmlns:a="http://schemas.openxmlformats.org/drawingml/2006/main"/>
          <a:p xmlns:a="http://schemas.openxmlformats.org/drawingml/2006/main">
            <a:pPr marL="0" lvl="0" indent="0" algn="ctr">
              <a:lnSpc>
                <a:spcPct val="100000"/>
              </a:lnSpc>
              <a:spcBef>
                <a:spcPts val="0"/>
              </a:spcBef>
              <a:spcAft>
                <a:spcPts val="0"/>
              </a:spcAft>
              <a:buSzPts val="1400"/>
              <a:buNone/>
              <a:defRPr sz="2175" b="0">
                <a:solidFill>
                  <a:srgbClr val="00A0DF"/>
                </a:solidFill>
                <a:latin typeface="Arial"/>
                <a:ea typeface="Arial"/>
                <a:cs typeface="Arial"/>
              </a:defRPr>
            </a:pPr>
            <a:r>
              <a:rPr sz="2175" b="0">
                <a:solidFill>
                  <a:srgbClr val="00A0DF"/>
                </a:solidFill>
                <a:latin typeface="Arial"/>
                <a:ea typeface="Arial"/>
                <a:cs typeface="Arial"/>
              </a:rPr>
              <a:t>Projection counts can collide—or change under harmless variation</a:t>
            </a:r>
            <a:endParaRPr/>
          </a:p>
        </p:txBody>
      </p:sp>
      <p:sp>
        <p:nvSpPr>
          <p:cNvPr id="85" name="Google Shape;85;g37bad65a17d_0_0">
            <a:extLst xmlns:a="http://schemas.openxmlformats.org/drawingml/2006/main">
              <a:ext uri="{FF2B5EF4-FFF2-40B4-BE49-F238E27FC236}">
                <a16:creationId xmlns:a16="http://schemas.microsoft.com/office/drawing/2014/main" id="{31B1C2C2-F77F-4032-9D0A-FF56401D76B3}"/>
              </a:ext>
            </a:extLst>
          </p:cNvPr>
          <p:cNvSpPr>
            <a:spLocks xmlns:a="http://schemas.openxmlformats.org/drawingml/2006/main" noGrp="1"/>
          </p:cNvSpPr>
          <p:nvPr>
            <p:ph type="sldNum" idx="12"/>
          </p:nvPr>
        </p:nvSpPr>
        <p:spPr>
          <a:xfrm xmlns:a="http://schemas.openxmlformats.org/drawingml/2006/main">
            <a:off x="3505200" y="4767263"/>
            <a:ext cx="2133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Clr>
                <a:srgbClr val="000000"/>
              </a:buClr>
              <a:buSzPts val="1200"/>
              <a:buFont typeface="Arial"/>
              <a:buNone/>
              <a:defRPr sz="1200">
                <a:solidFill>
                  <a:srgbClr val="00539F"/>
                </a:solidFill>
                <a:latin typeface="Arial"/>
                <a:ea typeface="Arial"/>
                <a:cs typeface="Arial"/>
              </a:defRPr>
            </a:pPr>
            <a:fld id="{DB7BEEEC-A170-5376-2B6E-CB54687B0CB1}" type="slidenum">
              <a:rPr sz="1200">
                <a:solidFill>
                  <a:srgbClr val="00539F"/>
                </a:solidFill>
                <a:latin typeface="Arial"/>
                <a:ea typeface="Arial"/>
                <a:cs typeface="Arial"/>
              </a:rPr>
              <a:t>10</a:t>
            </a:fld>
            <a:endParaRPr/>
          </a:p>
        </p:txBody>
      </p:sp>
      <p:sp>
        <p:nvSpPr>
          <p:cNvPr id="86" name="Section tag">
            <a:extLst xmlns:a="http://schemas.openxmlformats.org/drawingml/2006/main">
              <a:ext uri="{FF2B5EF4-FFF2-40B4-BE49-F238E27FC236}">
                <a16:creationId xmlns:a16="http://schemas.microsoft.com/office/drawing/2014/main" id="{D912D1A1-071E-4260-A16C-ECBA431C3F8B}"/>
              </a:ext>
            </a:extLst>
          </p:cNvPr>
          <p:cNvSpPr>
            <a:spLocks xmlns:a="http://schemas.openxmlformats.org/drawingml/2006/main" noGrp="1"/>
          </p:cNvSpPr>
          <p:nvPr/>
        </p:nvSpPr>
        <p:spPr>
          <a:xfrm xmlns:a="http://schemas.openxmlformats.org/drawingml/2006/main">
            <a:off x="619125" y="1304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FAILURE CASES</a:t>
            </a:r>
          </a:p>
        </p:txBody>
      </p:sp>
      <p:sp>
        <p:nvSpPr>
          <p:cNvPr id="87" name="collision-two-0-0">
            <a:extLst xmlns:a="http://schemas.openxmlformats.org/drawingml/2006/main">
              <a:ext uri="{FF2B5EF4-FFF2-40B4-BE49-F238E27FC236}">
                <a16:creationId xmlns:a16="http://schemas.microsoft.com/office/drawing/2014/main" id="{481D1E26-497C-444F-B2E8-3CA01EDDB97F}"/>
              </a:ext>
            </a:extLst>
          </p:cNvPr>
          <p:cNvSpPr>
            <a:spLocks xmlns:a="http://schemas.openxmlformats.org/drawingml/2006/main" noGrp="1"/>
          </p:cNvSpPr>
          <p:nvPr/>
        </p:nvSpPr>
        <p:spPr>
          <a:xfrm xmlns:a="http://schemas.openxmlformats.org/drawingml/2006/main">
            <a:off x="523875" y="17430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88" name="collision-two-0-1">
            <a:extLst xmlns:a="http://schemas.openxmlformats.org/drawingml/2006/main">
              <a:ext uri="{FF2B5EF4-FFF2-40B4-BE49-F238E27FC236}">
                <a16:creationId xmlns:a16="http://schemas.microsoft.com/office/drawing/2014/main" id="{CE1929B8-E430-4F34-B71E-9C120F299942}"/>
              </a:ext>
            </a:extLst>
          </p:cNvPr>
          <p:cNvSpPr>
            <a:spLocks xmlns:a="http://schemas.openxmlformats.org/drawingml/2006/main" noGrp="1"/>
          </p:cNvSpPr>
          <p:nvPr/>
        </p:nvSpPr>
        <p:spPr>
          <a:xfrm xmlns:a="http://schemas.openxmlformats.org/drawingml/2006/main">
            <a:off x="638175" y="17430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89" name="collision-two-0-2">
            <a:extLst xmlns:a="http://schemas.openxmlformats.org/drawingml/2006/main">
              <a:ext uri="{FF2B5EF4-FFF2-40B4-BE49-F238E27FC236}">
                <a16:creationId xmlns:a16="http://schemas.microsoft.com/office/drawing/2014/main" id="{690A63AB-9A9A-4BF6-8553-F16278D93965}"/>
              </a:ext>
            </a:extLst>
          </p:cNvPr>
          <p:cNvSpPr>
            <a:spLocks xmlns:a="http://schemas.openxmlformats.org/drawingml/2006/main" noGrp="1"/>
          </p:cNvSpPr>
          <p:nvPr/>
        </p:nvSpPr>
        <p:spPr>
          <a:xfrm xmlns:a="http://schemas.openxmlformats.org/drawingml/2006/main">
            <a:off x="752475" y="17430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90" name="collision-two-0-3">
            <a:extLst xmlns:a="http://schemas.openxmlformats.org/drawingml/2006/main">
              <a:ext uri="{FF2B5EF4-FFF2-40B4-BE49-F238E27FC236}">
                <a16:creationId xmlns:a16="http://schemas.microsoft.com/office/drawing/2014/main" id="{4D957AEF-21AB-44D1-BDCB-366889B9E97C}"/>
              </a:ext>
            </a:extLst>
          </p:cNvPr>
          <p:cNvSpPr>
            <a:spLocks xmlns:a="http://schemas.openxmlformats.org/drawingml/2006/main" noGrp="1"/>
          </p:cNvSpPr>
          <p:nvPr/>
        </p:nvSpPr>
        <p:spPr>
          <a:xfrm xmlns:a="http://schemas.openxmlformats.org/drawingml/2006/main">
            <a:off x="866775" y="17430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91" name="collision-two-0-4">
            <a:extLst xmlns:a="http://schemas.openxmlformats.org/drawingml/2006/main">
              <a:ext uri="{FF2B5EF4-FFF2-40B4-BE49-F238E27FC236}">
                <a16:creationId xmlns:a16="http://schemas.microsoft.com/office/drawing/2014/main" id="{20492549-C97E-4A40-B610-6D4CD5A5A377}"/>
              </a:ext>
            </a:extLst>
          </p:cNvPr>
          <p:cNvSpPr>
            <a:spLocks xmlns:a="http://schemas.openxmlformats.org/drawingml/2006/main" noGrp="1"/>
          </p:cNvSpPr>
          <p:nvPr/>
        </p:nvSpPr>
        <p:spPr>
          <a:xfrm xmlns:a="http://schemas.openxmlformats.org/drawingml/2006/main">
            <a:off x="981075" y="17430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92" name="collision-two-0-5">
            <a:extLst xmlns:a="http://schemas.openxmlformats.org/drawingml/2006/main">
              <a:ext uri="{FF2B5EF4-FFF2-40B4-BE49-F238E27FC236}">
                <a16:creationId xmlns:a16="http://schemas.microsoft.com/office/drawing/2014/main" id="{525B853D-7DE0-4C8D-8CAC-C0A9BD888AF2}"/>
              </a:ext>
            </a:extLst>
          </p:cNvPr>
          <p:cNvSpPr>
            <a:spLocks xmlns:a="http://schemas.openxmlformats.org/drawingml/2006/main" noGrp="1"/>
          </p:cNvSpPr>
          <p:nvPr/>
        </p:nvSpPr>
        <p:spPr>
          <a:xfrm xmlns:a="http://schemas.openxmlformats.org/drawingml/2006/main">
            <a:off x="1095375" y="17430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93" name="collision-two-0-6">
            <a:extLst xmlns:a="http://schemas.openxmlformats.org/drawingml/2006/main">
              <a:ext uri="{FF2B5EF4-FFF2-40B4-BE49-F238E27FC236}">
                <a16:creationId xmlns:a16="http://schemas.microsoft.com/office/drawing/2014/main" id="{96B04F28-FA82-46D3-858E-97D2A9908915}"/>
              </a:ext>
            </a:extLst>
          </p:cNvPr>
          <p:cNvSpPr>
            <a:spLocks xmlns:a="http://schemas.openxmlformats.org/drawingml/2006/main" noGrp="1"/>
          </p:cNvSpPr>
          <p:nvPr/>
        </p:nvSpPr>
        <p:spPr>
          <a:xfrm xmlns:a="http://schemas.openxmlformats.org/drawingml/2006/main">
            <a:off x="1209675" y="17430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94" name="collision-two-0-7">
            <a:extLst xmlns:a="http://schemas.openxmlformats.org/drawingml/2006/main">
              <a:ext uri="{FF2B5EF4-FFF2-40B4-BE49-F238E27FC236}">
                <a16:creationId xmlns:a16="http://schemas.microsoft.com/office/drawing/2014/main" id="{55AA404E-99A9-4C8C-843E-F8F550832CF9}"/>
              </a:ext>
            </a:extLst>
          </p:cNvPr>
          <p:cNvSpPr>
            <a:spLocks xmlns:a="http://schemas.openxmlformats.org/drawingml/2006/main" noGrp="1"/>
          </p:cNvSpPr>
          <p:nvPr/>
        </p:nvSpPr>
        <p:spPr>
          <a:xfrm xmlns:a="http://schemas.openxmlformats.org/drawingml/2006/main">
            <a:off x="1323975" y="17430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95" name="collision-two-0-8">
            <a:extLst xmlns:a="http://schemas.openxmlformats.org/drawingml/2006/main">
              <a:ext uri="{FF2B5EF4-FFF2-40B4-BE49-F238E27FC236}">
                <a16:creationId xmlns:a16="http://schemas.microsoft.com/office/drawing/2014/main" id="{82C11404-AD09-447B-A828-A0AAB5C2C85A}"/>
              </a:ext>
            </a:extLst>
          </p:cNvPr>
          <p:cNvSpPr>
            <a:spLocks xmlns:a="http://schemas.openxmlformats.org/drawingml/2006/main" noGrp="1"/>
          </p:cNvSpPr>
          <p:nvPr/>
        </p:nvSpPr>
        <p:spPr>
          <a:xfrm xmlns:a="http://schemas.openxmlformats.org/drawingml/2006/main">
            <a:off x="1438275" y="17430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96" name="collision-two-0-9">
            <a:extLst xmlns:a="http://schemas.openxmlformats.org/drawingml/2006/main">
              <a:ext uri="{FF2B5EF4-FFF2-40B4-BE49-F238E27FC236}">
                <a16:creationId xmlns:a16="http://schemas.microsoft.com/office/drawing/2014/main" id="{31B8CFA5-FB35-4AF7-B4AD-43F435F1DF01}"/>
              </a:ext>
            </a:extLst>
          </p:cNvPr>
          <p:cNvSpPr>
            <a:spLocks xmlns:a="http://schemas.openxmlformats.org/drawingml/2006/main" noGrp="1"/>
          </p:cNvSpPr>
          <p:nvPr/>
        </p:nvSpPr>
        <p:spPr>
          <a:xfrm xmlns:a="http://schemas.openxmlformats.org/drawingml/2006/main">
            <a:off x="1552575" y="17430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97" name="collision-two-1-0">
            <a:extLst xmlns:a="http://schemas.openxmlformats.org/drawingml/2006/main">
              <a:ext uri="{FF2B5EF4-FFF2-40B4-BE49-F238E27FC236}">
                <a16:creationId xmlns:a16="http://schemas.microsoft.com/office/drawing/2014/main" id="{DE58506D-FB53-4373-B26F-492DBB57E851}"/>
              </a:ext>
            </a:extLst>
          </p:cNvPr>
          <p:cNvSpPr>
            <a:spLocks xmlns:a="http://schemas.openxmlformats.org/drawingml/2006/main" noGrp="1"/>
          </p:cNvSpPr>
          <p:nvPr/>
        </p:nvSpPr>
        <p:spPr>
          <a:xfrm xmlns:a="http://schemas.openxmlformats.org/drawingml/2006/main">
            <a:off x="523875" y="18573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98" name="collision-two-1-1">
            <a:extLst xmlns:a="http://schemas.openxmlformats.org/drawingml/2006/main">
              <a:ext uri="{FF2B5EF4-FFF2-40B4-BE49-F238E27FC236}">
                <a16:creationId xmlns:a16="http://schemas.microsoft.com/office/drawing/2014/main" id="{52A1EB8B-A0E9-4AD9-964F-5FC509CE2615}"/>
              </a:ext>
            </a:extLst>
          </p:cNvPr>
          <p:cNvSpPr>
            <a:spLocks xmlns:a="http://schemas.openxmlformats.org/drawingml/2006/main" noGrp="1"/>
          </p:cNvSpPr>
          <p:nvPr/>
        </p:nvSpPr>
        <p:spPr>
          <a:xfrm xmlns:a="http://schemas.openxmlformats.org/drawingml/2006/main">
            <a:off x="638175" y="18573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99" name="collision-two-1-2">
            <a:extLst xmlns:a="http://schemas.openxmlformats.org/drawingml/2006/main">
              <a:ext uri="{FF2B5EF4-FFF2-40B4-BE49-F238E27FC236}">
                <a16:creationId xmlns:a16="http://schemas.microsoft.com/office/drawing/2014/main" id="{42B73730-C927-4FDB-B2E5-6B4977430735}"/>
              </a:ext>
            </a:extLst>
          </p:cNvPr>
          <p:cNvSpPr>
            <a:spLocks xmlns:a="http://schemas.openxmlformats.org/drawingml/2006/main" noGrp="1"/>
          </p:cNvSpPr>
          <p:nvPr/>
        </p:nvSpPr>
        <p:spPr>
          <a:xfrm xmlns:a="http://schemas.openxmlformats.org/drawingml/2006/main">
            <a:off x="752475" y="18573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00" name="collision-two-1-3">
            <a:extLst xmlns:a="http://schemas.openxmlformats.org/drawingml/2006/main">
              <a:ext uri="{FF2B5EF4-FFF2-40B4-BE49-F238E27FC236}">
                <a16:creationId xmlns:a16="http://schemas.microsoft.com/office/drawing/2014/main" id="{F3873D27-6798-4EED-81F7-5D48E52C5E3D}"/>
              </a:ext>
            </a:extLst>
          </p:cNvPr>
          <p:cNvSpPr>
            <a:spLocks xmlns:a="http://schemas.openxmlformats.org/drawingml/2006/main" noGrp="1"/>
          </p:cNvSpPr>
          <p:nvPr/>
        </p:nvSpPr>
        <p:spPr>
          <a:xfrm xmlns:a="http://schemas.openxmlformats.org/drawingml/2006/main">
            <a:off x="866775" y="18573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01" name="collision-two-1-4">
            <a:extLst xmlns:a="http://schemas.openxmlformats.org/drawingml/2006/main">
              <a:ext uri="{FF2B5EF4-FFF2-40B4-BE49-F238E27FC236}">
                <a16:creationId xmlns:a16="http://schemas.microsoft.com/office/drawing/2014/main" id="{6B609474-F882-4FC3-9FFF-A9D1C0F31343}"/>
              </a:ext>
            </a:extLst>
          </p:cNvPr>
          <p:cNvSpPr>
            <a:spLocks xmlns:a="http://schemas.openxmlformats.org/drawingml/2006/main" noGrp="1"/>
          </p:cNvSpPr>
          <p:nvPr/>
        </p:nvSpPr>
        <p:spPr>
          <a:xfrm xmlns:a="http://schemas.openxmlformats.org/drawingml/2006/main">
            <a:off x="981075" y="18573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02" name="collision-two-1-5">
            <a:extLst xmlns:a="http://schemas.openxmlformats.org/drawingml/2006/main">
              <a:ext uri="{FF2B5EF4-FFF2-40B4-BE49-F238E27FC236}">
                <a16:creationId xmlns:a16="http://schemas.microsoft.com/office/drawing/2014/main" id="{E2E49A49-2E70-46DA-8F66-A287752BA4A2}"/>
              </a:ext>
            </a:extLst>
          </p:cNvPr>
          <p:cNvSpPr>
            <a:spLocks xmlns:a="http://schemas.openxmlformats.org/drawingml/2006/main" noGrp="1"/>
          </p:cNvSpPr>
          <p:nvPr/>
        </p:nvSpPr>
        <p:spPr>
          <a:xfrm xmlns:a="http://schemas.openxmlformats.org/drawingml/2006/main">
            <a:off x="1095375" y="18573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03" name="collision-two-1-6">
            <a:extLst xmlns:a="http://schemas.openxmlformats.org/drawingml/2006/main">
              <a:ext uri="{FF2B5EF4-FFF2-40B4-BE49-F238E27FC236}">
                <a16:creationId xmlns:a16="http://schemas.microsoft.com/office/drawing/2014/main" id="{612B3663-20DB-4568-BB19-C9FA738DE8B8}"/>
              </a:ext>
            </a:extLst>
          </p:cNvPr>
          <p:cNvSpPr>
            <a:spLocks xmlns:a="http://schemas.openxmlformats.org/drawingml/2006/main" noGrp="1"/>
          </p:cNvSpPr>
          <p:nvPr/>
        </p:nvSpPr>
        <p:spPr>
          <a:xfrm xmlns:a="http://schemas.openxmlformats.org/drawingml/2006/main">
            <a:off x="1209675" y="18573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04" name="collision-two-1-7">
            <a:extLst xmlns:a="http://schemas.openxmlformats.org/drawingml/2006/main">
              <a:ext uri="{FF2B5EF4-FFF2-40B4-BE49-F238E27FC236}">
                <a16:creationId xmlns:a16="http://schemas.microsoft.com/office/drawing/2014/main" id="{424C8FC4-040E-41C6-B381-E25177EBB911}"/>
              </a:ext>
            </a:extLst>
          </p:cNvPr>
          <p:cNvSpPr>
            <a:spLocks xmlns:a="http://schemas.openxmlformats.org/drawingml/2006/main" noGrp="1"/>
          </p:cNvSpPr>
          <p:nvPr/>
        </p:nvSpPr>
        <p:spPr>
          <a:xfrm xmlns:a="http://schemas.openxmlformats.org/drawingml/2006/main">
            <a:off x="1323975" y="18573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05" name="collision-two-1-8">
            <a:extLst xmlns:a="http://schemas.openxmlformats.org/drawingml/2006/main">
              <a:ext uri="{FF2B5EF4-FFF2-40B4-BE49-F238E27FC236}">
                <a16:creationId xmlns:a16="http://schemas.microsoft.com/office/drawing/2014/main" id="{0490A7CE-8696-49B6-9684-235445BE8F39}"/>
              </a:ext>
            </a:extLst>
          </p:cNvPr>
          <p:cNvSpPr>
            <a:spLocks xmlns:a="http://schemas.openxmlformats.org/drawingml/2006/main" noGrp="1"/>
          </p:cNvSpPr>
          <p:nvPr/>
        </p:nvSpPr>
        <p:spPr>
          <a:xfrm xmlns:a="http://schemas.openxmlformats.org/drawingml/2006/main">
            <a:off x="1438275" y="18573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06" name="collision-two-1-9">
            <a:extLst xmlns:a="http://schemas.openxmlformats.org/drawingml/2006/main">
              <a:ext uri="{FF2B5EF4-FFF2-40B4-BE49-F238E27FC236}">
                <a16:creationId xmlns:a16="http://schemas.microsoft.com/office/drawing/2014/main" id="{F74B3FE8-C543-48B5-A4AE-59D484B39CB1}"/>
              </a:ext>
            </a:extLst>
          </p:cNvPr>
          <p:cNvSpPr>
            <a:spLocks xmlns:a="http://schemas.openxmlformats.org/drawingml/2006/main" noGrp="1"/>
          </p:cNvSpPr>
          <p:nvPr/>
        </p:nvSpPr>
        <p:spPr>
          <a:xfrm xmlns:a="http://schemas.openxmlformats.org/drawingml/2006/main">
            <a:off x="1552575" y="18573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07" name="collision-two-2-0">
            <a:extLst xmlns:a="http://schemas.openxmlformats.org/drawingml/2006/main">
              <a:ext uri="{FF2B5EF4-FFF2-40B4-BE49-F238E27FC236}">
                <a16:creationId xmlns:a16="http://schemas.microsoft.com/office/drawing/2014/main" id="{A7C703CF-1D20-400B-95DC-3139EB5E611A}"/>
              </a:ext>
            </a:extLst>
          </p:cNvPr>
          <p:cNvSpPr>
            <a:spLocks xmlns:a="http://schemas.openxmlformats.org/drawingml/2006/main" noGrp="1"/>
          </p:cNvSpPr>
          <p:nvPr/>
        </p:nvSpPr>
        <p:spPr>
          <a:xfrm xmlns:a="http://schemas.openxmlformats.org/drawingml/2006/main">
            <a:off x="523875" y="19716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08" name="collision-two-2-1">
            <a:extLst xmlns:a="http://schemas.openxmlformats.org/drawingml/2006/main">
              <a:ext uri="{FF2B5EF4-FFF2-40B4-BE49-F238E27FC236}">
                <a16:creationId xmlns:a16="http://schemas.microsoft.com/office/drawing/2014/main" id="{79355ADA-0C54-43C9-9EF0-514C2594658A}"/>
              </a:ext>
            </a:extLst>
          </p:cNvPr>
          <p:cNvSpPr>
            <a:spLocks xmlns:a="http://schemas.openxmlformats.org/drawingml/2006/main" noGrp="1"/>
          </p:cNvSpPr>
          <p:nvPr/>
        </p:nvSpPr>
        <p:spPr>
          <a:xfrm xmlns:a="http://schemas.openxmlformats.org/drawingml/2006/main">
            <a:off x="638175" y="19716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09" name="collision-two-2-2">
            <a:extLst xmlns:a="http://schemas.openxmlformats.org/drawingml/2006/main">
              <a:ext uri="{FF2B5EF4-FFF2-40B4-BE49-F238E27FC236}">
                <a16:creationId xmlns:a16="http://schemas.microsoft.com/office/drawing/2014/main" id="{EB9CCEEB-FF74-4DAD-8BB9-8A51B67DB8A1}"/>
              </a:ext>
            </a:extLst>
          </p:cNvPr>
          <p:cNvSpPr>
            <a:spLocks xmlns:a="http://schemas.openxmlformats.org/drawingml/2006/main" noGrp="1"/>
          </p:cNvSpPr>
          <p:nvPr/>
        </p:nvSpPr>
        <p:spPr>
          <a:xfrm xmlns:a="http://schemas.openxmlformats.org/drawingml/2006/main">
            <a:off x="752475" y="19716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10" name="collision-two-2-3">
            <a:extLst xmlns:a="http://schemas.openxmlformats.org/drawingml/2006/main">
              <a:ext uri="{FF2B5EF4-FFF2-40B4-BE49-F238E27FC236}">
                <a16:creationId xmlns:a16="http://schemas.microsoft.com/office/drawing/2014/main" id="{FD76CD27-FEE7-4707-A355-5C09CE988980}"/>
              </a:ext>
            </a:extLst>
          </p:cNvPr>
          <p:cNvSpPr>
            <a:spLocks xmlns:a="http://schemas.openxmlformats.org/drawingml/2006/main" noGrp="1"/>
          </p:cNvSpPr>
          <p:nvPr/>
        </p:nvSpPr>
        <p:spPr>
          <a:xfrm xmlns:a="http://schemas.openxmlformats.org/drawingml/2006/main">
            <a:off x="866775" y="19716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11" name="collision-two-2-4">
            <a:extLst xmlns:a="http://schemas.openxmlformats.org/drawingml/2006/main">
              <a:ext uri="{FF2B5EF4-FFF2-40B4-BE49-F238E27FC236}">
                <a16:creationId xmlns:a16="http://schemas.microsoft.com/office/drawing/2014/main" id="{FD6AF243-21CE-4C75-B4CD-8A3C0E946C6C}"/>
              </a:ext>
            </a:extLst>
          </p:cNvPr>
          <p:cNvSpPr>
            <a:spLocks xmlns:a="http://schemas.openxmlformats.org/drawingml/2006/main" noGrp="1"/>
          </p:cNvSpPr>
          <p:nvPr/>
        </p:nvSpPr>
        <p:spPr>
          <a:xfrm xmlns:a="http://schemas.openxmlformats.org/drawingml/2006/main">
            <a:off x="981075" y="19716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12" name="collision-two-2-5">
            <a:extLst xmlns:a="http://schemas.openxmlformats.org/drawingml/2006/main">
              <a:ext uri="{FF2B5EF4-FFF2-40B4-BE49-F238E27FC236}">
                <a16:creationId xmlns:a16="http://schemas.microsoft.com/office/drawing/2014/main" id="{629B8D59-92B5-433A-9297-A8745BD16307}"/>
              </a:ext>
            </a:extLst>
          </p:cNvPr>
          <p:cNvSpPr>
            <a:spLocks xmlns:a="http://schemas.openxmlformats.org/drawingml/2006/main" noGrp="1"/>
          </p:cNvSpPr>
          <p:nvPr/>
        </p:nvSpPr>
        <p:spPr>
          <a:xfrm xmlns:a="http://schemas.openxmlformats.org/drawingml/2006/main">
            <a:off x="1095375" y="19716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13" name="collision-two-2-6">
            <a:extLst xmlns:a="http://schemas.openxmlformats.org/drawingml/2006/main">
              <a:ext uri="{FF2B5EF4-FFF2-40B4-BE49-F238E27FC236}">
                <a16:creationId xmlns:a16="http://schemas.microsoft.com/office/drawing/2014/main" id="{BFD2367A-7726-4A47-8541-135ACA1DF4B2}"/>
              </a:ext>
            </a:extLst>
          </p:cNvPr>
          <p:cNvSpPr>
            <a:spLocks xmlns:a="http://schemas.openxmlformats.org/drawingml/2006/main" noGrp="1"/>
          </p:cNvSpPr>
          <p:nvPr/>
        </p:nvSpPr>
        <p:spPr>
          <a:xfrm xmlns:a="http://schemas.openxmlformats.org/drawingml/2006/main">
            <a:off x="1209675" y="19716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14" name="collision-two-2-7">
            <a:extLst xmlns:a="http://schemas.openxmlformats.org/drawingml/2006/main">
              <a:ext uri="{FF2B5EF4-FFF2-40B4-BE49-F238E27FC236}">
                <a16:creationId xmlns:a16="http://schemas.microsoft.com/office/drawing/2014/main" id="{F4A84BF9-F3CA-4C38-9AE1-116A723465F4}"/>
              </a:ext>
            </a:extLst>
          </p:cNvPr>
          <p:cNvSpPr>
            <a:spLocks xmlns:a="http://schemas.openxmlformats.org/drawingml/2006/main" noGrp="1"/>
          </p:cNvSpPr>
          <p:nvPr/>
        </p:nvSpPr>
        <p:spPr>
          <a:xfrm xmlns:a="http://schemas.openxmlformats.org/drawingml/2006/main">
            <a:off x="1323975" y="19716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15" name="collision-two-2-8">
            <a:extLst xmlns:a="http://schemas.openxmlformats.org/drawingml/2006/main">
              <a:ext uri="{FF2B5EF4-FFF2-40B4-BE49-F238E27FC236}">
                <a16:creationId xmlns:a16="http://schemas.microsoft.com/office/drawing/2014/main" id="{2EE2A7C6-50E4-4036-A9A5-1347063C8B0A}"/>
              </a:ext>
            </a:extLst>
          </p:cNvPr>
          <p:cNvSpPr>
            <a:spLocks xmlns:a="http://schemas.openxmlformats.org/drawingml/2006/main" noGrp="1"/>
          </p:cNvSpPr>
          <p:nvPr/>
        </p:nvSpPr>
        <p:spPr>
          <a:xfrm xmlns:a="http://schemas.openxmlformats.org/drawingml/2006/main">
            <a:off x="1438275" y="19716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16" name="collision-two-2-9">
            <a:extLst xmlns:a="http://schemas.openxmlformats.org/drawingml/2006/main">
              <a:ext uri="{FF2B5EF4-FFF2-40B4-BE49-F238E27FC236}">
                <a16:creationId xmlns:a16="http://schemas.microsoft.com/office/drawing/2014/main" id="{269E2ACD-2CFB-4D10-B2A9-0D741B23D313}"/>
              </a:ext>
            </a:extLst>
          </p:cNvPr>
          <p:cNvSpPr>
            <a:spLocks xmlns:a="http://schemas.openxmlformats.org/drawingml/2006/main" noGrp="1"/>
          </p:cNvSpPr>
          <p:nvPr/>
        </p:nvSpPr>
        <p:spPr>
          <a:xfrm xmlns:a="http://schemas.openxmlformats.org/drawingml/2006/main">
            <a:off x="1552575" y="19716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17" name="collision-two-3-0">
            <a:extLst xmlns:a="http://schemas.openxmlformats.org/drawingml/2006/main">
              <a:ext uri="{FF2B5EF4-FFF2-40B4-BE49-F238E27FC236}">
                <a16:creationId xmlns:a16="http://schemas.microsoft.com/office/drawing/2014/main" id="{D0DB3C18-AB31-4AAF-BF2A-804392CFB039}"/>
              </a:ext>
            </a:extLst>
          </p:cNvPr>
          <p:cNvSpPr>
            <a:spLocks xmlns:a="http://schemas.openxmlformats.org/drawingml/2006/main" noGrp="1"/>
          </p:cNvSpPr>
          <p:nvPr/>
        </p:nvSpPr>
        <p:spPr>
          <a:xfrm xmlns:a="http://schemas.openxmlformats.org/drawingml/2006/main">
            <a:off x="523875" y="20859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18" name="collision-two-3-1">
            <a:extLst xmlns:a="http://schemas.openxmlformats.org/drawingml/2006/main">
              <a:ext uri="{FF2B5EF4-FFF2-40B4-BE49-F238E27FC236}">
                <a16:creationId xmlns:a16="http://schemas.microsoft.com/office/drawing/2014/main" id="{8DF363E5-46F6-432D-84FC-948C9BFCC774}"/>
              </a:ext>
            </a:extLst>
          </p:cNvPr>
          <p:cNvSpPr>
            <a:spLocks xmlns:a="http://schemas.openxmlformats.org/drawingml/2006/main" noGrp="1"/>
          </p:cNvSpPr>
          <p:nvPr/>
        </p:nvSpPr>
        <p:spPr>
          <a:xfrm xmlns:a="http://schemas.openxmlformats.org/drawingml/2006/main">
            <a:off x="638175" y="20859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19" name="collision-two-3-2">
            <a:extLst xmlns:a="http://schemas.openxmlformats.org/drawingml/2006/main">
              <a:ext uri="{FF2B5EF4-FFF2-40B4-BE49-F238E27FC236}">
                <a16:creationId xmlns:a16="http://schemas.microsoft.com/office/drawing/2014/main" id="{2A168CAB-5C9E-4F1C-88BA-77749315A06A}"/>
              </a:ext>
            </a:extLst>
          </p:cNvPr>
          <p:cNvSpPr>
            <a:spLocks xmlns:a="http://schemas.openxmlformats.org/drawingml/2006/main" noGrp="1"/>
          </p:cNvSpPr>
          <p:nvPr/>
        </p:nvSpPr>
        <p:spPr>
          <a:xfrm xmlns:a="http://schemas.openxmlformats.org/drawingml/2006/main">
            <a:off x="752475" y="20859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20" name="collision-two-3-3">
            <a:extLst xmlns:a="http://schemas.openxmlformats.org/drawingml/2006/main">
              <a:ext uri="{FF2B5EF4-FFF2-40B4-BE49-F238E27FC236}">
                <a16:creationId xmlns:a16="http://schemas.microsoft.com/office/drawing/2014/main" id="{C6257D5C-F6CC-4503-B39A-24B3331761AB}"/>
              </a:ext>
            </a:extLst>
          </p:cNvPr>
          <p:cNvSpPr>
            <a:spLocks xmlns:a="http://schemas.openxmlformats.org/drawingml/2006/main" noGrp="1"/>
          </p:cNvSpPr>
          <p:nvPr/>
        </p:nvSpPr>
        <p:spPr>
          <a:xfrm xmlns:a="http://schemas.openxmlformats.org/drawingml/2006/main">
            <a:off x="866775" y="20859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21" name="collision-two-3-4">
            <a:extLst xmlns:a="http://schemas.openxmlformats.org/drawingml/2006/main">
              <a:ext uri="{FF2B5EF4-FFF2-40B4-BE49-F238E27FC236}">
                <a16:creationId xmlns:a16="http://schemas.microsoft.com/office/drawing/2014/main" id="{F1B8CD39-9FA0-47CE-AB42-8F23751269C3}"/>
              </a:ext>
            </a:extLst>
          </p:cNvPr>
          <p:cNvSpPr>
            <a:spLocks xmlns:a="http://schemas.openxmlformats.org/drawingml/2006/main" noGrp="1"/>
          </p:cNvSpPr>
          <p:nvPr/>
        </p:nvSpPr>
        <p:spPr>
          <a:xfrm xmlns:a="http://schemas.openxmlformats.org/drawingml/2006/main">
            <a:off x="981075" y="20859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22" name="collision-two-3-5">
            <a:extLst xmlns:a="http://schemas.openxmlformats.org/drawingml/2006/main">
              <a:ext uri="{FF2B5EF4-FFF2-40B4-BE49-F238E27FC236}">
                <a16:creationId xmlns:a16="http://schemas.microsoft.com/office/drawing/2014/main" id="{0B8353C3-B4BC-4843-9D43-EE01A96D29B1}"/>
              </a:ext>
            </a:extLst>
          </p:cNvPr>
          <p:cNvSpPr>
            <a:spLocks xmlns:a="http://schemas.openxmlformats.org/drawingml/2006/main" noGrp="1"/>
          </p:cNvSpPr>
          <p:nvPr/>
        </p:nvSpPr>
        <p:spPr>
          <a:xfrm xmlns:a="http://schemas.openxmlformats.org/drawingml/2006/main">
            <a:off x="1095375" y="20859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23" name="collision-two-3-6">
            <a:extLst xmlns:a="http://schemas.openxmlformats.org/drawingml/2006/main">
              <a:ext uri="{FF2B5EF4-FFF2-40B4-BE49-F238E27FC236}">
                <a16:creationId xmlns:a16="http://schemas.microsoft.com/office/drawing/2014/main" id="{C2345831-0973-4504-9EC6-5B78609ADB28}"/>
              </a:ext>
            </a:extLst>
          </p:cNvPr>
          <p:cNvSpPr>
            <a:spLocks xmlns:a="http://schemas.openxmlformats.org/drawingml/2006/main" noGrp="1"/>
          </p:cNvSpPr>
          <p:nvPr/>
        </p:nvSpPr>
        <p:spPr>
          <a:xfrm xmlns:a="http://schemas.openxmlformats.org/drawingml/2006/main">
            <a:off x="1209675" y="20859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24" name="collision-two-3-7">
            <a:extLst xmlns:a="http://schemas.openxmlformats.org/drawingml/2006/main">
              <a:ext uri="{FF2B5EF4-FFF2-40B4-BE49-F238E27FC236}">
                <a16:creationId xmlns:a16="http://schemas.microsoft.com/office/drawing/2014/main" id="{10B96CDC-F25D-4F30-BA48-FCCC9056A0B2}"/>
              </a:ext>
            </a:extLst>
          </p:cNvPr>
          <p:cNvSpPr>
            <a:spLocks xmlns:a="http://schemas.openxmlformats.org/drawingml/2006/main" noGrp="1"/>
          </p:cNvSpPr>
          <p:nvPr/>
        </p:nvSpPr>
        <p:spPr>
          <a:xfrm xmlns:a="http://schemas.openxmlformats.org/drawingml/2006/main">
            <a:off x="1323975" y="20859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25" name="collision-two-3-8">
            <a:extLst xmlns:a="http://schemas.openxmlformats.org/drawingml/2006/main">
              <a:ext uri="{FF2B5EF4-FFF2-40B4-BE49-F238E27FC236}">
                <a16:creationId xmlns:a16="http://schemas.microsoft.com/office/drawing/2014/main" id="{E5AF60BC-0F82-440E-8F10-BC654CFB3F42}"/>
              </a:ext>
            </a:extLst>
          </p:cNvPr>
          <p:cNvSpPr>
            <a:spLocks xmlns:a="http://schemas.openxmlformats.org/drawingml/2006/main" noGrp="1"/>
          </p:cNvSpPr>
          <p:nvPr/>
        </p:nvSpPr>
        <p:spPr>
          <a:xfrm xmlns:a="http://schemas.openxmlformats.org/drawingml/2006/main">
            <a:off x="1438275" y="20859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26" name="collision-two-3-9">
            <a:extLst xmlns:a="http://schemas.openxmlformats.org/drawingml/2006/main">
              <a:ext uri="{FF2B5EF4-FFF2-40B4-BE49-F238E27FC236}">
                <a16:creationId xmlns:a16="http://schemas.microsoft.com/office/drawing/2014/main" id="{12A4D2D5-2A53-4EA1-A428-AF8B183F8BA1}"/>
              </a:ext>
            </a:extLst>
          </p:cNvPr>
          <p:cNvSpPr>
            <a:spLocks xmlns:a="http://schemas.openxmlformats.org/drawingml/2006/main" noGrp="1"/>
          </p:cNvSpPr>
          <p:nvPr/>
        </p:nvSpPr>
        <p:spPr>
          <a:xfrm xmlns:a="http://schemas.openxmlformats.org/drawingml/2006/main">
            <a:off x="1552575" y="20859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27" name="collision-two-4-0">
            <a:extLst xmlns:a="http://schemas.openxmlformats.org/drawingml/2006/main">
              <a:ext uri="{FF2B5EF4-FFF2-40B4-BE49-F238E27FC236}">
                <a16:creationId xmlns:a16="http://schemas.microsoft.com/office/drawing/2014/main" id="{B5C044BE-0A96-4414-BDE6-EA5B335E4AEA}"/>
              </a:ext>
            </a:extLst>
          </p:cNvPr>
          <p:cNvSpPr>
            <a:spLocks xmlns:a="http://schemas.openxmlformats.org/drawingml/2006/main" noGrp="1"/>
          </p:cNvSpPr>
          <p:nvPr/>
        </p:nvSpPr>
        <p:spPr>
          <a:xfrm xmlns:a="http://schemas.openxmlformats.org/drawingml/2006/main">
            <a:off x="523875" y="22002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28" name="collision-two-4-1">
            <a:extLst xmlns:a="http://schemas.openxmlformats.org/drawingml/2006/main">
              <a:ext uri="{FF2B5EF4-FFF2-40B4-BE49-F238E27FC236}">
                <a16:creationId xmlns:a16="http://schemas.microsoft.com/office/drawing/2014/main" id="{07634D0E-F609-4F7C-9B52-FC1D7D70D1ED}"/>
              </a:ext>
            </a:extLst>
          </p:cNvPr>
          <p:cNvSpPr>
            <a:spLocks xmlns:a="http://schemas.openxmlformats.org/drawingml/2006/main" noGrp="1"/>
          </p:cNvSpPr>
          <p:nvPr/>
        </p:nvSpPr>
        <p:spPr>
          <a:xfrm xmlns:a="http://schemas.openxmlformats.org/drawingml/2006/main">
            <a:off x="638175" y="22002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29" name="collision-two-4-2">
            <a:extLst xmlns:a="http://schemas.openxmlformats.org/drawingml/2006/main">
              <a:ext uri="{FF2B5EF4-FFF2-40B4-BE49-F238E27FC236}">
                <a16:creationId xmlns:a16="http://schemas.microsoft.com/office/drawing/2014/main" id="{80762BF5-A01C-4821-BA19-58C3D84EAF6E}"/>
              </a:ext>
            </a:extLst>
          </p:cNvPr>
          <p:cNvSpPr>
            <a:spLocks xmlns:a="http://schemas.openxmlformats.org/drawingml/2006/main" noGrp="1"/>
          </p:cNvSpPr>
          <p:nvPr/>
        </p:nvSpPr>
        <p:spPr>
          <a:xfrm xmlns:a="http://schemas.openxmlformats.org/drawingml/2006/main">
            <a:off x="752475" y="22002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30" name="collision-two-4-3">
            <a:extLst xmlns:a="http://schemas.openxmlformats.org/drawingml/2006/main">
              <a:ext uri="{FF2B5EF4-FFF2-40B4-BE49-F238E27FC236}">
                <a16:creationId xmlns:a16="http://schemas.microsoft.com/office/drawing/2014/main" id="{A2F1BBCE-6D31-41A4-A599-0A626FA96660}"/>
              </a:ext>
            </a:extLst>
          </p:cNvPr>
          <p:cNvSpPr>
            <a:spLocks xmlns:a="http://schemas.openxmlformats.org/drawingml/2006/main" noGrp="1"/>
          </p:cNvSpPr>
          <p:nvPr/>
        </p:nvSpPr>
        <p:spPr>
          <a:xfrm xmlns:a="http://schemas.openxmlformats.org/drawingml/2006/main">
            <a:off x="866775" y="22002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31" name="collision-two-4-4">
            <a:extLst xmlns:a="http://schemas.openxmlformats.org/drawingml/2006/main">
              <a:ext uri="{FF2B5EF4-FFF2-40B4-BE49-F238E27FC236}">
                <a16:creationId xmlns:a16="http://schemas.microsoft.com/office/drawing/2014/main" id="{BD849C2A-18E0-4735-BC00-C43E464B7A38}"/>
              </a:ext>
            </a:extLst>
          </p:cNvPr>
          <p:cNvSpPr>
            <a:spLocks xmlns:a="http://schemas.openxmlformats.org/drawingml/2006/main" noGrp="1"/>
          </p:cNvSpPr>
          <p:nvPr/>
        </p:nvSpPr>
        <p:spPr>
          <a:xfrm xmlns:a="http://schemas.openxmlformats.org/drawingml/2006/main">
            <a:off x="981075" y="22002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32" name="collision-two-4-5">
            <a:extLst xmlns:a="http://schemas.openxmlformats.org/drawingml/2006/main">
              <a:ext uri="{FF2B5EF4-FFF2-40B4-BE49-F238E27FC236}">
                <a16:creationId xmlns:a16="http://schemas.microsoft.com/office/drawing/2014/main" id="{5750939D-F8CA-431C-AC40-F05688684B6E}"/>
              </a:ext>
            </a:extLst>
          </p:cNvPr>
          <p:cNvSpPr>
            <a:spLocks xmlns:a="http://schemas.openxmlformats.org/drawingml/2006/main" noGrp="1"/>
          </p:cNvSpPr>
          <p:nvPr/>
        </p:nvSpPr>
        <p:spPr>
          <a:xfrm xmlns:a="http://schemas.openxmlformats.org/drawingml/2006/main">
            <a:off x="1095375" y="22002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33" name="collision-two-4-6">
            <a:extLst xmlns:a="http://schemas.openxmlformats.org/drawingml/2006/main">
              <a:ext uri="{FF2B5EF4-FFF2-40B4-BE49-F238E27FC236}">
                <a16:creationId xmlns:a16="http://schemas.microsoft.com/office/drawing/2014/main" id="{92232FFD-6EAC-4AEE-A627-725EB2C76486}"/>
              </a:ext>
            </a:extLst>
          </p:cNvPr>
          <p:cNvSpPr>
            <a:spLocks xmlns:a="http://schemas.openxmlformats.org/drawingml/2006/main" noGrp="1"/>
          </p:cNvSpPr>
          <p:nvPr/>
        </p:nvSpPr>
        <p:spPr>
          <a:xfrm xmlns:a="http://schemas.openxmlformats.org/drawingml/2006/main">
            <a:off x="1209675" y="22002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34" name="collision-two-4-7">
            <a:extLst xmlns:a="http://schemas.openxmlformats.org/drawingml/2006/main">
              <a:ext uri="{FF2B5EF4-FFF2-40B4-BE49-F238E27FC236}">
                <a16:creationId xmlns:a16="http://schemas.microsoft.com/office/drawing/2014/main" id="{413E9E04-CD5A-4C06-A25B-9C75DDC172A1}"/>
              </a:ext>
            </a:extLst>
          </p:cNvPr>
          <p:cNvSpPr>
            <a:spLocks xmlns:a="http://schemas.openxmlformats.org/drawingml/2006/main" noGrp="1"/>
          </p:cNvSpPr>
          <p:nvPr/>
        </p:nvSpPr>
        <p:spPr>
          <a:xfrm xmlns:a="http://schemas.openxmlformats.org/drawingml/2006/main">
            <a:off x="1323975" y="22002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35" name="collision-two-4-8">
            <a:extLst xmlns:a="http://schemas.openxmlformats.org/drawingml/2006/main">
              <a:ext uri="{FF2B5EF4-FFF2-40B4-BE49-F238E27FC236}">
                <a16:creationId xmlns:a16="http://schemas.microsoft.com/office/drawing/2014/main" id="{F21C8572-B808-4494-AA41-80966E66DC3B}"/>
              </a:ext>
            </a:extLst>
          </p:cNvPr>
          <p:cNvSpPr>
            <a:spLocks xmlns:a="http://schemas.openxmlformats.org/drawingml/2006/main" noGrp="1"/>
          </p:cNvSpPr>
          <p:nvPr/>
        </p:nvSpPr>
        <p:spPr>
          <a:xfrm xmlns:a="http://schemas.openxmlformats.org/drawingml/2006/main">
            <a:off x="1438275" y="22002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36" name="collision-two-4-9">
            <a:extLst xmlns:a="http://schemas.openxmlformats.org/drawingml/2006/main">
              <a:ext uri="{FF2B5EF4-FFF2-40B4-BE49-F238E27FC236}">
                <a16:creationId xmlns:a16="http://schemas.microsoft.com/office/drawing/2014/main" id="{74629AA4-3B25-495A-8AD9-85F871B47074}"/>
              </a:ext>
            </a:extLst>
          </p:cNvPr>
          <p:cNvSpPr>
            <a:spLocks xmlns:a="http://schemas.openxmlformats.org/drawingml/2006/main" noGrp="1"/>
          </p:cNvSpPr>
          <p:nvPr/>
        </p:nvSpPr>
        <p:spPr>
          <a:xfrm xmlns:a="http://schemas.openxmlformats.org/drawingml/2006/main">
            <a:off x="1552575" y="22002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37" name="collision-two-5-0">
            <a:extLst xmlns:a="http://schemas.openxmlformats.org/drawingml/2006/main">
              <a:ext uri="{FF2B5EF4-FFF2-40B4-BE49-F238E27FC236}">
                <a16:creationId xmlns:a16="http://schemas.microsoft.com/office/drawing/2014/main" id="{856363B8-8C2E-460D-A2F7-7634798A426B}"/>
              </a:ext>
            </a:extLst>
          </p:cNvPr>
          <p:cNvSpPr>
            <a:spLocks xmlns:a="http://schemas.openxmlformats.org/drawingml/2006/main" noGrp="1"/>
          </p:cNvSpPr>
          <p:nvPr/>
        </p:nvSpPr>
        <p:spPr>
          <a:xfrm xmlns:a="http://schemas.openxmlformats.org/drawingml/2006/main">
            <a:off x="523875" y="23145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38" name="collision-two-5-1">
            <a:extLst xmlns:a="http://schemas.openxmlformats.org/drawingml/2006/main">
              <a:ext uri="{FF2B5EF4-FFF2-40B4-BE49-F238E27FC236}">
                <a16:creationId xmlns:a16="http://schemas.microsoft.com/office/drawing/2014/main" id="{92F4306F-3E5A-4AEB-AF4F-974373D291DF}"/>
              </a:ext>
            </a:extLst>
          </p:cNvPr>
          <p:cNvSpPr>
            <a:spLocks xmlns:a="http://schemas.openxmlformats.org/drawingml/2006/main" noGrp="1"/>
          </p:cNvSpPr>
          <p:nvPr/>
        </p:nvSpPr>
        <p:spPr>
          <a:xfrm xmlns:a="http://schemas.openxmlformats.org/drawingml/2006/main">
            <a:off x="638175" y="23145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39" name="collision-two-5-2">
            <a:extLst xmlns:a="http://schemas.openxmlformats.org/drawingml/2006/main">
              <a:ext uri="{FF2B5EF4-FFF2-40B4-BE49-F238E27FC236}">
                <a16:creationId xmlns:a16="http://schemas.microsoft.com/office/drawing/2014/main" id="{91E72B07-A42B-467E-B831-AD9F78DD00F9}"/>
              </a:ext>
            </a:extLst>
          </p:cNvPr>
          <p:cNvSpPr>
            <a:spLocks xmlns:a="http://schemas.openxmlformats.org/drawingml/2006/main" noGrp="1"/>
          </p:cNvSpPr>
          <p:nvPr/>
        </p:nvSpPr>
        <p:spPr>
          <a:xfrm xmlns:a="http://schemas.openxmlformats.org/drawingml/2006/main">
            <a:off x="752475" y="23145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40" name="collision-two-5-3">
            <a:extLst xmlns:a="http://schemas.openxmlformats.org/drawingml/2006/main">
              <a:ext uri="{FF2B5EF4-FFF2-40B4-BE49-F238E27FC236}">
                <a16:creationId xmlns:a16="http://schemas.microsoft.com/office/drawing/2014/main" id="{777528E4-3773-4337-8334-ED2446AE58B2}"/>
              </a:ext>
            </a:extLst>
          </p:cNvPr>
          <p:cNvSpPr>
            <a:spLocks xmlns:a="http://schemas.openxmlformats.org/drawingml/2006/main" noGrp="1"/>
          </p:cNvSpPr>
          <p:nvPr/>
        </p:nvSpPr>
        <p:spPr>
          <a:xfrm xmlns:a="http://schemas.openxmlformats.org/drawingml/2006/main">
            <a:off x="866775" y="23145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41" name="collision-two-5-4">
            <a:extLst xmlns:a="http://schemas.openxmlformats.org/drawingml/2006/main">
              <a:ext uri="{FF2B5EF4-FFF2-40B4-BE49-F238E27FC236}">
                <a16:creationId xmlns:a16="http://schemas.microsoft.com/office/drawing/2014/main" id="{2FCDE5E0-AB53-4AE4-80E2-1CAA07E12C42}"/>
              </a:ext>
            </a:extLst>
          </p:cNvPr>
          <p:cNvSpPr>
            <a:spLocks xmlns:a="http://schemas.openxmlformats.org/drawingml/2006/main" noGrp="1"/>
          </p:cNvSpPr>
          <p:nvPr/>
        </p:nvSpPr>
        <p:spPr>
          <a:xfrm xmlns:a="http://schemas.openxmlformats.org/drawingml/2006/main">
            <a:off x="981075" y="23145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42" name="collision-two-5-5">
            <a:extLst xmlns:a="http://schemas.openxmlformats.org/drawingml/2006/main">
              <a:ext uri="{FF2B5EF4-FFF2-40B4-BE49-F238E27FC236}">
                <a16:creationId xmlns:a16="http://schemas.microsoft.com/office/drawing/2014/main" id="{A5DFA521-0D60-48BB-B73F-2E2D0DE8F186}"/>
              </a:ext>
            </a:extLst>
          </p:cNvPr>
          <p:cNvSpPr>
            <a:spLocks xmlns:a="http://schemas.openxmlformats.org/drawingml/2006/main" noGrp="1"/>
          </p:cNvSpPr>
          <p:nvPr/>
        </p:nvSpPr>
        <p:spPr>
          <a:xfrm xmlns:a="http://schemas.openxmlformats.org/drawingml/2006/main">
            <a:off x="1095375" y="23145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43" name="collision-two-5-6">
            <a:extLst xmlns:a="http://schemas.openxmlformats.org/drawingml/2006/main">
              <a:ext uri="{FF2B5EF4-FFF2-40B4-BE49-F238E27FC236}">
                <a16:creationId xmlns:a16="http://schemas.microsoft.com/office/drawing/2014/main" id="{AD513C3A-2B22-4881-B4DB-082EB831203F}"/>
              </a:ext>
            </a:extLst>
          </p:cNvPr>
          <p:cNvSpPr>
            <a:spLocks xmlns:a="http://schemas.openxmlformats.org/drawingml/2006/main" noGrp="1"/>
          </p:cNvSpPr>
          <p:nvPr/>
        </p:nvSpPr>
        <p:spPr>
          <a:xfrm xmlns:a="http://schemas.openxmlformats.org/drawingml/2006/main">
            <a:off x="1209675" y="23145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44" name="collision-two-5-7">
            <a:extLst xmlns:a="http://schemas.openxmlformats.org/drawingml/2006/main">
              <a:ext uri="{FF2B5EF4-FFF2-40B4-BE49-F238E27FC236}">
                <a16:creationId xmlns:a16="http://schemas.microsoft.com/office/drawing/2014/main" id="{132A51A1-376D-4965-82D3-E69AF1B97268}"/>
              </a:ext>
            </a:extLst>
          </p:cNvPr>
          <p:cNvSpPr>
            <a:spLocks xmlns:a="http://schemas.openxmlformats.org/drawingml/2006/main" noGrp="1"/>
          </p:cNvSpPr>
          <p:nvPr/>
        </p:nvSpPr>
        <p:spPr>
          <a:xfrm xmlns:a="http://schemas.openxmlformats.org/drawingml/2006/main">
            <a:off x="1323975" y="23145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45" name="collision-two-5-8">
            <a:extLst xmlns:a="http://schemas.openxmlformats.org/drawingml/2006/main">
              <a:ext uri="{FF2B5EF4-FFF2-40B4-BE49-F238E27FC236}">
                <a16:creationId xmlns:a16="http://schemas.microsoft.com/office/drawing/2014/main" id="{CB9F75F3-86C6-4B36-86D5-B214F0C67574}"/>
              </a:ext>
            </a:extLst>
          </p:cNvPr>
          <p:cNvSpPr>
            <a:spLocks xmlns:a="http://schemas.openxmlformats.org/drawingml/2006/main" noGrp="1"/>
          </p:cNvSpPr>
          <p:nvPr/>
        </p:nvSpPr>
        <p:spPr>
          <a:xfrm xmlns:a="http://schemas.openxmlformats.org/drawingml/2006/main">
            <a:off x="1438275" y="23145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46" name="collision-two-5-9">
            <a:extLst xmlns:a="http://schemas.openxmlformats.org/drawingml/2006/main">
              <a:ext uri="{FF2B5EF4-FFF2-40B4-BE49-F238E27FC236}">
                <a16:creationId xmlns:a16="http://schemas.microsoft.com/office/drawing/2014/main" id="{1E515F2A-22F0-406B-858C-FC7193284F5D}"/>
              </a:ext>
            </a:extLst>
          </p:cNvPr>
          <p:cNvSpPr>
            <a:spLocks xmlns:a="http://schemas.openxmlformats.org/drawingml/2006/main" noGrp="1"/>
          </p:cNvSpPr>
          <p:nvPr/>
        </p:nvSpPr>
        <p:spPr>
          <a:xfrm xmlns:a="http://schemas.openxmlformats.org/drawingml/2006/main">
            <a:off x="1552575" y="23145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47" name="collision-two-6-0">
            <a:extLst xmlns:a="http://schemas.openxmlformats.org/drawingml/2006/main">
              <a:ext uri="{FF2B5EF4-FFF2-40B4-BE49-F238E27FC236}">
                <a16:creationId xmlns:a16="http://schemas.microsoft.com/office/drawing/2014/main" id="{9A3C9DA2-57EC-46E2-9183-2B63964DAD36}"/>
              </a:ext>
            </a:extLst>
          </p:cNvPr>
          <p:cNvSpPr>
            <a:spLocks xmlns:a="http://schemas.openxmlformats.org/drawingml/2006/main" noGrp="1"/>
          </p:cNvSpPr>
          <p:nvPr/>
        </p:nvSpPr>
        <p:spPr>
          <a:xfrm xmlns:a="http://schemas.openxmlformats.org/drawingml/2006/main">
            <a:off x="523875" y="24288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48" name="collision-two-6-1">
            <a:extLst xmlns:a="http://schemas.openxmlformats.org/drawingml/2006/main">
              <a:ext uri="{FF2B5EF4-FFF2-40B4-BE49-F238E27FC236}">
                <a16:creationId xmlns:a16="http://schemas.microsoft.com/office/drawing/2014/main" id="{1DB3AC1F-9A18-4E98-A55E-4084C12C0C4E}"/>
              </a:ext>
            </a:extLst>
          </p:cNvPr>
          <p:cNvSpPr>
            <a:spLocks xmlns:a="http://schemas.openxmlformats.org/drawingml/2006/main" noGrp="1"/>
          </p:cNvSpPr>
          <p:nvPr/>
        </p:nvSpPr>
        <p:spPr>
          <a:xfrm xmlns:a="http://schemas.openxmlformats.org/drawingml/2006/main">
            <a:off x="638175" y="24288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49" name="collision-two-6-2">
            <a:extLst xmlns:a="http://schemas.openxmlformats.org/drawingml/2006/main">
              <a:ext uri="{FF2B5EF4-FFF2-40B4-BE49-F238E27FC236}">
                <a16:creationId xmlns:a16="http://schemas.microsoft.com/office/drawing/2014/main" id="{8B8CB549-5D54-44F4-A17A-0968697CD1BF}"/>
              </a:ext>
            </a:extLst>
          </p:cNvPr>
          <p:cNvSpPr>
            <a:spLocks xmlns:a="http://schemas.openxmlformats.org/drawingml/2006/main" noGrp="1"/>
          </p:cNvSpPr>
          <p:nvPr/>
        </p:nvSpPr>
        <p:spPr>
          <a:xfrm xmlns:a="http://schemas.openxmlformats.org/drawingml/2006/main">
            <a:off x="752475" y="24288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50" name="collision-two-6-3">
            <a:extLst xmlns:a="http://schemas.openxmlformats.org/drawingml/2006/main">
              <a:ext uri="{FF2B5EF4-FFF2-40B4-BE49-F238E27FC236}">
                <a16:creationId xmlns:a16="http://schemas.microsoft.com/office/drawing/2014/main" id="{0D47F1CE-9B29-4EAE-8B77-B595F5F12498}"/>
              </a:ext>
            </a:extLst>
          </p:cNvPr>
          <p:cNvSpPr>
            <a:spLocks xmlns:a="http://schemas.openxmlformats.org/drawingml/2006/main" noGrp="1"/>
          </p:cNvSpPr>
          <p:nvPr/>
        </p:nvSpPr>
        <p:spPr>
          <a:xfrm xmlns:a="http://schemas.openxmlformats.org/drawingml/2006/main">
            <a:off x="866775" y="24288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51" name="collision-two-6-4">
            <a:extLst xmlns:a="http://schemas.openxmlformats.org/drawingml/2006/main">
              <a:ext uri="{FF2B5EF4-FFF2-40B4-BE49-F238E27FC236}">
                <a16:creationId xmlns:a16="http://schemas.microsoft.com/office/drawing/2014/main" id="{A9FD6DF4-BA36-4965-AC80-D7B5533200C9}"/>
              </a:ext>
            </a:extLst>
          </p:cNvPr>
          <p:cNvSpPr>
            <a:spLocks xmlns:a="http://schemas.openxmlformats.org/drawingml/2006/main" noGrp="1"/>
          </p:cNvSpPr>
          <p:nvPr/>
        </p:nvSpPr>
        <p:spPr>
          <a:xfrm xmlns:a="http://schemas.openxmlformats.org/drawingml/2006/main">
            <a:off x="981075" y="24288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52" name="collision-two-6-5">
            <a:extLst xmlns:a="http://schemas.openxmlformats.org/drawingml/2006/main">
              <a:ext uri="{FF2B5EF4-FFF2-40B4-BE49-F238E27FC236}">
                <a16:creationId xmlns:a16="http://schemas.microsoft.com/office/drawing/2014/main" id="{D3053A4D-D1D3-478F-AD0F-C2A369588B46}"/>
              </a:ext>
            </a:extLst>
          </p:cNvPr>
          <p:cNvSpPr>
            <a:spLocks xmlns:a="http://schemas.openxmlformats.org/drawingml/2006/main" noGrp="1"/>
          </p:cNvSpPr>
          <p:nvPr/>
        </p:nvSpPr>
        <p:spPr>
          <a:xfrm xmlns:a="http://schemas.openxmlformats.org/drawingml/2006/main">
            <a:off x="1095375" y="24288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53" name="collision-two-6-6">
            <a:extLst xmlns:a="http://schemas.openxmlformats.org/drawingml/2006/main">
              <a:ext uri="{FF2B5EF4-FFF2-40B4-BE49-F238E27FC236}">
                <a16:creationId xmlns:a16="http://schemas.microsoft.com/office/drawing/2014/main" id="{A28DB2B7-5518-48D5-A4DC-FE6CEC4D5AEF}"/>
              </a:ext>
            </a:extLst>
          </p:cNvPr>
          <p:cNvSpPr>
            <a:spLocks xmlns:a="http://schemas.openxmlformats.org/drawingml/2006/main" noGrp="1"/>
          </p:cNvSpPr>
          <p:nvPr/>
        </p:nvSpPr>
        <p:spPr>
          <a:xfrm xmlns:a="http://schemas.openxmlformats.org/drawingml/2006/main">
            <a:off x="1209675" y="24288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54" name="collision-two-6-7">
            <a:extLst xmlns:a="http://schemas.openxmlformats.org/drawingml/2006/main">
              <a:ext uri="{FF2B5EF4-FFF2-40B4-BE49-F238E27FC236}">
                <a16:creationId xmlns:a16="http://schemas.microsoft.com/office/drawing/2014/main" id="{C959745E-6DFB-4780-8D06-26BBB9A2762B}"/>
              </a:ext>
            </a:extLst>
          </p:cNvPr>
          <p:cNvSpPr>
            <a:spLocks xmlns:a="http://schemas.openxmlformats.org/drawingml/2006/main" noGrp="1"/>
          </p:cNvSpPr>
          <p:nvPr/>
        </p:nvSpPr>
        <p:spPr>
          <a:xfrm xmlns:a="http://schemas.openxmlformats.org/drawingml/2006/main">
            <a:off x="1323975" y="24288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55" name="collision-two-6-8">
            <a:extLst xmlns:a="http://schemas.openxmlformats.org/drawingml/2006/main">
              <a:ext uri="{FF2B5EF4-FFF2-40B4-BE49-F238E27FC236}">
                <a16:creationId xmlns:a16="http://schemas.microsoft.com/office/drawing/2014/main" id="{70937F81-EB74-4B5F-B5F4-799A3B1CFFA4}"/>
              </a:ext>
            </a:extLst>
          </p:cNvPr>
          <p:cNvSpPr>
            <a:spLocks xmlns:a="http://schemas.openxmlformats.org/drawingml/2006/main" noGrp="1"/>
          </p:cNvSpPr>
          <p:nvPr/>
        </p:nvSpPr>
        <p:spPr>
          <a:xfrm xmlns:a="http://schemas.openxmlformats.org/drawingml/2006/main">
            <a:off x="1438275" y="24288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56" name="collision-two-6-9">
            <a:extLst xmlns:a="http://schemas.openxmlformats.org/drawingml/2006/main">
              <a:ext uri="{FF2B5EF4-FFF2-40B4-BE49-F238E27FC236}">
                <a16:creationId xmlns:a16="http://schemas.microsoft.com/office/drawing/2014/main" id="{D16967FD-032B-4036-881F-53A54E1102B6}"/>
              </a:ext>
            </a:extLst>
          </p:cNvPr>
          <p:cNvSpPr>
            <a:spLocks xmlns:a="http://schemas.openxmlformats.org/drawingml/2006/main" noGrp="1"/>
          </p:cNvSpPr>
          <p:nvPr/>
        </p:nvSpPr>
        <p:spPr>
          <a:xfrm xmlns:a="http://schemas.openxmlformats.org/drawingml/2006/main">
            <a:off x="1552575" y="24288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57" name="collision-two-7-0">
            <a:extLst xmlns:a="http://schemas.openxmlformats.org/drawingml/2006/main">
              <a:ext uri="{FF2B5EF4-FFF2-40B4-BE49-F238E27FC236}">
                <a16:creationId xmlns:a16="http://schemas.microsoft.com/office/drawing/2014/main" id="{FDB2FCC1-51C5-4895-A663-47504CF20E14}"/>
              </a:ext>
            </a:extLst>
          </p:cNvPr>
          <p:cNvSpPr>
            <a:spLocks xmlns:a="http://schemas.openxmlformats.org/drawingml/2006/main" noGrp="1"/>
          </p:cNvSpPr>
          <p:nvPr/>
        </p:nvSpPr>
        <p:spPr>
          <a:xfrm xmlns:a="http://schemas.openxmlformats.org/drawingml/2006/main">
            <a:off x="523875" y="25431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58" name="collision-two-7-1">
            <a:extLst xmlns:a="http://schemas.openxmlformats.org/drawingml/2006/main">
              <a:ext uri="{FF2B5EF4-FFF2-40B4-BE49-F238E27FC236}">
                <a16:creationId xmlns:a16="http://schemas.microsoft.com/office/drawing/2014/main" id="{D0FB05C8-B749-4167-8C48-2EBC1AFD8666}"/>
              </a:ext>
            </a:extLst>
          </p:cNvPr>
          <p:cNvSpPr>
            <a:spLocks xmlns:a="http://schemas.openxmlformats.org/drawingml/2006/main" noGrp="1"/>
          </p:cNvSpPr>
          <p:nvPr/>
        </p:nvSpPr>
        <p:spPr>
          <a:xfrm xmlns:a="http://schemas.openxmlformats.org/drawingml/2006/main">
            <a:off x="638175" y="25431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59" name="collision-two-7-2">
            <a:extLst xmlns:a="http://schemas.openxmlformats.org/drawingml/2006/main">
              <a:ext uri="{FF2B5EF4-FFF2-40B4-BE49-F238E27FC236}">
                <a16:creationId xmlns:a16="http://schemas.microsoft.com/office/drawing/2014/main" id="{3BF83111-977F-4271-8FD6-CE32BAFF0919}"/>
              </a:ext>
            </a:extLst>
          </p:cNvPr>
          <p:cNvSpPr>
            <a:spLocks xmlns:a="http://schemas.openxmlformats.org/drawingml/2006/main" noGrp="1"/>
          </p:cNvSpPr>
          <p:nvPr/>
        </p:nvSpPr>
        <p:spPr>
          <a:xfrm xmlns:a="http://schemas.openxmlformats.org/drawingml/2006/main">
            <a:off x="752475" y="25431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60" name="collision-two-7-3">
            <a:extLst xmlns:a="http://schemas.openxmlformats.org/drawingml/2006/main">
              <a:ext uri="{FF2B5EF4-FFF2-40B4-BE49-F238E27FC236}">
                <a16:creationId xmlns:a16="http://schemas.microsoft.com/office/drawing/2014/main" id="{595A5A31-F8FA-4BCA-8FAF-4466A497430C}"/>
              </a:ext>
            </a:extLst>
          </p:cNvPr>
          <p:cNvSpPr>
            <a:spLocks xmlns:a="http://schemas.openxmlformats.org/drawingml/2006/main" noGrp="1"/>
          </p:cNvSpPr>
          <p:nvPr/>
        </p:nvSpPr>
        <p:spPr>
          <a:xfrm xmlns:a="http://schemas.openxmlformats.org/drawingml/2006/main">
            <a:off x="866775" y="25431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61" name="collision-two-7-4">
            <a:extLst xmlns:a="http://schemas.openxmlformats.org/drawingml/2006/main">
              <a:ext uri="{FF2B5EF4-FFF2-40B4-BE49-F238E27FC236}">
                <a16:creationId xmlns:a16="http://schemas.microsoft.com/office/drawing/2014/main" id="{D035FA66-9E69-4454-97F3-B231984EC978}"/>
              </a:ext>
            </a:extLst>
          </p:cNvPr>
          <p:cNvSpPr>
            <a:spLocks xmlns:a="http://schemas.openxmlformats.org/drawingml/2006/main" noGrp="1"/>
          </p:cNvSpPr>
          <p:nvPr/>
        </p:nvSpPr>
        <p:spPr>
          <a:xfrm xmlns:a="http://schemas.openxmlformats.org/drawingml/2006/main">
            <a:off x="981075" y="25431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62" name="collision-two-7-5">
            <a:extLst xmlns:a="http://schemas.openxmlformats.org/drawingml/2006/main">
              <a:ext uri="{FF2B5EF4-FFF2-40B4-BE49-F238E27FC236}">
                <a16:creationId xmlns:a16="http://schemas.microsoft.com/office/drawing/2014/main" id="{477B52EF-16A0-4F32-B35E-F347EA373FE6}"/>
              </a:ext>
            </a:extLst>
          </p:cNvPr>
          <p:cNvSpPr>
            <a:spLocks xmlns:a="http://schemas.openxmlformats.org/drawingml/2006/main" noGrp="1"/>
          </p:cNvSpPr>
          <p:nvPr/>
        </p:nvSpPr>
        <p:spPr>
          <a:xfrm xmlns:a="http://schemas.openxmlformats.org/drawingml/2006/main">
            <a:off x="1095375" y="25431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63" name="collision-two-7-6">
            <a:extLst xmlns:a="http://schemas.openxmlformats.org/drawingml/2006/main">
              <a:ext uri="{FF2B5EF4-FFF2-40B4-BE49-F238E27FC236}">
                <a16:creationId xmlns:a16="http://schemas.microsoft.com/office/drawing/2014/main" id="{004E4510-DC87-4FBD-A6AB-85CA4C4F520F}"/>
              </a:ext>
            </a:extLst>
          </p:cNvPr>
          <p:cNvSpPr>
            <a:spLocks xmlns:a="http://schemas.openxmlformats.org/drawingml/2006/main" noGrp="1"/>
          </p:cNvSpPr>
          <p:nvPr/>
        </p:nvSpPr>
        <p:spPr>
          <a:xfrm xmlns:a="http://schemas.openxmlformats.org/drawingml/2006/main">
            <a:off x="1209675" y="25431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64" name="collision-two-7-7">
            <a:extLst xmlns:a="http://schemas.openxmlformats.org/drawingml/2006/main">
              <a:ext uri="{FF2B5EF4-FFF2-40B4-BE49-F238E27FC236}">
                <a16:creationId xmlns:a16="http://schemas.microsoft.com/office/drawing/2014/main" id="{D2E8E92D-3283-4854-A85E-B1E4A80678CE}"/>
              </a:ext>
            </a:extLst>
          </p:cNvPr>
          <p:cNvSpPr>
            <a:spLocks xmlns:a="http://schemas.openxmlformats.org/drawingml/2006/main" noGrp="1"/>
          </p:cNvSpPr>
          <p:nvPr/>
        </p:nvSpPr>
        <p:spPr>
          <a:xfrm xmlns:a="http://schemas.openxmlformats.org/drawingml/2006/main">
            <a:off x="1323975" y="25431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65" name="collision-two-7-8">
            <a:extLst xmlns:a="http://schemas.openxmlformats.org/drawingml/2006/main">
              <a:ext uri="{FF2B5EF4-FFF2-40B4-BE49-F238E27FC236}">
                <a16:creationId xmlns:a16="http://schemas.microsoft.com/office/drawing/2014/main" id="{1DDE0806-FB69-4192-9ED2-A2A8E8A34533}"/>
              </a:ext>
            </a:extLst>
          </p:cNvPr>
          <p:cNvSpPr>
            <a:spLocks xmlns:a="http://schemas.openxmlformats.org/drawingml/2006/main" noGrp="1"/>
          </p:cNvSpPr>
          <p:nvPr/>
        </p:nvSpPr>
        <p:spPr>
          <a:xfrm xmlns:a="http://schemas.openxmlformats.org/drawingml/2006/main">
            <a:off x="1438275" y="25431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66" name="collision-two-7-9">
            <a:extLst xmlns:a="http://schemas.openxmlformats.org/drawingml/2006/main">
              <a:ext uri="{FF2B5EF4-FFF2-40B4-BE49-F238E27FC236}">
                <a16:creationId xmlns:a16="http://schemas.microsoft.com/office/drawing/2014/main" id="{3BD72A8B-A3E0-4D77-AC2F-F857E8B82F0F}"/>
              </a:ext>
            </a:extLst>
          </p:cNvPr>
          <p:cNvSpPr>
            <a:spLocks xmlns:a="http://schemas.openxmlformats.org/drawingml/2006/main" noGrp="1"/>
          </p:cNvSpPr>
          <p:nvPr/>
        </p:nvSpPr>
        <p:spPr>
          <a:xfrm xmlns:a="http://schemas.openxmlformats.org/drawingml/2006/main">
            <a:off x="1552575" y="25431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67" name="collision-two-8-0">
            <a:extLst xmlns:a="http://schemas.openxmlformats.org/drawingml/2006/main">
              <a:ext uri="{FF2B5EF4-FFF2-40B4-BE49-F238E27FC236}">
                <a16:creationId xmlns:a16="http://schemas.microsoft.com/office/drawing/2014/main" id="{CCEDF023-45CE-4D15-9857-E0FAC2FAF74C}"/>
              </a:ext>
            </a:extLst>
          </p:cNvPr>
          <p:cNvSpPr>
            <a:spLocks xmlns:a="http://schemas.openxmlformats.org/drawingml/2006/main" noGrp="1"/>
          </p:cNvSpPr>
          <p:nvPr/>
        </p:nvSpPr>
        <p:spPr>
          <a:xfrm xmlns:a="http://schemas.openxmlformats.org/drawingml/2006/main">
            <a:off x="523875" y="26574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68" name="collision-two-8-1">
            <a:extLst xmlns:a="http://schemas.openxmlformats.org/drawingml/2006/main">
              <a:ext uri="{FF2B5EF4-FFF2-40B4-BE49-F238E27FC236}">
                <a16:creationId xmlns:a16="http://schemas.microsoft.com/office/drawing/2014/main" id="{E86EB65F-A072-442F-A173-204734CCA1F8}"/>
              </a:ext>
            </a:extLst>
          </p:cNvPr>
          <p:cNvSpPr>
            <a:spLocks xmlns:a="http://schemas.openxmlformats.org/drawingml/2006/main" noGrp="1"/>
          </p:cNvSpPr>
          <p:nvPr/>
        </p:nvSpPr>
        <p:spPr>
          <a:xfrm xmlns:a="http://schemas.openxmlformats.org/drawingml/2006/main">
            <a:off x="638175" y="26574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69" name="collision-two-8-2">
            <a:extLst xmlns:a="http://schemas.openxmlformats.org/drawingml/2006/main">
              <a:ext uri="{FF2B5EF4-FFF2-40B4-BE49-F238E27FC236}">
                <a16:creationId xmlns:a16="http://schemas.microsoft.com/office/drawing/2014/main" id="{22B34E5B-6C3C-47E7-A1E0-B0FE01CD92E2}"/>
              </a:ext>
            </a:extLst>
          </p:cNvPr>
          <p:cNvSpPr>
            <a:spLocks xmlns:a="http://schemas.openxmlformats.org/drawingml/2006/main" noGrp="1"/>
          </p:cNvSpPr>
          <p:nvPr/>
        </p:nvSpPr>
        <p:spPr>
          <a:xfrm xmlns:a="http://schemas.openxmlformats.org/drawingml/2006/main">
            <a:off x="752475" y="26574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70" name="collision-two-8-3">
            <a:extLst xmlns:a="http://schemas.openxmlformats.org/drawingml/2006/main">
              <a:ext uri="{FF2B5EF4-FFF2-40B4-BE49-F238E27FC236}">
                <a16:creationId xmlns:a16="http://schemas.microsoft.com/office/drawing/2014/main" id="{F3E53C5C-5741-456E-9890-644822EB92AC}"/>
              </a:ext>
            </a:extLst>
          </p:cNvPr>
          <p:cNvSpPr>
            <a:spLocks xmlns:a="http://schemas.openxmlformats.org/drawingml/2006/main" noGrp="1"/>
          </p:cNvSpPr>
          <p:nvPr/>
        </p:nvSpPr>
        <p:spPr>
          <a:xfrm xmlns:a="http://schemas.openxmlformats.org/drawingml/2006/main">
            <a:off x="866775" y="26574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71" name="collision-two-8-4">
            <a:extLst xmlns:a="http://schemas.openxmlformats.org/drawingml/2006/main">
              <a:ext uri="{FF2B5EF4-FFF2-40B4-BE49-F238E27FC236}">
                <a16:creationId xmlns:a16="http://schemas.microsoft.com/office/drawing/2014/main" id="{FB0BF591-B08A-46B3-A86E-780D3DC83809}"/>
              </a:ext>
            </a:extLst>
          </p:cNvPr>
          <p:cNvSpPr>
            <a:spLocks xmlns:a="http://schemas.openxmlformats.org/drawingml/2006/main" noGrp="1"/>
          </p:cNvSpPr>
          <p:nvPr/>
        </p:nvSpPr>
        <p:spPr>
          <a:xfrm xmlns:a="http://schemas.openxmlformats.org/drawingml/2006/main">
            <a:off x="981075" y="26574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72" name="collision-two-8-5">
            <a:extLst xmlns:a="http://schemas.openxmlformats.org/drawingml/2006/main">
              <a:ext uri="{FF2B5EF4-FFF2-40B4-BE49-F238E27FC236}">
                <a16:creationId xmlns:a16="http://schemas.microsoft.com/office/drawing/2014/main" id="{6ACC1138-0105-4BAF-BB32-27B6BEC27B55}"/>
              </a:ext>
            </a:extLst>
          </p:cNvPr>
          <p:cNvSpPr>
            <a:spLocks xmlns:a="http://schemas.openxmlformats.org/drawingml/2006/main" noGrp="1"/>
          </p:cNvSpPr>
          <p:nvPr/>
        </p:nvSpPr>
        <p:spPr>
          <a:xfrm xmlns:a="http://schemas.openxmlformats.org/drawingml/2006/main">
            <a:off x="1095375" y="26574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73" name="collision-two-8-6">
            <a:extLst xmlns:a="http://schemas.openxmlformats.org/drawingml/2006/main">
              <a:ext uri="{FF2B5EF4-FFF2-40B4-BE49-F238E27FC236}">
                <a16:creationId xmlns:a16="http://schemas.microsoft.com/office/drawing/2014/main" id="{56D13190-AF0B-45BE-A664-390E7D3A5DD9}"/>
              </a:ext>
            </a:extLst>
          </p:cNvPr>
          <p:cNvSpPr>
            <a:spLocks xmlns:a="http://schemas.openxmlformats.org/drawingml/2006/main" noGrp="1"/>
          </p:cNvSpPr>
          <p:nvPr/>
        </p:nvSpPr>
        <p:spPr>
          <a:xfrm xmlns:a="http://schemas.openxmlformats.org/drawingml/2006/main">
            <a:off x="1209675" y="26574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74" name="collision-two-8-7">
            <a:extLst xmlns:a="http://schemas.openxmlformats.org/drawingml/2006/main">
              <a:ext uri="{FF2B5EF4-FFF2-40B4-BE49-F238E27FC236}">
                <a16:creationId xmlns:a16="http://schemas.microsoft.com/office/drawing/2014/main" id="{2166CBEE-00D8-4C19-8134-3BED24F8B68F}"/>
              </a:ext>
            </a:extLst>
          </p:cNvPr>
          <p:cNvSpPr>
            <a:spLocks xmlns:a="http://schemas.openxmlformats.org/drawingml/2006/main" noGrp="1"/>
          </p:cNvSpPr>
          <p:nvPr/>
        </p:nvSpPr>
        <p:spPr>
          <a:xfrm xmlns:a="http://schemas.openxmlformats.org/drawingml/2006/main">
            <a:off x="1323975" y="26574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75" name="collision-two-8-8">
            <a:extLst xmlns:a="http://schemas.openxmlformats.org/drawingml/2006/main">
              <a:ext uri="{FF2B5EF4-FFF2-40B4-BE49-F238E27FC236}">
                <a16:creationId xmlns:a16="http://schemas.microsoft.com/office/drawing/2014/main" id="{FC49FE66-9456-4833-9E39-C6D139A971D6}"/>
              </a:ext>
            </a:extLst>
          </p:cNvPr>
          <p:cNvSpPr>
            <a:spLocks xmlns:a="http://schemas.openxmlformats.org/drawingml/2006/main" noGrp="1"/>
          </p:cNvSpPr>
          <p:nvPr/>
        </p:nvSpPr>
        <p:spPr>
          <a:xfrm xmlns:a="http://schemas.openxmlformats.org/drawingml/2006/main">
            <a:off x="1438275" y="26574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76" name="collision-two-8-9">
            <a:extLst xmlns:a="http://schemas.openxmlformats.org/drawingml/2006/main">
              <a:ext uri="{FF2B5EF4-FFF2-40B4-BE49-F238E27FC236}">
                <a16:creationId xmlns:a16="http://schemas.microsoft.com/office/drawing/2014/main" id="{15CC44B1-4E37-49C3-968F-43BBC46587C1}"/>
              </a:ext>
            </a:extLst>
          </p:cNvPr>
          <p:cNvSpPr>
            <a:spLocks xmlns:a="http://schemas.openxmlformats.org/drawingml/2006/main" noGrp="1"/>
          </p:cNvSpPr>
          <p:nvPr/>
        </p:nvSpPr>
        <p:spPr>
          <a:xfrm xmlns:a="http://schemas.openxmlformats.org/drawingml/2006/main">
            <a:off x="1552575" y="26574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77" name="collision-two-9-0">
            <a:extLst xmlns:a="http://schemas.openxmlformats.org/drawingml/2006/main">
              <a:ext uri="{FF2B5EF4-FFF2-40B4-BE49-F238E27FC236}">
                <a16:creationId xmlns:a16="http://schemas.microsoft.com/office/drawing/2014/main" id="{36AA7F53-A5F0-4454-BCAF-3DED9437C4ED}"/>
              </a:ext>
            </a:extLst>
          </p:cNvPr>
          <p:cNvSpPr>
            <a:spLocks xmlns:a="http://schemas.openxmlformats.org/drawingml/2006/main" noGrp="1"/>
          </p:cNvSpPr>
          <p:nvPr/>
        </p:nvSpPr>
        <p:spPr>
          <a:xfrm xmlns:a="http://schemas.openxmlformats.org/drawingml/2006/main">
            <a:off x="523875" y="27717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78" name="collision-two-9-1">
            <a:extLst xmlns:a="http://schemas.openxmlformats.org/drawingml/2006/main">
              <a:ext uri="{FF2B5EF4-FFF2-40B4-BE49-F238E27FC236}">
                <a16:creationId xmlns:a16="http://schemas.microsoft.com/office/drawing/2014/main" id="{25C597DC-ED04-4ED1-B227-D9701D34806C}"/>
              </a:ext>
            </a:extLst>
          </p:cNvPr>
          <p:cNvSpPr>
            <a:spLocks xmlns:a="http://schemas.openxmlformats.org/drawingml/2006/main" noGrp="1"/>
          </p:cNvSpPr>
          <p:nvPr/>
        </p:nvSpPr>
        <p:spPr>
          <a:xfrm xmlns:a="http://schemas.openxmlformats.org/drawingml/2006/main">
            <a:off x="638175" y="27717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79" name="collision-two-9-2">
            <a:extLst xmlns:a="http://schemas.openxmlformats.org/drawingml/2006/main">
              <a:ext uri="{FF2B5EF4-FFF2-40B4-BE49-F238E27FC236}">
                <a16:creationId xmlns:a16="http://schemas.microsoft.com/office/drawing/2014/main" id="{31500CE3-67B2-4D09-88DB-99EE8F58DD68}"/>
              </a:ext>
            </a:extLst>
          </p:cNvPr>
          <p:cNvSpPr>
            <a:spLocks xmlns:a="http://schemas.openxmlformats.org/drawingml/2006/main" noGrp="1"/>
          </p:cNvSpPr>
          <p:nvPr/>
        </p:nvSpPr>
        <p:spPr>
          <a:xfrm xmlns:a="http://schemas.openxmlformats.org/drawingml/2006/main">
            <a:off x="752475" y="27717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80" name="collision-two-9-3">
            <a:extLst xmlns:a="http://schemas.openxmlformats.org/drawingml/2006/main">
              <a:ext uri="{FF2B5EF4-FFF2-40B4-BE49-F238E27FC236}">
                <a16:creationId xmlns:a16="http://schemas.microsoft.com/office/drawing/2014/main" id="{48DDD194-B52B-4D89-BA39-D6184DE9B209}"/>
              </a:ext>
            </a:extLst>
          </p:cNvPr>
          <p:cNvSpPr>
            <a:spLocks xmlns:a="http://schemas.openxmlformats.org/drawingml/2006/main" noGrp="1"/>
          </p:cNvSpPr>
          <p:nvPr/>
        </p:nvSpPr>
        <p:spPr>
          <a:xfrm xmlns:a="http://schemas.openxmlformats.org/drawingml/2006/main">
            <a:off x="866775" y="27717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81" name="collision-two-9-4">
            <a:extLst xmlns:a="http://schemas.openxmlformats.org/drawingml/2006/main">
              <a:ext uri="{FF2B5EF4-FFF2-40B4-BE49-F238E27FC236}">
                <a16:creationId xmlns:a16="http://schemas.microsoft.com/office/drawing/2014/main" id="{C4D135AB-8B02-43D2-B97D-31421B6F970F}"/>
              </a:ext>
            </a:extLst>
          </p:cNvPr>
          <p:cNvSpPr>
            <a:spLocks xmlns:a="http://schemas.openxmlformats.org/drawingml/2006/main" noGrp="1"/>
          </p:cNvSpPr>
          <p:nvPr/>
        </p:nvSpPr>
        <p:spPr>
          <a:xfrm xmlns:a="http://schemas.openxmlformats.org/drawingml/2006/main">
            <a:off x="981075" y="27717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82" name="collision-two-9-5">
            <a:extLst xmlns:a="http://schemas.openxmlformats.org/drawingml/2006/main">
              <a:ext uri="{FF2B5EF4-FFF2-40B4-BE49-F238E27FC236}">
                <a16:creationId xmlns:a16="http://schemas.microsoft.com/office/drawing/2014/main" id="{848BC352-C39E-4EE6-B86D-91D1D897A4A8}"/>
              </a:ext>
            </a:extLst>
          </p:cNvPr>
          <p:cNvSpPr>
            <a:spLocks xmlns:a="http://schemas.openxmlformats.org/drawingml/2006/main" noGrp="1"/>
          </p:cNvSpPr>
          <p:nvPr/>
        </p:nvSpPr>
        <p:spPr>
          <a:xfrm xmlns:a="http://schemas.openxmlformats.org/drawingml/2006/main">
            <a:off x="1095375" y="27717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83" name="collision-two-9-6">
            <a:extLst xmlns:a="http://schemas.openxmlformats.org/drawingml/2006/main">
              <a:ext uri="{FF2B5EF4-FFF2-40B4-BE49-F238E27FC236}">
                <a16:creationId xmlns:a16="http://schemas.microsoft.com/office/drawing/2014/main" id="{EDD7ED5F-4FEF-4140-8337-FBC8BFEAA05A}"/>
              </a:ext>
            </a:extLst>
          </p:cNvPr>
          <p:cNvSpPr>
            <a:spLocks xmlns:a="http://schemas.openxmlformats.org/drawingml/2006/main" noGrp="1"/>
          </p:cNvSpPr>
          <p:nvPr/>
        </p:nvSpPr>
        <p:spPr>
          <a:xfrm xmlns:a="http://schemas.openxmlformats.org/drawingml/2006/main">
            <a:off x="1209675" y="27717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84" name="collision-two-9-7">
            <a:extLst xmlns:a="http://schemas.openxmlformats.org/drawingml/2006/main">
              <a:ext uri="{FF2B5EF4-FFF2-40B4-BE49-F238E27FC236}">
                <a16:creationId xmlns:a16="http://schemas.microsoft.com/office/drawing/2014/main" id="{BCD38B4D-CC73-4CB2-8551-66F3639B9F07}"/>
              </a:ext>
            </a:extLst>
          </p:cNvPr>
          <p:cNvSpPr>
            <a:spLocks xmlns:a="http://schemas.openxmlformats.org/drawingml/2006/main" noGrp="1"/>
          </p:cNvSpPr>
          <p:nvPr/>
        </p:nvSpPr>
        <p:spPr>
          <a:xfrm xmlns:a="http://schemas.openxmlformats.org/drawingml/2006/main">
            <a:off x="1323975" y="27717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85" name="collision-two-9-8">
            <a:extLst xmlns:a="http://schemas.openxmlformats.org/drawingml/2006/main">
              <a:ext uri="{FF2B5EF4-FFF2-40B4-BE49-F238E27FC236}">
                <a16:creationId xmlns:a16="http://schemas.microsoft.com/office/drawing/2014/main" id="{9866530A-1500-4CB3-B880-7C5E17DFD73C}"/>
              </a:ext>
            </a:extLst>
          </p:cNvPr>
          <p:cNvSpPr>
            <a:spLocks xmlns:a="http://schemas.openxmlformats.org/drawingml/2006/main" noGrp="1"/>
          </p:cNvSpPr>
          <p:nvPr/>
        </p:nvSpPr>
        <p:spPr>
          <a:xfrm xmlns:a="http://schemas.openxmlformats.org/drawingml/2006/main">
            <a:off x="1438275" y="27717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86" name="collision-two-9-9">
            <a:extLst xmlns:a="http://schemas.openxmlformats.org/drawingml/2006/main">
              <a:ext uri="{FF2B5EF4-FFF2-40B4-BE49-F238E27FC236}">
                <a16:creationId xmlns:a16="http://schemas.microsoft.com/office/drawing/2014/main" id="{F63B1B5F-8F88-430B-B4D3-AB781BBDE562}"/>
              </a:ext>
            </a:extLst>
          </p:cNvPr>
          <p:cNvSpPr>
            <a:spLocks xmlns:a="http://schemas.openxmlformats.org/drawingml/2006/main" noGrp="1"/>
          </p:cNvSpPr>
          <p:nvPr/>
        </p:nvSpPr>
        <p:spPr>
          <a:xfrm xmlns:a="http://schemas.openxmlformats.org/drawingml/2006/main">
            <a:off x="1552575" y="27717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87" name="collision-five-0-0">
            <a:extLst xmlns:a="http://schemas.openxmlformats.org/drawingml/2006/main">
              <a:ext uri="{FF2B5EF4-FFF2-40B4-BE49-F238E27FC236}">
                <a16:creationId xmlns:a16="http://schemas.microsoft.com/office/drawing/2014/main" id="{BA88C1F1-8F1C-467C-BAD2-5052C743B06B}"/>
              </a:ext>
            </a:extLst>
          </p:cNvPr>
          <p:cNvSpPr>
            <a:spLocks xmlns:a="http://schemas.openxmlformats.org/drawingml/2006/main" noGrp="1"/>
          </p:cNvSpPr>
          <p:nvPr/>
        </p:nvSpPr>
        <p:spPr>
          <a:xfrm xmlns:a="http://schemas.openxmlformats.org/drawingml/2006/main">
            <a:off x="2047875" y="17430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88" name="collision-five-0-1">
            <a:extLst xmlns:a="http://schemas.openxmlformats.org/drawingml/2006/main">
              <a:ext uri="{FF2B5EF4-FFF2-40B4-BE49-F238E27FC236}">
                <a16:creationId xmlns:a16="http://schemas.microsoft.com/office/drawing/2014/main" id="{A4E97AEB-967B-498E-925D-AFFD853B8263}"/>
              </a:ext>
            </a:extLst>
          </p:cNvPr>
          <p:cNvSpPr>
            <a:spLocks xmlns:a="http://schemas.openxmlformats.org/drawingml/2006/main" noGrp="1"/>
          </p:cNvSpPr>
          <p:nvPr/>
        </p:nvSpPr>
        <p:spPr>
          <a:xfrm xmlns:a="http://schemas.openxmlformats.org/drawingml/2006/main">
            <a:off x="2162175" y="17430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89" name="collision-five-0-2">
            <a:extLst xmlns:a="http://schemas.openxmlformats.org/drawingml/2006/main">
              <a:ext uri="{FF2B5EF4-FFF2-40B4-BE49-F238E27FC236}">
                <a16:creationId xmlns:a16="http://schemas.microsoft.com/office/drawing/2014/main" id="{6347A0EB-C31D-4F2A-96B1-8D29EBB47A06}"/>
              </a:ext>
            </a:extLst>
          </p:cNvPr>
          <p:cNvSpPr>
            <a:spLocks xmlns:a="http://schemas.openxmlformats.org/drawingml/2006/main" noGrp="1"/>
          </p:cNvSpPr>
          <p:nvPr/>
        </p:nvSpPr>
        <p:spPr>
          <a:xfrm xmlns:a="http://schemas.openxmlformats.org/drawingml/2006/main">
            <a:off x="2276475" y="17430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90" name="collision-five-0-3">
            <a:extLst xmlns:a="http://schemas.openxmlformats.org/drawingml/2006/main">
              <a:ext uri="{FF2B5EF4-FFF2-40B4-BE49-F238E27FC236}">
                <a16:creationId xmlns:a16="http://schemas.microsoft.com/office/drawing/2014/main" id="{BB0AB58F-6CB3-470A-B550-113C0898FB96}"/>
              </a:ext>
            </a:extLst>
          </p:cNvPr>
          <p:cNvSpPr>
            <a:spLocks xmlns:a="http://schemas.openxmlformats.org/drawingml/2006/main" noGrp="1"/>
          </p:cNvSpPr>
          <p:nvPr/>
        </p:nvSpPr>
        <p:spPr>
          <a:xfrm xmlns:a="http://schemas.openxmlformats.org/drawingml/2006/main">
            <a:off x="2390775" y="17430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91" name="collision-five-0-4">
            <a:extLst xmlns:a="http://schemas.openxmlformats.org/drawingml/2006/main">
              <a:ext uri="{FF2B5EF4-FFF2-40B4-BE49-F238E27FC236}">
                <a16:creationId xmlns:a16="http://schemas.microsoft.com/office/drawing/2014/main" id="{5882D354-959D-40B9-82E9-EA3580CE215C}"/>
              </a:ext>
            </a:extLst>
          </p:cNvPr>
          <p:cNvSpPr>
            <a:spLocks xmlns:a="http://schemas.openxmlformats.org/drawingml/2006/main" noGrp="1"/>
          </p:cNvSpPr>
          <p:nvPr/>
        </p:nvSpPr>
        <p:spPr>
          <a:xfrm xmlns:a="http://schemas.openxmlformats.org/drawingml/2006/main">
            <a:off x="2505075" y="17430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92" name="collision-five-0-5">
            <a:extLst xmlns:a="http://schemas.openxmlformats.org/drawingml/2006/main">
              <a:ext uri="{FF2B5EF4-FFF2-40B4-BE49-F238E27FC236}">
                <a16:creationId xmlns:a16="http://schemas.microsoft.com/office/drawing/2014/main" id="{89861FFB-5902-4A13-AC76-02659D46CE62}"/>
              </a:ext>
            </a:extLst>
          </p:cNvPr>
          <p:cNvSpPr>
            <a:spLocks xmlns:a="http://schemas.openxmlformats.org/drawingml/2006/main" noGrp="1"/>
          </p:cNvSpPr>
          <p:nvPr/>
        </p:nvSpPr>
        <p:spPr>
          <a:xfrm xmlns:a="http://schemas.openxmlformats.org/drawingml/2006/main">
            <a:off x="2619375" y="17430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93" name="collision-five-0-6">
            <a:extLst xmlns:a="http://schemas.openxmlformats.org/drawingml/2006/main">
              <a:ext uri="{FF2B5EF4-FFF2-40B4-BE49-F238E27FC236}">
                <a16:creationId xmlns:a16="http://schemas.microsoft.com/office/drawing/2014/main" id="{AADA690B-5681-42EC-B3BE-67ABE91D901E}"/>
              </a:ext>
            </a:extLst>
          </p:cNvPr>
          <p:cNvSpPr>
            <a:spLocks xmlns:a="http://schemas.openxmlformats.org/drawingml/2006/main" noGrp="1"/>
          </p:cNvSpPr>
          <p:nvPr/>
        </p:nvSpPr>
        <p:spPr>
          <a:xfrm xmlns:a="http://schemas.openxmlformats.org/drawingml/2006/main">
            <a:off x="2733675" y="17430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94" name="collision-five-0-7">
            <a:extLst xmlns:a="http://schemas.openxmlformats.org/drawingml/2006/main">
              <a:ext uri="{FF2B5EF4-FFF2-40B4-BE49-F238E27FC236}">
                <a16:creationId xmlns:a16="http://schemas.microsoft.com/office/drawing/2014/main" id="{0C6A2EC9-2A6C-4430-A435-71720EDFA9E2}"/>
              </a:ext>
            </a:extLst>
          </p:cNvPr>
          <p:cNvSpPr>
            <a:spLocks xmlns:a="http://schemas.openxmlformats.org/drawingml/2006/main" noGrp="1"/>
          </p:cNvSpPr>
          <p:nvPr/>
        </p:nvSpPr>
        <p:spPr>
          <a:xfrm xmlns:a="http://schemas.openxmlformats.org/drawingml/2006/main">
            <a:off x="2847975" y="17430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95" name="collision-five-0-8">
            <a:extLst xmlns:a="http://schemas.openxmlformats.org/drawingml/2006/main">
              <a:ext uri="{FF2B5EF4-FFF2-40B4-BE49-F238E27FC236}">
                <a16:creationId xmlns:a16="http://schemas.microsoft.com/office/drawing/2014/main" id="{F21FFD91-5D8F-4D99-B199-EC20EA2EDB0D}"/>
              </a:ext>
            </a:extLst>
          </p:cNvPr>
          <p:cNvSpPr>
            <a:spLocks xmlns:a="http://schemas.openxmlformats.org/drawingml/2006/main" noGrp="1"/>
          </p:cNvSpPr>
          <p:nvPr/>
        </p:nvSpPr>
        <p:spPr>
          <a:xfrm xmlns:a="http://schemas.openxmlformats.org/drawingml/2006/main">
            <a:off x="2962275" y="17430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96" name="collision-five-0-9">
            <a:extLst xmlns:a="http://schemas.openxmlformats.org/drawingml/2006/main">
              <a:ext uri="{FF2B5EF4-FFF2-40B4-BE49-F238E27FC236}">
                <a16:creationId xmlns:a16="http://schemas.microsoft.com/office/drawing/2014/main" id="{33422D9D-555D-42F8-BA67-E86EFAE9D922}"/>
              </a:ext>
            </a:extLst>
          </p:cNvPr>
          <p:cNvSpPr>
            <a:spLocks xmlns:a="http://schemas.openxmlformats.org/drawingml/2006/main" noGrp="1"/>
          </p:cNvSpPr>
          <p:nvPr/>
        </p:nvSpPr>
        <p:spPr>
          <a:xfrm xmlns:a="http://schemas.openxmlformats.org/drawingml/2006/main">
            <a:off x="3076575" y="17430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97" name="collision-five-1-0">
            <a:extLst xmlns:a="http://schemas.openxmlformats.org/drawingml/2006/main">
              <a:ext uri="{FF2B5EF4-FFF2-40B4-BE49-F238E27FC236}">
                <a16:creationId xmlns:a16="http://schemas.microsoft.com/office/drawing/2014/main" id="{AA38A700-34C1-40DD-B3CD-2358CA38EA3B}"/>
              </a:ext>
            </a:extLst>
          </p:cNvPr>
          <p:cNvSpPr>
            <a:spLocks xmlns:a="http://schemas.openxmlformats.org/drawingml/2006/main" noGrp="1"/>
          </p:cNvSpPr>
          <p:nvPr/>
        </p:nvSpPr>
        <p:spPr>
          <a:xfrm xmlns:a="http://schemas.openxmlformats.org/drawingml/2006/main">
            <a:off x="2047875" y="18573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198" name="collision-five-1-1">
            <a:extLst xmlns:a="http://schemas.openxmlformats.org/drawingml/2006/main">
              <a:ext uri="{FF2B5EF4-FFF2-40B4-BE49-F238E27FC236}">
                <a16:creationId xmlns:a16="http://schemas.microsoft.com/office/drawing/2014/main" id="{65DD5CCA-B54A-4B57-975B-2EB14F85A606}"/>
              </a:ext>
            </a:extLst>
          </p:cNvPr>
          <p:cNvSpPr>
            <a:spLocks xmlns:a="http://schemas.openxmlformats.org/drawingml/2006/main" noGrp="1"/>
          </p:cNvSpPr>
          <p:nvPr/>
        </p:nvSpPr>
        <p:spPr>
          <a:xfrm xmlns:a="http://schemas.openxmlformats.org/drawingml/2006/main">
            <a:off x="2162175" y="18573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199" name="collision-five-1-2">
            <a:extLst xmlns:a="http://schemas.openxmlformats.org/drawingml/2006/main">
              <a:ext uri="{FF2B5EF4-FFF2-40B4-BE49-F238E27FC236}">
                <a16:creationId xmlns:a16="http://schemas.microsoft.com/office/drawing/2014/main" id="{A0944559-4A17-4A07-AC6F-1B160B5998EE}"/>
              </a:ext>
            </a:extLst>
          </p:cNvPr>
          <p:cNvSpPr>
            <a:spLocks xmlns:a="http://schemas.openxmlformats.org/drawingml/2006/main" noGrp="1"/>
          </p:cNvSpPr>
          <p:nvPr/>
        </p:nvSpPr>
        <p:spPr>
          <a:xfrm xmlns:a="http://schemas.openxmlformats.org/drawingml/2006/main">
            <a:off x="2276475" y="18573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00" name="collision-five-1-3">
            <a:extLst xmlns:a="http://schemas.openxmlformats.org/drawingml/2006/main">
              <a:ext uri="{FF2B5EF4-FFF2-40B4-BE49-F238E27FC236}">
                <a16:creationId xmlns:a16="http://schemas.microsoft.com/office/drawing/2014/main" id="{546FDDA7-BD6E-462D-814D-D0D4D77956E5}"/>
              </a:ext>
            </a:extLst>
          </p:cNvPr>
          <p:cNvSpPr>
            <a:spLocks xmlns:a="http://schemas.openxmlformats.org/drawingml/2006/main" noGrp="1"/>
          </p:cNvSpPr>
          <p:nvPr/>
        </p:nvSpPr>
        <p:spPr>
          <a:xfrm xmlns:a="http://schemas.openxmlformats.org/drawingml/2006/main">
            <a:off x="2390775" y="18573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01" name="collision-five-1-4">
            <a:extLst xmlns:a="http://schemas.openxmlformats.org/drawingml/2006/main">
              <a:ext uri="{FF2B5EF4-FFF2-40B4-BE49-F238E27FC236}">
                <a16:creationId xmlns:a16="http://schemas.microsoft.com/office/drawing/2014/main" id="{7B4E2070-4903-4A61-909E-6BEECB329F95}"/>
              </a:ext>
            </a:extLst>
          </p:cNvPr>
          <p:cNvSpPr>
            <a:spLocks xmlns:a="http://schemas.openxmlformats.org/drawingml/2006/main" noGrp="1"/>
          </p:cNvSpPr>
          <p:nvPr/>
        </p:nvSpPr>
        <p:spPr>
          <a:xfrm xmlns:a="http://schemas.openxmlformats.org/drawingml/2006/main">
            <a:off x="2505075" y="18573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02" name="collision-five-1-5">
            <a:extLst xmlns:a="http://schemas.openxmlformats.org/drawingml/2006/main">
              <a:ext uri="{FF2B5EF4-FFF2-40B4-BE49-F238E27FC236}">
                <a16:creationId xmlns:a16="http://schemas.microsoft.com/office/drawing/2014/main" id="{5DD088CE-6B91-4879-9609-8B6E733CED28}"/>
              </a:ext>
            </a:extLst>
          </p:cNvPr>
          <p:cNvSpPr>
            <a:spLocks xmlns:a="http://schemas.openxmlformats.org/drawingml/2006/main" noGrp="1"/>
          </p:cNvSpPr>
          <p:nvPr/>
        </p:nvSpPr>
        <p:spPr>
          <a:xfrm xmlns:a="http://schemas.openxmlformats.org/drawingml/2006/main">
            <a:off x="2619375" y="18573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03" name="collision-five-1-6">
            <a:extLst xmlns:a="http://schemas.openxmlformats.org/drawingml/2006/main">
              <a:ext uri="{FF2B5EF4-FFF2-40B4-BE49-F238E27FC236}">
                <a16:creationId xmlns:a16="http://schemas.microsoft.com/office/drawing/2014/main" id="{4AED3327-DEE6-41F7-8A63-B4263277F76C}"/>
              </a:ext>
            </a:extLst>
          </p:cNvPr>
          <p:cNvSpPr>
            <a:spLocks xmlns:a="http://schemas.openxmlformats.org/drawingml/2006/main" noGrp="1"/>
          </p:cNvSpPr>
          <p:nvPr/>
        </p:nvSpPr>
        <p:spPr>
          <a:xfrm xmlns:a="http://schemas.openxmlformats.org/drawingml/2006/main">
            <a:off x="2733675" y="18573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04" name="collision-five-1-7">
            <a:extLst xmlns:a="http://schemas.openxmlformats.org/drawingml/2006/main">
              <a:ext uri="{FF2B5EF4-FFF2-40B4-BE49-F238E27FC236}">
                <a16:creationId xmlns:a16="http://schemas.microsoft.com/office/drawing/2014/main" id="{032B6EF6-5643-4360-9FA3-8ED1D9C41E76}"/>
              </a:ext>
            </a:extLst>
          </p:cNvPr>
          <p:cNvSpPr>
            <a:spLocks xmlns:a="http://schemas.openxmlformats.org/drawingml/2006/main" noGrp="1"/>
          </p:cNvSpPr>
          <p:nvPr/>
        </p:nvSpPr>
        <p:spPr>
          <a:xfrm xmlns:a="http://schemas.openxmlformats.org/drawingml/2006/main">
            <a:off x="2847975" y="18573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05" name="collision-five-1-8">
            <a:extLst xmlns:a="http://schemas.openxmlformats.org/drawingml/2006/main">
              <a:ext uri="{FF2B5EF4-FFF2-40B4-BE49-F238E27FC236}">
                <a16:creationId xmlns:a16="http://schemas.microsoft.com/office/drawing/2014/main" id="{9DFB25D1-EF6A-4589-838C-EB29A0C6F4ED}"/>
              </a:ext>
            </a:extLst>
          </p:cNvPr>
          <p:cNvSpPr>
            <a:spLocks xmlns:a="http://schemas.openxmlformats.org/drawingml/2006/main" noGrp="1"/>
          </p:cNvSpPr>
          <p:nvPr/>
        </p:nvSpPr>
        <p:spPr>
          <a:xfrm xmlns:a="http://schemas.openxmlformats.org/drawingml/2006/main">
            <a:off x="2962275" y="18573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06" name="collision-five-1-9">
            <a:extLst xmlns:a="http://schemas.openxmlformats.org/drawingml/2006/main">
              <a:ext uri="{FF2B5EF4-FFF2-40B4-BE49-F238E27FC236}">
                <a16:creationId xmlns:a16="http://schemas.microsoft.com/office/drawing/2014/main" id="{EC2EF9F6-43EF-41B7-BA38-1D1182E15E96}"/>
              </a:ext>
            </a:extLst>
          </p:cNvPr>
          <p:cNvSpPr>
            <a:spLocks xmlns:a="http://schemas.openxmlformats.org/drawingml/2006/main" noGrp="1"/>
          </p:cNvSpPr>
          <p:nvPr/>
        </p:nvSpPr>
        <p:spPr>
          <a:xfrm xmlns:a="http://schemas.openxmlformats.org/drawingml/2006/main">
            <a:off x="3076575" y="18573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07" name="collision-five-2-0">
            <a:extLst xmlns:a="http://schemas.openxmlformats.org/drawingml/2006/main">
              <a:ext uri="{FF2B5EF4-FFF2-40B4-BE49-F238E27FC236}">
                <a16:creationId xmlns:a16="http://schemas.microsoft.com/office/drawing/2014/main" id="{6FEF9FCF-8409-4AF7-85EC-79C628917EE2}"/>
              </a:ext>
            </a:extLst>
          </p:cNvPr>
          <p:cNvSpPr>
            <a:spLocks xmlns:a="http://schemas.openxmlformats.org/drawingml/2006/main" noGrp="1"/>
          </p:cNvSpPr>
          <p:nvPr/>
        </p:nvSpPr>
        <p:spPr>
          <a:xfrm xmlns:a="http://schemas.openxmlformats.org/drawingml/2006/main">
            <a:off x="2047875" y="19716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08" name="collision-five-2-1">
            <a:extLst xmlns:a="http://schemas.openxmlformats.org/drawingml/2006/main">
              <a:ext uri="{FF2B5EF4-FFF2-40B4-BE49-F238E27FC236}">
                <a16:creationId xmlns:a16="http://schemas.microsoft.com/office/drawing/2014/main" id="{A2D88229-7C87-423A-AF63-4738F0D8F8C5}"/>
              </a:ext>
            </a:extLst>
          </p:cNvPr>
          <p:cNvSpPr>
            <a:spLocks xmlns:a="http://schemas.openxmlformats.org/drawingml/2006/main" noGrp="1"/>
          </p:cNvSpPr>
          <p:nvPr/>
        </p:nvSpPr>
        <p:spPr>
          <a:xfrm xmlns:a="http://schemas.openxmlformats.org/drawingml/2006/main">
            <a:off x="2162175" y="19716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09" name="collision-five-2-2">
            <a:extLst xmlns:a="http://schemas.openxmlformats.org/drawingml/2006/main">
              <a:ext uri="{FF2B5EF4-FFF2-40B4-BE49-F238E27FC236}">
                <a16:creationId xmlns:a16="http://schemas.microsoft.com/office/drawing/2014/main" id="{48722B0F-2A90-4963-9783-B03E7941413B}"/>
              </a:ext>
            </a:extLst>
          </p:cNvPr>
          <p:cNvSpPr>
            <a:spLocks xmlns:a="http://schemas.openxmlformats.org/drawingml/2006/main" noGrp="1"/>
          </p:cNvSpPr>
          <p:nvPr/>
        </p:nvSpPr>
        <p:spPr>
          <a:xfrm xmlns:a="http://schemas.openxmlformats.org/drawingml/2006/main">
            <a:off x="2276475" y="19716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10" name="collision-five-2-3">
            <a:extLst xmlns:a="http://schemas.openxmlformats.org/drawingml/2006/main">
              <a:ext uri="{FF2B5EF4-FFF2-40B4-BE49-F238E27FC236}">
                <a16:creationId xmlns:a16="http://schemas.microsoft.com/office/drawing/2014/main" id="{9AC7CD61-3F75-442B-80AC-6491163C1577}"/>
              </a:ext>
            </a:extLst>
          </p:cNvPr>
          <p:cNvSpPr>
            <a:spLocks xmlns:a="http://schemas.openxmlformats.org/drawingml/2006/main" noGrp="1"/>
          </p:cNvSpPr>
          <p:nvPr/>
        </p:nvSpPr>
        <p:spPr>
          <a:xfrm xmlns:a="http://schemas.openxmlformats.org/drawingml/2006/main">
            <a:off x="2390775" y="19716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11" name="collision-five-2-4">
            <a:extLst xmlns:a="http://schemas.openxmlformats.org/drawingml/2006/main">
              <a:ext uri="{FF2B5EF4-FFF2-40B4-BE49-F238E27FC236}">
                <a16:creationId xmlns:a16="http://schemas.microsoft.com/office/drawing/2014/main" id="{A6A72626-F078-4A5E-AA33-7A86020DC13F}"/>
              </a:ext>
            </a:extLst>
          </p:cNvPr>
          <p:cNvSpPr>
            <a:spLocks xmlns:a="http://schemas.openxmlformats.org/drawingml/2006/main" noGrp="1"/>
          </p:cNvSpPr>
          <p:nvPr/>
        </p:nvSpPr>
        <p:spPr>
          <a:xfrm xmlns:a="http://schemas.openxmlformats.org/drawingml/2006/main">
            <a:off x="2505075" y="19716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12" name="collision-five-2-5">
            <a:extLst xmlns:a="http://schemas.openxmlformats.org/drawingml/2006/main">
              <a:ext uri="{FF2B5EF4-FFF2-40B4-BE49-F238E27FC236}">
                <a16:creationId xmlns:a16="http://schemas.microsoft.com/office/drawing/2014/main" id="{A88EC3F0-FC75-417A-A846-316C8A1A201C}"/>
              </a:ext>
            </a:extLst>
          </p:cNvPr>
          <p:cNvSpPr>
            <a:spLocks xmlns:a="http://schemas.openxmlformats.org/drawingml/2006/main" noGrp="1"/>
          </p:cNvSpPr>
          <p:nvPr/>
        </p:nvSpPr>
        <p:spPr>
          <a:xfrm xmlns:a="http://schemas.openxmlformats.org/drawingml/2006/main">
            <a:off x="2619375" y="19716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13" name="collision-five-2-6">
            <a:extLst xmlns:a="http://schemas.openxmlformats.org/drawingml/2006/main">
              <a:ext uri="{FF2B5EF4-FFF2-40B4-BE49-F238E27FC236}">
                <a16:creationId xmlns:a16="http://schemas.microsoft.com/office/drawing/2014/main" id="{9FA1DC2A-7225-46F7-8DEC-3F8CEF7013D2}"/>
              </a:ext>
            </a:extLst>
          </p:cNvPr>
          <p:cNvSpPr>
            <a:spLocks xmlns:a="http://schemas.openxmlformats.org/drawingml/2006/main" noGrp="1"/>
          </p:cNvSpPr>
          <p:nvPr/>
        </p:nvSpPr>
        <p:spPr>
          <a:xfrm xmlns:a="http://schemas.openxmlformats.org/drawingml/2006/main">
            <a:off x="2733675" y="19716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14" name="collision-five-2-7">
            <a:extLst xmlns:a="http://schemas.openxmlformats.org/drawingml/2006/main">
              <a:ext uri="{FF2B5EF4-FFF2-40B4-BE49-F238E27FC236}">
                <a16:creationId xmlns:a16="http://schemas.microsoft.com/office/drawing/2014/main" id="{ED1586FD-1613-4A06-B6C2-F87392034CF9}"/>
              </a:ext>
            </a:extLst>
          </p:cNvPr>
          <p:cNvSpPr>
            <a:spLocks xmlns:a="http://schemas.openxmlformats.org/drawingml/2006/main" noGrp="1"/>
          </p:cNvSpPr>
          <p:nvPr/>
        </p:nvSpPr>
        <p:spPr>
          <a:xfrm xmlns:a="http://schemas.openxmlformats.org/drawingml/2006/main">
            <a:off x="2847975" y="19716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15" name="collision-five-2-8">
            <a:extLst xmlns:a="http://schemas.openxmlformats.org/drawingml/2006/main">
              <a:ext uri="{FF2B5EF4-FFF2-40B4-BE49-F238E27FC236}">
                <a16:creationId xmlns:a16="http://schemas.microsoft.com/office/drawing/2014/main" id="{58BA86BF-B657-497A-A809-C768C34BECD6}"/>
              </a:ext>
            </a:extLst>
          </p:cNvPr>
          <p:cNvSpPr>
            <a:spLocks xmlns:a="http://schemas.openxmlformats.org/drawingml/2006/main" noGrp="1"/>
          </p:cNvSpPr>
          <p:nvPr/>
        </p:nvSpPr>
        <p:spPr>
          <a:xfrm xmlns:a="http://schemas.openxmlformats.org/drawingml/2006/main">
            <a:off x="2962275" y="19716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16" name="collision-five-2-9">
            <a:extLst xmlns:a="http://schemas.openxmlformats.org/drawingml/2006/main">
              <a:ext uri="{FF2B5EF4-FFF2-40B4-BE49-F238E27FC236}">
                <a16:creationId xmlns:a16="http://schemas.microsoft.com/office/drawing/2014/main" id="{A5FCCBB5-1149-46D1-A50F-16528F328A37}"/>
              </a:ext>
            </a:extLst>
          </p:cNvPr>
          <p:cNvSpPr>
            <a:spLocks xmlns:a="http://schemas.openxmlformats.org/drawingml/2006/main" noGrp="1"/>
          </p:cNvSpPr>
          <p:nvPr/>
        </p:nvSpPr>
        <p:spPr>
          <a:xfrm xmlns:a="http://schemas.openxmlformats.org/drawingml/2006/main">
            <a:off x="3076575" y="19716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17" name="collision-five-3-0">
            <a:extLst xmlns:a="http://schemas.openxmlformats.org/drawingml/2006/main">
              <a:ext uri="{FF2B5EF4-FFF2-40B4-BE49-F238E27FC236}">
                <a16:creationId xmlns:a16="http://schemas.microsoft.com/office/drawing/2014/main" id="{6F53FF23-A831-4386-9048-712EBB42482A}"/>
              </a:ext>
            </a:extLst>
          </p:cNvPr>
          <p:cNvSpPr>
            <a:spLocks xmlns:a="http://schemas.openxmlformats.org/drawingml/2006/main" noGrp="1"/>
          </p:cNvSpPr>
          <p:nvPr/>
        </p:nvSpPr>
        <p:spPr>
          <a:xfrm xmlns:a="http://schemas.openxmlformats.org/drawingml/2006/main">
            <a:off x="2047875" y="20859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18" name="collision-five-3-1">
            <a:extLst xmlns:a="http://schemas.openxmlformats.org/drawingml/2006/main">
              <a:ext uri="{FF2B5EF4-FFF2-40B4-BE49-F238E27FC236}">
                <a16:creationId xmlns:a16="http://schemas.microsoft.com/office/drawing/2014/main" id="{88E05C59-256D-4488-A82E-02EB2AB21B85}"/>
              </a:ext>
            </a:extLst>
          </p:cNvPr>
          <p:cNvSpPr>
            <a:spLocks xmlns:a="http://schemas.openxmlformats.org/drawingml/2006/main" noGrp="1"/>
          </p:cNvSpPr>
          <p:nvPr/>
        </p:nvSpPr>
        <p:spPr>
          <a:xfrm xmlns:a="http://schemas.openxmlformats.org/drawingml/2006/main">
            <a:off x="2162175" y="20859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19" name="collision-five-3-2">
            <a:extLst xmlns:a="http://schemas.openxmlformats.org/drawingml/2006/main">
              <a:ext uri="{FF2B5EF4-FFF2-40B4-BE49-F238E27FC236}">
                <a16:creationId xmlns:a16="http://schemas.microsoft.com/office/drawing/2014/main" id="{5F90D566-3134-4F3C-9869-8B9E0B482390}"/>
              </a:ext>
            </a:extLst>
          </p:cNvPr>
          <p:cNvSpPr>
            <a:spLocks xmlns:a="http://schemas.openxmlformats.org/drawingml/2006/main" noGrp="1"/>
          </p:cNvSpPr>
          <p:nvPr/>
        </p:nvSpPr>
        <p:spPr>
          <a:xfrm xmlns:a="http://schemas.openxmlformats.org/drawingml/2006/main">
            <a:off x="2276475" y="20859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20" name="collision-five-3-3">
            <a:extLst xmlns:a="http://schemas.openxmlformats.org/drawingml/2006/main">
              <a:ext uri="{FF2B5EF4-FFF2-40B4-BE49-F238E27FC236}">
                <a16:creationId xmlns:a16="http://schemas.microsoft.com/office/drawing/2014/main" id="{E3A7B104-6615-4BC8-8D1D-D0787B59701D}"/>
              </a:ext>
            </a:extLst>
          </p:cNvPr>
          <p:cNvSpPr>
            <a:spLocks xmlns:a="http://schemas.openxmlformats.org/drawingml/2006/main" noGrp="1"/>
          </p:cNvSpPr>
          <p:nvPr/>
        </p:nvSpPr>
        <p:spPr>
          <a:xfrm xmlns:a="http://schemas.openxmlformats.org/drawingml/2006/main">
            <a:off x="2390775" y="20859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21" name="collision-five-3-4">
            <a:extLst xmlns:a="http://schemas.openxmlformats.org/drawingml/2006/main">
              <a:ext uri="{FF2B5EF4-FFF2-40B4-BE49-F238E27FC236}">
                <a16:creationId xmlns:a16="http://schemas.microsoft.com/office/drawing/2014/main" id="{22B20171-7CE3-409F-9AF3-6362633F2D58}"/>
              </a:ext>
            </a:extLst>
          </p:cNvPr>
          <p:cNvSpPr>
            <a:spLocks xmlns:a="http://schemas.openxmlformats.org/drawingml/2006/main" noGrp="1"/>
          </p:cNvSpPr>
          <p:nvPr/>
        </p:nvSpPr>
        <p:spPr>
          <a:xfrm xmlns:a="http://schemas.openxmlformats.org/drawingml/2006/main">
            <a:off x="2505075" y="20859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22" name="collision-five-3-5">
            <a:extLst xmlns:a="http://schemas.openxmlformats.org/drawingml/2006/main">
              <a:ext uri="{FF2B5EF4-FFF2-40B4-BE49-F238E27FC236}">
                <a16:creationId xmlns:a16="http://schemas.microsoft.com/office/drawing/2014/main" id="{EC4F399D-19DD-469A-B434-9EBA2399F8AF}"/>
              </a:ext>
            </a:extLst>
          </p:cNvPr>
          <p:cNvSpPr>
            <a:spLocks xmlns:a="http://schemas.openxmlformats.org/drawingml/2006/main" noGrp="1"/>
          </p:cNvSpPr>
          <p:nvPr/>
        </p:nvSpPr>
        <p:spPr>
          <a:xfrm xmlns:a="http://schemas.openxmlformats.org/drawingml/2006/main">
            <a:off x="2619375" y="20859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23" name="collision-five-3-6">
            <a:extLst xmlns:a="http://schemas.openxmlformats.org/drawingml/2006/main">
              <a:ext uri="{FF2B5EF4-FFF2-40B4-BE49-F238E27FC236}">
                <a16:creationId xmlns:a16="http://schemas.microsoft.com/office/drawing/2014/main" id="{234AA513-8B84-4EB3-AE56-08BEF319D3B1}"/>
              </a:ext>
            </a:extLst>
          </p:cNvPr>
          <p:cNvSpPr>
            <a:spLocks xmlns:a="http://schemas.openxmlformats.org/drawingml/2006/main" noGrp="1"/>
          </p:cNvSpPr>
          <p:nvPr/>
        </p:nvSpPr>
        <p:spPr>
          <a:xfrm xmlns:a="http://schemas.openxmlformats.org/drawingml/2006/main">
            <a:off x="2733675" y="20859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24" name="collision-five-3-7">
            <a:extLst xmlns:a="http://schemas.openxmlformats.org/drawingml/2006/main">
              <a:ext uri="{FF2B5EF4-FFF2-40B4-BE49-F238E27FC236}">
                <a16:creationId xmlns:a16="http://schemas.microsoft.com/office/drawing/2014/main" id="{E074C433-BA64-4983-98CC-D97C76CD37EF}"/>
              </a:ext>
            </a:extLst>
          </p:cNvPr>
          <p:cNvSpPr>
            <a:spLocks xmlns:a="http://schemas.openxmlformats.org/drawingml/2006/main" noGrp="1"/>
          </p:cNvSpPr>
          <p:nvPr/>
        </p:nvSpPr>
        <p:spPr>
          <a:xfrm xmlns:a="http://schemas.openxmlformats.org/drawingml/2006/main">
            <a:off x="2847975" y="20859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25" name="collision-five-3-8">
            <a:extLst xmlns:a="http://schemas.openxmlformats.org/drawingml/2006/main">
              <a:ext uri="{FF2B5EF4-FFF2-40B4-BE49-F238E27FC236}">
                <a16:creationId xmlns:a16="http://schemas.microsoft.com/office/drawing/2014/main" id="{6A235397-773B-4DE0-9AFE-B171D0229CC7}"/>
              </a:ext>
            </a:extLst>
          </p:cNvPr>
          <p:cNvSpPr>
            <a:spLocks xmlns:a="http://schemas.openxmlformats.org/drawingml/2006/main" noGrp="1"/>
          </p:cNvSpPr>
          <p:nvPr/>
        </p:nvSpPr>
        <p:spPr>
          <a:xfrm xmlns:a="http://schemas.openxmlformats.org/drawingml/2006/main">
            <a:off x="2962275" y="20859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26" name="collision-five-3-9">
            <a:extLst xmlns:a="http://schemas.openxmlformats.org/drawingml/2006/main">
              <a:ext uri="{FF2B5EF4-FFF2-40B4-BE49-F238E27FC236}">
                <a16:creationId xmlns:a16="http://schemas.microsoft.com/office/drawing/2014/main" id="{35B16D90-E5B5-443D-81E9-EDD70E7C2979}"/>
              </a:ext>
            </a:extLst>
          </p:cNvPr>
          <p:cNvSpPr>
            <a:spLocks xmlns:a="http://schemas.openxmlformats.org/drawingml/2006/main" noGrp="1"/>
          </p:cNvSpPr>
          <p:nvPr/>
        </p:nvSpPr>
        <p:spPr>
          <a:xfrm xmlns:a="http://schemas.openxmlformats.org/drawingml/2006/main">
            <a:off x="3076575" y="20859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27" name="collision-five-4-0">
            <a:extLst xmlns:a="http://schemas.openxmlformats.org/drawingml/2006/main">
              <a:ext uri="{FF2B5EF4-FFF2-40B4-BE49-F238E27FC236}">
                <a16:creationId xmlns:a16="http://schemas.microsoft.com/office/drawing/2014/main" id="{FE362A70-47BC-4B66-A011-7ABCAAD55704}"/>
              </a:ext>
            </a:extLst>
          </p:cNvPr>
          <p:cNvSpPr>
            <a:spLocks xmlns:a="http://schemas.openxmlformats.org/drawingml/2006/main" noGrp="1"/>
          </p:cNvSpPr>
          <p:nvPr/>
        </p:nvSpPr>
        <p:spPr>
          <a:xfrm xmlns:a="http://schemas.openxmlformats.org/drawingml/2006/main">
            <a:off x="2047875" y="22002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28" name="collision-five-4-1">
            <a:extLst xmlns:a="http://schemas.openxmlformats.org/drawingml/2006/main">
              <a:ext uri="{FF2B5EF4-FFF2-40B4-BE49-F238E27FC236}">
                <a16:creationId xmlns:a16="http://schemas.microsoft.com/office/drawing/2014/main" id="{84DD1688-F081-4780-8B49-B5ED1128F352}"/>
              </a:ext>
            </a:extLst>
          </p:cNvPr>
          <p:cNvSpPr>
            <a:spLocks xmlns:a="http://schemas.openxmlformats.org/drawingml/2006/main" noGrp="1"/>
          </p:cNvSpPr>
          <p:nvPr/>
        </p:nvSpPr>
        <p:spPr>
          <a:xfrm xmlns:a="http://schemas.openxmlformats.org/drawingml/2006/main">
            <a:off x="2162175" y="22002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29" name="collision-five-4-2">
            <a:extLst xmlns:a="http://schemas.openxmlformats.org/drawingml/2006/main">
              <a:ext uri="{FF2B5EF4-FFF2-40B4-BE49-F238E27FC236}">
                <a16:creationId xmlns:a16="http://schemas.microsoft.com/office/drawing/2014/main" id="{3F7E4B53-F120-46B2-BB96-C576189AAD32}"/>
              </a:ext>
            </a:extLst>
          </p:cNvPr>
          <p:cNvSpPr>
            <a:spLocks xmlns:a="http://schemas.openxmlformats.org/drawingml/2006/main" noGrp="1"/>
          </p:cNvSpPr>
          <p:nvPr/>
        </p:nvSpPr>
        <p:spPr>
          <a:xfrm xmlns:a="http://schemas.openxmlformats.org/drawingml/2006/main">
            <a:off x="2276475" y="22002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30" name="collision-five-4-3">
            <a:extLst xmlns:a="http://schemas.openxmlformats.org/drawingml/2006/main">
              <a:ext uri="{FF2B5EF4-FFF2-40B4-BE49-F238E27FC236}">
                <a16:creationId xmlns:a16="http://schemas.microsoft.com/office/drawing/2014/main" id="{0A55569E-3185-42B0-ABAC-62A1B8D1E46D}"/>
              </a:ext>
            </a:extLst>
          </p:cNvPr>
          <p:cNvSpPr>
            <a:spLocks xmlns:a="http://schemas.openxmlformats.org/drawingml/2006/main" noGrp="1"/>
          </p:cNvSpPr>
          <p:nvPr/>
        </p:nvSpPr>
        <p:spPr>
          <a:xfrm xmlns:a="http://schemas.openxmlformats.org/drawingml/2006/main">
            <a:off x="2390775" y="22002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31" name="collision-five-4-4">
            <a:extLst xmlns:a="http://schemas.openxmlformats.org/drawingml/2006/main">
              <a:ext uri="{FF2B5EF4-FFF2-40B4-BE49-F238E27FC236}">
                <a16:creationId xmlns:a16="http://schemas.microsoft.com/office/drawing/2014/main" id="{1B922A4B-6244-4360-A0AF-E6BCF85CA906}"/>
              </a:ext>
            </a:extLst>
          </p:cNvPr>
          <p:cNvSpPr>
            <a:spLocks xmlns:a="http://schemas.openxmlformats.org/drawingml/2006/main" noGrp="1"/>
          </p:cNvSpPr>
          <p:nvPr/>
        </p:nvSpPr>
        <p:spPr>
          <a:xfrm xmlns:a="http://schemas.openxmlformats.org/drawingml/2006/main">
            <a:off x="2505075" y="22002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32" name="collision-five-4-5">
            <a:extLst xmlns:a="http://schemas.openxmlformats.org/drawingml/2006/main">
              <a:ext uri="{FF2B5EF4-FFF2-40B4-BE49-F238E27FC236}">
                <a16:creationId xmlns:a16="http://schemas.microsoft.com/office/drawing/2014/main" id="{FC9AE815-CBB5-4809-974C-E252538E51E6}"/>
              </a:ext>
            </a:extLst>
          </p:cNvPr>
          <p:cNvSpPr>
            <a:spLocks xmlns:a="http://schemas.openxmlformats.org/drawingml/2006/main" noGrp="1"/>
          </p:cNvSpPr>
          <p:nvPr/>
        </p:nvSpPr>
        <p:spPr>
          <a:xfrm xmlns:a="http://schemas.openxmlformats.org/drawingml/2006/main">
            <a:off x="2619375" y="22002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33" name="collision-five-4-6">
            <a:extLst xmlns:a="http://schemas.openxmlformats.org/drawingml/2006/main">
              <a:ext uri="{FF2B5EF4-FFF2-40B4-BE49-F238E27FC236}">
                <a16:creationId xmlns:a16="http://schemas.microsoft.com/office/drawing/2014/main" id="{3DD7DB67-C5AF-4BF6-822C-492B5AB412AC}"/>
              </a:ext>
            </a:extLst>
          </p:cNvPr>
          <p:cNvSpPr>
            <a:spLocks xmlns:a="http://schemas.openxmlformats.org/drawingml/2006/main" noGrp="1"/>
          </p:cNvSpPr>
          <p:nvPr/>
        </p:nvSpPr>
        <p:spPr>
          <a:xfrm xmlns:a="http://schemas.openxmlformats.org/drawingml/2006/main">
            <a:off x="2733675" y="22002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34" name="collision-five-4-7">
            <a:extLst xmlns:a="http://schemas.openxmlformats.org/drawingml/2006/main">
              <a:ext uri="{FF2B5EF4-FFF2-40B4-BE49-F238E27FC236}">
                <a16:creationId xmlns:a16="http://schemas.microsoft.com/office/drawing/2014/main" id="{433C3C01-0D1C-49C9-8AF1-F24670800B0D}"/>
              </a:ext>
            </a:extLst>
          </p:cNvPr>
          <p:cNvSpPr>
            <a:spLocks xmlns:a="http://schemas.openxmlformats.org/drawingml/2006/main" noGrp="1"/>
          </p:cNvSpPr>
          <p:nvPr/>
        </p:nvSpPr>
        <p:spPr>
          <a:xfrm xmlns:a="http://schemas.openxmlformats.org/drawingml/2006/main">
            <a:off x="2847975" y="22002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35" name="collision-five-4-8">
            <a:extLst xmlns:a="http://schemas.openxmlformats.org/drawingml/2006/main">
              <a:ext uri="{FF2B5EF4-FFF2-40B4-BE49-F238E27FC236}">
                <a16:creationId xmlns:a16="http://schemas.microsoft.com/office/drawing/2014/main" id="{D6987B7A-C81E-4CF5-A236-9E62F7244E37}"/>
              </a:ext>
            </a:extLst>
          </p:cNvPr>
          <p:cNvSpPr>
            <a:spLocks xmlns:a="http://schemas.openxmlformats.org/drawingml/2006/main" noGrp="1"/>
          </p:cNvSpPr>
          <p:nvPr/>
        </p:nvSpPr>
        <p:spPr>
          <a:xfrm xmlns:a="http://schemas.openxmlformats.org/drawingml/2006/main">
            <a:off x="2962275" y="22002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36" name="collision-five-4-9">
            <a:extLst xmlns:a="http://schemas.openxmlformats.org/drawingml/2006/main">
              <a:ext uri="{FF2B5EF4-FFF2-40B4-BE49-F238E27FC236}">
                <a16:creationId xmlns:a16="http://schemas.microsoft.com/office/drawing/2014/main" id="{CDB49757-8965-4F97-B6AB-6342393628FC}"/>
              </a:ext>
            </a:extLst>
          </p:cNvPr>
          <p:cNvSpPr>
            <a:spLocks xmlns:a="http://schemas.openxmlformats.org/drawingml/2006/main" noGrp="1"/>
          </p:cNvSpPr>
          <p:nvPr/>
        </p:nvSpPr>
        <p:spPr>
          <a:xfrm xmlns:a="http://schemas.openxmlformats.org/drawingml/2006/main">
            <a:off x="3076575" y="22002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37" name="collision-five-5-0">
            <a:extLst xmlns:a="http://schemas.openxmlformats.org/drawingml/2006/main">
              <a:ext uri="{FF2B5EF4-FFF2-40B4-BE49-F238E27FC236}">
                <a16:creationId xmlns:a16="http://schemas.microsoft.com/office/drawing/2014/main" id="{0B6C3895-CAAB-4136-94C2-D6A9234A78BA}"/>
              </a:ext>
            </a:extLst>
          </p:cNvPr>
          <p:cNvSpPr>
            <a:spLocks xmlns:a="http://schemas.openxmlformats.org/drawingml/2006/main" noGrp="1"/>
          </p:cNvSpPr>
          <p:nvPr/>
        </p:nvSpPr>
        <p:spPr>
          <a:xfrm xmlns:a="http://schemas.openxmlformats.org/drawingml/2006/main">
            <a:off x="2047875" y="23145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38" name="collision-five-5-1">
            <a:extLst xmlns:a="http://schemas.openxmlformats.org/drawingml/2006/main">
              <a:ext uri="{FF2B5EF4-FFF2-40B4-BE49-F238E27FC236}">
                <a16:creationId xmlns:a16="http://schemas.microsoft.com/office/drawing/2014/main" id="{D11FCAE3-931C-4FDC-B4FD-A0097A400063}"/>
              </a:ext>
            </a:extLst>
          </p:cNvPr>
          <p:cNvSpPr>
            <a:spLocks xmlns:a="http://schemas.openxmlformats.org/drawingml/2006/main" noGrp="1"/>
          </p:cNvSpPr>
          <p:nvPr/>
        </p:nvSpPr>
        <p:spPr>
          <a:xfrm xmlns:a="http://schemas.openxmlformats.org/drawingml/2006/main">
            <a:off x="2162175" y="23145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39" name="collision-five-5-2">
            <a:extLst xmlns:a="http://schemas.openxmlformats.org/drawingml/2006/main">
              <a:ext uri="{FF2B5EF4-FFF2-40B4-BE49-F238E27FC236}">
                <a16:creationId xmlns:a16="http://schemas.microsoft.com/office/drawing/2014/main" id="{8A81180C-17B3-4F02-97DC-CB61DE5789ED}"/>
              </a:ext>
            </a:extLst>
          </p:cNvPr>
          <p:cNvSpPr>
            <a:spLocks xmlns:a="http://schemas.openxmlformats.org/drawingml/2006/main" noGrp="1"/>
          </p:cNvSpPr>
          <p:nvPr/>
        </p:nvSpPr>
        <p:spPr>
          <a:xfrm xmlns:a="http://schemas.openxmlformats.org/drawingml/2006/main">
            <a:off x="2276475" y="23145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40" name="collision-five-5-3">
            <a:extLst xmlns:a="http://schemas.openxmlformats.org/drawingml/2006/main">
              <a:ext uri="{FF2B5EF4-FFF2-40B4-BE49-F238E27FC236}">
                <a16:creationId xmlns:a16="http://schemas.microsoft.com/office/drawing/2014/main" id="{7A1C1DE4-BECD-48B1-B343-5ADC56BFB730}"/>
              </a:ext>
            </a:extLst>
          </p:cNvPr>
          <p:cNvSpPr>
            <a:spLocks xmlns:a="http://schemas.openxmlformats.org/drawingml/2006/main" noGrp="1"/>
          </p:cNvSpPr>
          <p:nvPr/>
        </p:nvSpPr>
        <p:spPr>
          <a:xfrm xmlns:a="http://schemas.openxmlformats.org/drawingml/2006/main">
            <a:off x="2390775" y="23145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41" name="collision-five-5-4">
            <a:extLst xmlns:a="http://schemas.openxmlformats.org/drawingml/2006/main">
              <a:ext uri="{FF2B5EF4-FFF2-40B4-BE49-F238E27FC236}">
                <a16:creationId xmlns:a16="http://schemas.microsoft.com/office/drawing/2014/main" id="{1F2F7B5F-F7AD-4760-AB4B-7C4E194EC227}"/>
              </a:ext>
            </a:extLst>
          </p:cNvPr>
          <p:cNvSpPr>
            <a:spLocks xmlns:a="http://schemas.openxmlformats.org/drawingml/2006/main" noGrp="1"/>
          </p:cNvSpPr>
          <p:nvPr/>
        </p:nvSpPr>
        <p:spPr>
          <a:xfrm xmlns:a="http://schemas.openxmlformats.org/drawingml/2006/main">
            <a:off x="2505075" y="23145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42" name="collision-five-5-5">
            <a:extLst xmlns:a="http://schemas.openxmlformats.org/drawingml/2006/main">
              <a:ext uri="{FF2B5EF4-FFF2-40B4-BE49-F238E27FC236}">
                <a16:creationId xmlns:a16="http://schemas.microsoft.com/office/drawing/2014/main" id="{E23FE460-5C70-427A-8231-19F6B50D9E35}"/>
              </a:ext>
            </a:extLst>
          </p:cNvPr>
          <p:cNvSpPr>
            <a:spLocks xmlns:a="http://schemas.openxmlformats.org/drawingml/2006/main" noGrp="1"/>
          </p:cNvSpPr>
          <p:nvPr/>
        </p:nvSpPr>
        <p:spPr>
          <a:xfrm xmlns:a="http://schemas.openxmlformats.org/drawingml/2006/main">
            <a:off x="2619375" y="23145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43" name="collision-five-5-6">
            <a:extLst xmlns:a="http://schemas.openxmlformats.org/drawingml/2006/main">
              <a:ext uri="{FF2B5EF4-FFF2-40B4-BE49-F238E27FC236}">
                <a16:creationId xmlns:a16="http://schemas.microsoft.com/office/drawing/2014/main" id="{B0E08FAF-7A3E-47F8-A326-8C14C4C12792}"/>
              </a:ext>
            </a:extLst>
          </p:cNvPr>
          <p:cNvSpPr>
            <a:spLocks xmlns:a="http://schemas.openxmlformats.org/drawingml/2006/main" noGrp="1"/>
          </p:cNvSpPr>
          <p:nvPr/>
        </p:nvSpPr>
        <p:spPr>
          <a:xfrm xmlns:a="http://schemas.openxmlformats.org/drawingml/2006/main">
            <a:off x="2733675" y="23145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44" name="collision-five-5-7">
            <a:extLst xmlns:a="http://schemas.openxmlformats.org/drawingml/2006/main">
              <a:ext uri="{FF2B5EF4-FFF2-40B4-BE49-F238E27FC236}">
                <a16:creationId xmlns:a16="http://schemas.microsoft.com/office/drawing/2014/main" id="{266A1AA1-BE6C-487F-85CA-3C0ABF84F83B}"/>
              </a:ext>
            </a:extLst>
          </p:cNvPr>
          <p:cNvSpPr>
            <a:spLocks xmlns:a="http://schemas.openxmlformats.org/drawingml/2006/main" noGrp="1"/>
          </p:cNvSpPr>
          <p:nvPr/>
        </p:nvSpPr>
        <p:spPr>
          <a:xfrm xmlns:a="http://schemas.openxmlformats.org/drawingml/2006/main">
            <a:off x="2847975" y="23145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45" name="collision-five-5-8">
            <a:extLst xmlns:a="http://schemas.openxmlformats.org/drawingml/2006/main">
              <a:ext uri="{FF2B5EF4-FFF2-40B4-BE49-F238E27FC236}">
                <a16:creationId xmlns:a16="http://schemas.microsoft.com/office/drawing/2014/main" id="{B6B808DF-2A2D-4734-A233-CBCF8C8D22F2}"/>
              </a:ext>
            </a:extLst>
          </p:cNvPr>
          <p:cNvSpPr>
            <a:spLocks xmlns:a="http://schemas.openxmlformats.org/drawingml/2006/main" noGrp="1"/>
          </p:cNvSpPr>
          <p:nvPr/>
        </p:nvSpPr>
        <p:spPr>
          <a:xfrm xmlns:a="http://schemas.openxmlformats.org/drawingml/2006/main">
            <a:off x="2962275" y="23145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46" name="collision-five-5-9">
            <a:extLst xmlns:a="http://schemas.openxmlformats.org/drawingml/2006/main">
              <a:ext uri="{FF2B5EF4-FFF2-40B4-BE49-F238E27FC236}">
                <a16:creationId xmlns:a16="http://schemas.microsoft.com/office/drawing/2014/main" id="{696BFDAB-0AFA-4768-9D3F-BB38320C1322}"/>
              </a:ext>
            </a:extLst>
          </p:cNvPr>
          <p:cNvSpPr>
            <a:spLocks xmlns:a="http://schemas.openxmlformats.org/drawingml/2006/main" noGrp="1"/>
          </p:cNvSpPr>
          <p:nvPr/>
        </p:nvSpPr>
        <p:spPr>
          <a:xfrm xmlns:a="http://schemas.openxmlformats.org/drawingml/2006/main">
            <a:off x="3076575" y="23145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47" name="collision-five-6-0">
            <a:extLst xmlns:a="http://schemas.openxmlformats.org/drawingml/2006/main">
              <a:ext uri="{FF2B5EF4-FFF2-40B4-BE49-F238E27FC236}">
                <a16:creationId xmlns:a16="http://schemas.microsoft.com/office/drawing/2014/main" id="{8A2C1AB0-C24C-4C3C-805A-8F55CFCBA48E}"/>
              </a:ext>
            </a:extLst>
          </p:cNvPr>
          <p:cNvSpPr>
            <a:spLocks xmlns:a="http://schemas.openxmlformats.org/drawingml/2006/main" noGrp="1"/>
          </p:cNvSpPr>
          <p:nvPr/>
        </p:nvSpPr>
        <p:spPr>
          <a:xfrm xmlns:a="http://schemas.openxmlformats.org/drawingml/2006/main">
            <a:off x="2047875" y="24288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48" name="collision-five-6-1">
            <a:extLst xmlns:a="http://schemas.openxmlformats.org/drawingml/2006/main">
              <a:ext uri="{FF2B5EF4-FFF2-40B4-BE49-F238E27FC236}">
                <a16:creationId xmlns:a16="http://schemas.microsoft.com/office/drawing/2014/main" id="{BC416F2E-62A3-439F-9661-83FB73D1BC35}"/>
              </a:ext>
            </a:extLst>
          </p:cNvPr>
          <p:cNvSpPr>
            <a:spLocks xmlns:a="http://schemas.openxmlformats.org/drawingml/2006/main" noGrp="1"/>
          </p:cNvSpPr>
          <p:nvPr/>
        </p:nvSpPr>
        <p:spPr>
          <a:xfrm xmlns:a="http://schemas.openxmlformats.org/drawingml/2006/main">
            <a:off x="2162175" y="24288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49" name="collision-five-6-2">
            <a:extLst xmlns:a="http://schemas.openxmlformats.org/drawingml/2006/main">
              <a:ext uri="{FF2B5EF4-FFF2-40B4-BE49-F238E27FC236}">
                <a16:creationId xmlns:a16="http://schemas.microsoft.com/office/drawing/2014/main" id="{F19575BA-4E11-43C1-ACDE-8E9AFAE757DC}"/>
              </a:ext>
            </a:extLst>
          </p:cNvPr>
          <p:cNvSpPr>
            <a:spLocks xmlns:a="http://schemas.openxmlformats.org/drawingml/2006/main" noGrp="1"/>
          </p:cNvSpPr>
          <p:nvPr/>
        </p:nvSpPr>
        <p:spPr>
          <a:xfrm xmlns:a="http://schemas.openxmlformats.org/drawingml/2006/main">
            <a:off x="2276475" y="24288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50" name="collision-five-6-3">
            <a:extLst xmlns:a="http://schemas.openxmlformats.org/drawingml/2006/main">
              <a:ext uri="{FF2B5EF4-FFF2-40B4-BE49-F238E27FC236}">
                <a16:creationId xmlns:a16="http://schemas.microsoft.com/office/drawing/2014/main" id="{A8EDB77B-EA4D-407C-8231-05B1A18689FA}"/>
              </a:ext>
            </a:extLst>
          </p:cNvPr>
          <p:cNvSpPr>
            <a:spLocks xmlns:a="http://schemas.openxmlformats.org/drawingml/2006/main" noGrp="1"/>
          </p:cNvSpPr>
          <p:nvPr/>
        </p:nvSpPr>
        <p:spPr>
          <a:xfrm xmlns:a="http://schemas.openxmlformats.org/drawingml/2006/main">
            <a:off x="2390775" y="24288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51" name="collision-five-6-4">
            <a:extLst xmlns:a="http://schemas.openxmlformats.org/drawingml/2006/main">
              <a:ext uri="{FF2B5EF4-FFF2-40B4-BE49-F238E27FC236}">
                <a16:creationId xmlns:a16="http://schemas.microsoft.com/office/drawing/2014/main" id="{0FB31A17-DCB8-458C-A68C-41DF74826F71}"/>
              </a:ext>
            </a:extLst>
          </p:cNvPr>
          <p:cNvSpPr>
            <a:spLocks xmlns:a="http://schemas.openxmlformats.org/drawingml/2006/main" noGrp="1"/>
          </p:cNvSpPr>
          <p:nvPr/>
        </p:nvSpPr>
        <p:spPr>
          <a:xfrm xmlns:a="http://schemas.openxmlformats.org/drawingml/2006/main">
            <a:off x="2505075" y="24288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52" name="collision-five-6-5">
            <a:extLst xmlns:a="http://schemas.openxmlformats.org/drawingml/2006/main">
              <a:ext uri="{FF2B5EF4-FFF2-40B4-BE49-F238E27FC236}">
                <a16:creationId xmlns:a16="http://schemas.microsoft.com/office/drawing/2014/main" id="{0AD3665C-E641-4A8D-80CE-DF8E58EAB6AF}"/>
              </a:ext>
            </a:extLst>
          </p:cNvPr>
          <p:cNvSpPr>
            <a:spLocks xmlns:a="http://schemas.openxmlformats.org/drawingml/2006/main" noGrp="1"/>
          </p:cNvSpPr>
          <p:nvPr/>
        </p:nvSpPr>
        <p:spPr>
          <a:xfrm xmlns:a="http://schemas.openxmlformats.org/drawingml/2006/main">
            <a:off x="2619375" y="24288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53" name="collision-five-6-6">
            <a:extLst xmlns:a="http://schemas.openxmlformats.org/drawingml/2006/main">
              <a:ext uri="{FF2B5EF4-FFF2-40B4-BE49-F238E27FC236}">
                <a16:creationId xmlns:a16="http://schemas.microsoft.com/office/drawing/2014/main" id="{76E4DE39-E2FC-4993-997C-829A3AFA97F5}"/>
              </a:ext>
            </a:extLst>
          </p:cNvPr>
          <p:cNvSpPr>
            <a:spLocks xmlns:a="http://schemas.openxmlformats.org/drawingml/2006/main" noGrp="1"/>
          </p:cNvSpPr>
          <p:nvPr/>
        </p:nvSpPr>
        <p:spPr>
          <a:xfrm xmlns:a="http://schemas.openxmlformats.org/drawingml/2006/main">
            <a:off x="2733675" y="24288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54" name="collision-five-6-7">
            <a:extLst xmlns:a="http://schemas.openxmlformats.org/drawingml/2006/main">
              <a:ext uri="{FF2B5EF4-FFF2-40B4-BE49-F238E27FC236}">
                <a16:creationId xmlns:a16="http://schemas.microsoft.com/office/drawing/2014/main" id="{A79CEA05-0F38-4AF0-95F1-9B3D4E87A10C}"/>
              </a:ext>
            </a:extLst>
          </p:cNvPr>
          <p:cNvSpPr>
            <a:spLocks xmlns:a="http://schemas.openxmlformats.org/drawingml/2006/main" noGrp="1"/>
          </p:cNvSpPr>
          <p:nvPr/>
        </p:nvSpPr>
        <p:spPr>
          <a:xfrm xmlns:a="http://schemas.openxmlformats.org/drawingml/2006/main">
            <a:off x="2847975" y="24288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55" name="collision-five-6-8">
            <a:extLst xmlns:a="http://schemas.openxmlformats.org/drawingml/2006/main">
              <a:ext uri="{FF2B5EF4-FFF2-40B4-BE49-F238E27FC236}">
                <a16:creationId xmlns:a16="http://schemas.microsoft.com/office/drawing/2014/main" id="{7D8D9527-9FC0-4C0C-ADB6-76E713EBF99F}"/>
              </a:ext>
            </a:extLst>
          </p:cNvPr>
          <p:cNvSpPr>
            <a:spLocks xmlns:a="http://schemas.openxmlformats.org/drawingml/2006/main" noGrp="1"/>
          </p:cNvSpPr>
          <p:nvPr/>
        </p:nvSpPr>
        <p:spPr>
          <a:xfrm xmlns:a="http://schemas.openxmlformats.org/drawingml/2006/main">
            <a:off x="2962275" y="24288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56" name="collision-five-6-9">
            <a:extLst xmlns:a="http://schemas.openxmlformats.org/drawingml/2006/main">
              <a:ext uri="{FF2B5EF4-FFF2-40B4-BE49-F238E27FC236}">
                <a16:creationId xmlns:a16="http://schemas.microsoft.com/office/drawing/2014/main" id="{96AC07CC-BC47-491D-A5A0-256B89004ED8}"/>
              </a:ext>
            </a:extLst>
          </p:cNvPr>
          <p:cNvSpPr>
            <a:spLocks xmlns:a="http://schemas.openxmlformats.org/drawingml/2006/main" noGrp="1"/>
          </p:cNvSpPr>
          <p:nvPr/>
        </p:nvSpPr>
        <p:spPr>
          <a:xfrm xmlns:a="http://schemas.openxmlformats.org/drawingml/2006/main">
            <a:off x="3076575" y="24288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57" name="collision-five-7-0">
            <a:extLst xmlns:a="http://schemas.openxmlformats.org/drawingml/2006/main">
              <a:ext uri="{FF2B5EF4-FFF2-40B4-BE49-F238E27FC236}">
                <a16:creationId xmlns:a16="http://schemas.microsoft.com/office/drawing/2014/main" id="{82E402B1-0238-47FC-893B-05177A67FBA1}"/>
              </a:ext>
            </a:extLst>
          </p:cNvPr>
          <p:cNvSpPr>
            <a:spLocks xmlns:a="http://schemas.openxmlformats.org/drawingml/2006/main" noGrp="1"/>
          </p:cNvSpPr>
          <p:nvPr/>
        </p:nvSpPr>
        <p:spPr>
          <a:xfrm xmlns:a="http://schemas.openxmlformats.org/drawingml/2006/main">
            <a:off x="2047875" y="25431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58" name="collision-five-7-1">
            <a:extLst xmlns:a="http://schemas.openxmlformats.org/drawingml/2006/main">
              <a:ext uri="{FF2B5EF4-FFF2-40B4-BE49-F238E27FC236}">
                <a16:creationId xmlns:a16="http://schemas.microsoft.com/office/drawing/2014/main" id="{5576D25C-5510-49DC-8CD1-3D3DC7D7A687}"/>
              </a:ext>
            </a:extLst>
          </p:cNvPr>
          <p:cNvSpPr>
            <a:spLocks xmlns:a="http://schemas.openxmlformats.org/drawingml/2006/main" noGrp="1"/>
          </p:cNvSpPr>
          <p:nvPr/>
        </p:nvSpPr>
        <p:spPr>
          <a:xfrm xmlns:a="http://schemas.openxmlformats.org/drawingml/2006/main">
            <a:off x="2162175" y="25431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59" name="collision-five-7-2">
            <a:extLst xmlns:a="http://schemas.openxmlformats.org/drawingml/2006/main">
              <a:ext uri="{FF2B5EF4-FFF2-40B4-BE49-F238E27FC236}">
                <a16:creationId xmlns:a16="http://schemas.microsoft.com/office/drawing/2014/main" id="{D5A9EFAD-9200-4267-A667-8B1A2A6A32C1}"/>
              </a:ext>
            </a:extLst>
          </p:cNvPr>
          <p:cNvSpPr>
            <a:spLocks xmlns:a="http://schemas.openxmlformats.org/drawingml/2006/main" noGrp="1"/>
          </p:cNvSpPr>
          <p:nvPr/>
        </p:nvSpPr>
        <p:spPr>
          <a:xfrm xmlns:a="http://schemas.openxmlformats.org/drawingml/2006/main">
            <a:off x="2276475" y="25431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60" name="collision-five-7-3">
            <a:extLst xmlns:a="http://schemas.openxmlformats.org/drawingml/2006/main">
              <a:ext uri="{FF2B5EF4-FFF2-40B4-BE49-F238E27FC236}">
                <a16:creationId xmlns:a16="http://schemas.microsoft.com/office/drawing/2014/main" id="{7085D425-1A8E-465C-918C-9F4DF1D3E861}"/>
              </a:ext>
            </a:extLst>
          </p:cNvPr>
          <p:cNvSpPr>
            <a:spLocks xmlns:a="http://schemas.openxmlformats.org/drawingml/2006/main" noGrp="1"/>
          </p:cNvSpPr>
          <p:nvPr/>
        </p:nvSpPr>
        <p:spPr>
          <a:xfrm xmlns:a="http://schemas.openxmlformats.org/drawingml/2006/main">
            <a:off x="2390775" y="25431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61" name="collision-five-7-4">
            <a:extLst xmlns:a="http://schemas.openxmlformats.org/drawingml/2006/main">
              <a:ext uri="{FF2B5EF4-FFF2-40B4-BE49-F238E27FC236}">
                <a16:creationId xmlns:a16="http://schemas.microsoft.com/office/drawing/2014/main" id="{AC50016E-2B04-4D48-B784-62F2E12252F4}"/>
              </a:ext>
            </a:extLst>
          </p:cNvPr>
          <p:cNvSpPr>
            <a:spLocks xmlns:a="http://schemas.openxmlformats.org/drawingml/2006/main" noGrp="1"/>
          </p:cNvSpPr>
          <p:nvPr/>
        </p:nvSpPr>
        <p:spPr>
          <a:xfrm xmlns:a="http://schemas.openxmlformats.org/drawingml/2006/main">
            <a:off x="2505075" y="25431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62" name="collision-five-7-5">
            <a:extLst xmlns:a="http://schemas.openxmlformats.org/drawingml/2006/main">
              <a:ext uri="{FF2B5EF4-FFF2-40B4-BE49-F238E27FC236}">
                <a16:creationId xmlns:a16="http://schemas.microsoft.com/office/drawing/2014/main" id="{7A00D4C4-86B8-458A-9958-A8910824ADEB}"/>
              </a:ext>
            </a:extLst>
          </p:cNvPr>
          <p:cNvSpPr>
            <a:spLocks xmlns:a="http://schemas.openxmlformats.org/drawingml/2006/main" noGrp="1"/>
          </p:cNvSpPr>
          <p:nvPr/>
        </p:nvSpPr>
        <p:spPr>
          <a:xfrm xmlns:a="http://schemas.openxmlformats.org/drawingml/2006/main">
            <a:off x="2619375" y="25431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63" name="collision-five-7-6">
            <a:extLst xmlns:a="http://schemas.openxmlformats.org/drawingml/2006/main">
              <a:ext uri="{FF2B5EF4-FFF2-40B4-BE49-F238E27FC236}">
                <a16:creationId xmlns:a16="http://schemas.microsoft.com/office/drawing/2014/main" id="{D4B83C42-5F2A-4327-8112-866A6C2B4C18}"/>
              </a:ext>
            </a:extLst>
          </p:cNvPr>
          <p:cNvSpPr>
            <a:spLocks xmlns:a="http://schemas.openxmlformats.org/drawingml/2006/main" noGrp="1"/>
          </p:cNvSpPr>
          <p:nvPr/>
        </p:nvSpPr>
        <p:spPr>
          <a:xfrm xmlns:a="http://schemas.openxmlformats.org/drawingml/2006/main">
            <a:off x="2733675" y="25431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64" name="collision-five-7-7">
            <a:extLst xmlns:a="http://schemas.openxmlformats.org/drawingml/2006/main">
              <a:ext uri="{FF2B5EF4-FFF2-40B4-BE49-F238E27FC236}">
                <a16:creationId xmlns:a16="http://schemas.microsoft.com/office/drawing/2014/main" id="{26467F90-82C3-437E-AA45-0EDB9007C34F}"/>
              </a:ext>
            </a:extLst>
          </p:cNvPr>
          <p:cNvSpPr>
            <a:spLocks xmlns:a="http://schemas.openxmlformats.org/drawingml/2006/main" noGrp="1"/>
          </p:cNvSpPr>
          <p:nvPr/>
        </p:nvSpPr>
        <p:spPr>
          <a:xfrm xmlns:a="http://schemas.openxmlformats.org/drawingml/2006/main">
            <a:off x="2847975" y="25431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65" name="collision-five-7-8">
            <a:extLst xmlns:a="http://schemas.openxmlformats.org/drawingml/2006/main">
              <a:ext uri="{FF2B5EF4-FFF2-40B4-BE49-F238E27FC236}">
                <a16:creationId xmlns:a16="http://schemas.microsoft.com/office/drawing/2014/main" id="{267DC491-6CD1-44A7-8FAA-7C51FFE0C453}"/>
              </a:ext>
            </a:extLst>
          </p:cNvPr>
          <p:cNvSpPr>
            <a:spLocks xmlns:a="http://schemas.openxmlformats.org/drawingml/2006/main" noGrp="1"/>
          </p:cNvSpPr>
          <p:nvPr/>
        </p:nvSpPr>
        <p:spPr>
          <a:xfrm xmlns:a="http://schemas.openxmlformats.org/drawingml/2006/main">
            <a:off x="2962275" y="25431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66" name="collision-five-7-9">
            <a:extLst xmlns:a="http://schemas.openxmlformats.org/drawingml/2006/main">
              <a:ext uri="{FF2B5EF4-FFF2-40B4-BE49-F238E27FC236}">
                <a16:creationId xmlns:a16="http://schemas.microsoft.com/office/drawing/2014/main" id="{602D1D1A-2EA1-422B-8516-C0B5397C9A42}"/>
              </a:ext>
            </a:extLst>
          </p:cNvPr>
          <p:cNvSpPr>
            <a:spLocks xmlns:a="http://schemas.openxmlformats.org/drawingml/2006/main" noGrp="1"/>
          </p:cNvSpPr>
          <p:nvPr/>
        </p:nvSpPr>
        <p:spPr>
          <a:xfrm xmlns:a="http://schemas.openxmlformats.org/drawingml/2006/main">
            <a:off x="3076575" y="25431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67" name="collision-five-8-0">
            <a:extLst xmlns:a="http://schemas.openxmlformats.org/drawingml/2006/main">
              <a:ext uri="{FF2B5EF4-FFF2-40B4-BE49-F238E27FC236}">
                <a16:creationId xmlns:a16="http://schemas.microsoft.com/office/drawing/2014/main" id="{E98CD6C9-BC37-480A-868D-C91F6197FBE7}"/>
              </a:ext>
            </a:extLst>
          </p:cNvPr>
          <p:cNvSpPr>
            <a:spLocks xmlns:a="http://schemas.openxmlformats.org/drawingml/2006/main" noGrp="1"/>
          </p:cNvSpPr>
          <p:nvPr/>
        </p:nvSpPr>
        <p:spPr>
          <a:xfrm xmlns:a="http://schemas.openxmlformats.org/drawingml/2006/main">
            <a:off x="2047875" y="26574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68" name="collision-five-8-1">
            <a:extLst xmlns:a="http://schemas.openxmlformats.org/drawingml/2006/main">
              <a:ext uri="{FF2B5EF4-FFF2-40B4-BE49-F238E27FC236}">
                <a16:creationId xmlns:a16="http://schemas.microsoft.com/office/drawing/2014/main" id="{37EA37D2-AA64-463D-AF4D-F7ECC4CA94B9}"/>
              </a:ext>
            </a:extLst>
          </p:cNvPr>
          <p:cNvSpPr>
            <a:spLocks xmlns:a="http://schemas.openxmlformats.org/drawingml/2006/main" noGrp="1"/>
          </p:cNvSpPr>
          <p:nvPr/>
        </p:nvSpPr>
        <p:spPr>
          <a:xfrm xmlns:a="http://schemas.openxmlformats.org/drawingml/2006/main">
            <a:off x="2162175" y="26574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69" name="collision-five-8-2">
            <a:extLst xmlns:a="http://schemas.openxmlformats.org/drawingml/2006/main">
              <a:ext uri="{FF2B5EF4-FFF2-40B4-BE49-F238E27FC236}">
                <a16:creationId xmlns:a16="http://schemas.microsoft.com/office/drawing/2014/main" id="{D066041B-DEEA-4DDE-8C38-8BB9CA095379}"/>
              </a:ext>
            </a:extLst>
          </p:cNvPr>
          <p:cNvSpPr>
            <a:spLocks xmlns:a="http://schemas.openxmlformats.org/drawingml/2006/main" noGrp="1"/>
          </p:cNvSpPr>
          <p:nvPr/>
        </p:nvSpPr>
        <p:spPr>
          <a:xfrm xmlns:a="http://schemas.openxmlformats.org/drawingml/2006/main">
            <a:off x="2276475" y="26574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70" name="collision-five-8-3">
            <a:extLst xmlns:a="http://schemas.openxmlformats.org/drawingml/2006/main">
              <a:ext uri="{FF2B5EF4-FFF2-40B4-BE49-F238E27FC236}">
                <a16:creationId xmlns:a16="http://schemas.microsoft.com/office/drawing/2014/main" id="{97B6A618-32BC-487B-BF1F-9900FF8825B8}"/>
              </a:ext>
            </a:extLst>
          </p:cNvPr>
          <p:cNvSpPr>
            <a:spLocks xmlns:a="http://schemas.openxmlformats.org/drawingml/2006/main" noGrp="1"/>
          </p:cNvSpPr>
          <p:nvPr/>
        </p:nvSpPr>
        <p:spPr>
          <a:xfrm xmlns:a="http://schemas.openxmlformats.org/drawingml/2006/main">
            <a:off x="2390775" y="26574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71" name="collision-five-8-4">
            <a:extLst xmlns:a="http://schemas.openxmlformats.org/drawingml/2006/main">
              <a:ext uri="{FF2B5EF4-FFF2-40B4-BE49-F238E27FC236}">
                <a16:creationId xmlns:a16="http://schemas.microsoft.com/office/drawing/2014/main" id="{3CC7C328-8F74-4F8F-8DAA-C36F3B4D42DC}"/>
              </a:ext>
            </a:extLst>
          </p:cNvPr>
          <p:cNvSpPr>
            <a:spLocks xmlns:a="http://schemas.openxmlformats.org/drawingml/2006/main" noGrp="1"/>
          </p:cNvSpPr>
          <p:nvPr/>
        </p:nvSpPr>
        <p:spPr>
          <a:xfrm xmlns:a="http://schemas.openxmlformats.org/drawingml/2006/main">
            <a:off x="2505075" y="26574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72" name="collision-five-8-5">
            <a:extLst xmlns:a="http://schemas.openxmlformats.org/drawingml/2006/main">
              <a:ext uri="{FF2B5EF4-FFF2-40B4-BE49-F238E27FC236}">
                <a16:creationId xmlns:a16="http://schemas.microsoft.com/office/drawing/2014/main" id="{5F8FDA76-5FA6-4A12-898A-FC73331100C7}"/>
              </a:ext>
            </a:extLst>
          </p:cNvPr>
          <p:cNvSpPr>
            <a:spLocks xmlns:a="http://schemas.openxmlformats.org/drawingml/2006/main" noGrp="1"/>
          </p:cNvSpPr>
          <p:nvPr/>
        </p:nvSpPr>
        <p:spPr>
          <a:xfrm xmlns:a="http://schemas.openxmlformats.org/drawingml/2006/main">
            <a:off x="2619375" y="26574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73" name="collision-five-8-6">
            <a:extLst xmlns:a="http://schemas.openxmlformats.org/drawingml/2006/main">
              <a:ext uri="{FF2B5EF4-FFF2-40B4-BE49-F238E27FC236}">
                <a16:creationId xmlns:a16="http://schemas.microsoft.com/office/drawing/2014/main" id="{CF140A8B-FA30-41A7-A253-4E621714689D}"/>
              </a:ext>
            </a:extLst>
          </p:cNvPr>
          <p:cNvSpPr>
            <a:spLocks xmlns:a="http://schemas.openxmlformats.org/drawingml/2006/main" noGrp="1"/>
          </p:cNvSpPr>
          <p:nvPr/>
        </p:nvSpPr>
        <p:spPr>
          <a:xfrm xmlns:a="http://schemas.openxmlformats.org/drawingml/2006/main">
            <a:off x="2733675" y="26574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74" name="collision-five-8-7">
            <a:extLst xmlns:a="http://schemas.openxmlformats.org/drawingml/2006/main">
              <a:ext uri="{FF2B5EF4-FFF2-40B4-BE49-F238E27FC236}">
                <a16:creationId xmlns:a16="http://schemas.microsoft.com/office/drawing/2014/main" id="{5B8C776C-719F-47BC-9C34-3717CE649B49}"/>
              </a:ext>
            </a:extLst>
          </p:cNvPr>
          <p:cNvSpPr>
            <a:spLocks xmlns:a="http://schemas.openxmlformats.org/drawingml/2006/main" noGrp="1"/>
          </p:cNvSpPr>
          <p:nvPr/>
        </p:nvSpPr>
        <p:spPr>
          <a:xfrm xmlns:a="http://schemas.openxmlformats.org/drawingml/2006/main">
            <a:off x="2847975" y="26574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75" name="collision-five-8-8">
            <a:extLst xmlns:a="http://schemas.openxmlformats.org/drawingml/2006/main">
              <a:ext uri="{FF2B5EF4-FFF2-40B4-BE49-F238E27FC236}">
                <a16:creationId xmlns:a16="http://schemas.microsoft.com/office/drawing/2014/main" id="{2072DB8C-DC27-4372-B58F-47AA5A6AC212}"/>
              </a:ext>
            </a:extLst>
          </p:cNvPr>
          <p:cNvSpPr>
            <a:spLocks xmlns:a="http://schemas.openxmlformats.org/drawingml/2006/main" noGrp="1"/>
          </p:cNvSpPr>
          <p:nvPr/>
        </p:nvSpPr>
        <p:spPr>
          <a:xfrm xmlns:a="http://schemas.openxmlformats.org/drawingml/2006/main">
            <a:off x="2962275" y="26574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76" name="collision-five-8-9">
            <a:extLst xmlns:a="http://schemas.openxmlformats.org/drawingml/2006/main">
              <a:ext uri="{FF2B5EF4-FFF2-40B4-BE49-F238E27FC236}">
                <a16:creationId xmlns:a16="http://schemas.microsoft.com/office/drawing/2014/main" id="{F9CA5DED-3A9A-4C0A-8967-BAA69FABA9C4}"/>
              </a:ext>
            </a:extLst>
          </p:cNvPr>
          <p:cNvSpPr>
            <a:spLocks xmlns:a="http://schemas.openxmlformats.org/drawingml/2006/main" noGrp="1"/>
          </p:cNvSpPr>
          <p:nvPr/>
        </p:nvSpPr>
        <p:spPr>
          <a:xfrm xmlns:a="http://schemas.openxmlformats.org/drawingml/2006/main">
            <a:off x="3076575" y="26574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77" name="collision-five-9-0">
            <a:extLst xmlns:a="http://schemas.openxmlformats.org/drawingml/2006/main">
              <a:ext uri="{FF2B5EF4-FFF2-40B4-BE49-F238E27FC236}">
                <a16:creationId xmlns:a16="http://schemas.microsoft.com/office/drawing/2014/main" id="{740C24BB-8ED8-4F5C-B0EE-BD62339CD267}"/>
              </a:ext>
            </a:extLst>
          </p:cNvPr>
          <p:cNvSpPr>
            <a:spLocks xmlns:a="http://schemas.openxmlformats.org/drawingml/2006/main" noGrp="1"/>
          </p:cNvSpPr>
          <p:nvPr/>
        </p:nvSpPr>
        <p:spPr>
          <a:xfrm xmlns:a="http://schemas.openxmlformats.org/drawingml/2006/main">
            <a:off x="2047875" y="27717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78" name="collision-five-9-1">
            <a:extLst xmlns:a="http://schemas.openxmlformats.org/drawingml/2006/main">
              <a:ext uri="{FF2B5EF4-FFF2-40B4-BE49-F238E27FC236}">
                <a16:creationId xmlns:a16="http://schemas.microsoft.com/office/drawing/2014/main" id="{166103A6-783B-4408-B738-3C4A2B80EF4F}"/>
              </a:ext>
            </a:extLst>
          </p:cNvPr>
          <p:cNvSpPr>
            <a:spLocks xmlns:a="http://schemas.openxmlformats.org/drawingml/2006/main" noGrp="1"/>
          </p:cNvSpPr>
          <p:nvPr/>
        </p:nvSpPr>
        <p:spPr>
          <a:xfrm xmlns:a="http://schemas.openxmlformats.org/drawingml/2006/main">
            <a:off x="2162175" y="27717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79" name="collision-five-9-2">
            <a:extLst xmlns:a="http://schemas.openxmlformats.org/drawingml/2006/main">
              <a:ext uri="{FF2B5EF4-FFF2-40B4-BE49-F238E27FC236}">
                <a16:creationId xmlns:a16="http://schemas.microsoft.com/office/drawing/2014/main" id="{DFB86F3C-4A87-44A2-A0A1-75AEBA9368F7}"/>
              </a:ext>
            </a:extLst>
          </p:cNvPr>
          <p:cNvSpPr>
            <a:spLocks xmlns:a="http://schemas.openxmlformats.org/drawingml/2006/main" noGrp="1"/>
          </p:cNvSpPr>
          <p:nvPr/>
        </p:nvSpPr>
        <p:spPr>
          <a:xfrm xmlns:a="http://schemas.openxmlformats.org/drawingml/2006/main">
            <a:off x="2276475" y="27717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80" name="collision-five-9-3">
            <a:extLst xmlns:a="http://schemas.openxmlformats.org/drawingml/2006/main">
              <a:ext uri="{FF2B5EF4-FFF2-40B4-BE49-F238E27FC236}">
                <a16:creationId xmlns:a16="http://schemas.microsoft.com/office/drawing/2014/main" id="{74DCC6C4-1C8A-42AC-9887-76745FAB337E}"/>
              </a:ext>
            </a:extLst>
          </p:cNvPr>
          <p:cNvSpPr>
            <a:spLocks xmlns:a="http://schemas.openxmlformats.org/drawingml/2006/main" noGrp="1"/>
          </p:cNvSpPr>
          <p:nvPr/>
        </p:nvSpPr>
        <p:spPr>
          <a:xfrm xmlns:a="http://schemas.openxmlformats.org/drawingml/2006/main">
            <a:off x="2390775" y="27717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81" name="collision-five-9-4">
            <a:extLst xmlns:a="http://schemas.openxmlformats.org/drawingml/2006/main">
              <a:ext uri="{FF2B5EF4-FFF2-40B4-BE49-F238E27FC236}">
                <a16:creationId xmlns:a16="http://schemas.microsoft.com/office/drawing/2014/main" id="{F3648053-B5C8-414B-B1EC-37B360CB5D30}"/>
              </a:ext>
            </a:extLst>
          </p:cNvPr>
          <p:cNvSpPr>
            <a:spLocks xmlns:a="http://schemas.openxmlformats.org/drawingml/2006/main" noGrp="1"/>
          </p:cNvSpPr>
          <p:nvPr/>
        </p:nvSpPr>
        <p:spPr>
          <a:xfrm xmlns:a="http://schemas.openxmlformats.org/drawingml/2006/main">
            <a:off x="2505075" y="27717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82" name="collision-five-9-5">
            <a:extLst xmlns:a="http://schemas.openxmlformats.org/drawingml/2006/main">
              <a:ext uri="{FF2B5EF4-FFF2-40B4-BE49-F238E27FC236}">
                <a16:creationId xmlns:a16="http://schemas.microsoft.com/office/drawing/2014/main" id="{39659B4E-4B0B-4EF1-A30F-B318BA154A76}"/>
              </a:ext>
            </a:extLst>
          </p:cNvPr>
          <p:cNvSpPr>
            <a:spLocks xmlns:a="http://schemas.openxmlformats.org/drawingml/2006/main" noGrp="1"/>
          </p:cNvSpPr>
          <p:nvPr/>
        </p:nvSpPr>
        <p:spPr>
          <a:xfrm xmlns:a="http://schemas.openxmlformats.org/drawingml/2006/main">
            <a:off x="2619375" y="27717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83" name="collision-five-9-6">
            <a:extLst xmlns:a="http://schemas.openxmlformats.org/drawingml/2006/main">
              <a:ext uri="{FF2B5EF4-FFF2-40B4-BE49-F238E27FC236}">
                <a16:creationId xmlns:a16="http://schemas.microsoft.com/office/drawing/2014/main" id="{6B2E66C4-788D-4D6B-802F-7CE1BF6F32A4}"/>
              </a:ext>
            </a:extLst>
          </p:cNvPr>
          <p:cNvSpPr>
            <a:spLocks xmlns:a="http://schemas.openxmlformats.org/drawingml/2006/main" noGrp="1"/>
          </p:cNvSpPr>
          <p:nvPr/>
        </p:nvSpPr>
        <p:spPr>
          <a:xfrm xmlns:a="http://schemas.openxmlformats.org/drawingml/2006/main">
            <a:off x="2733675" y="27717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84" name="collision-five-9-7">
            <a:extLst xmlns:a="http://schemas.openxmlformats.org/drawingml/2006/main">
              <a:ext uri="{FF2B5EF4-FFF2-40B4-BE49-F238E27FC236}">
                <a16:creationId xmlns:a16="http://schemas.microsoft.com/office/drawing/2014/main" id="{759B8A7A-58D9-4F2B-8F97-2C15F27FB356}"/>
              </a:ext>
            </a:extLst>
          </p:cNvPr>
          <p:cNvSpPr>
            <a:spLocks xmlns:a="http://schemas.openxmlformats.org/drawingml/2006/main" noGrp="1"/>
          </p:cNvSpPr>
          <p:nvPr/>
        </p:nvSpPr>
        <p:spPr>
          <a:xfrm xmlns:a="http://schemas.openxmlformats.org/drawingml/2006/main">
            <a:off x="2847975" y="2771775"/>
            <a:ext cx="104775" cy="104775"/>
          </a:xfrm>
          <a:prstGeom xmlns:a="http://schemas.openxmlformats.org/drawingml/2006/main" prst="rect">
            <a:avLst/>
          </a:prstGeom>
          <a:solidFill xmlns:a="http://schemas.openxmlformats.org/drawingml/2006/main">
            <a:srgbClr val="17324D"/>
          </a:solidFill>
          <a:ln xmlns:a="http://schemas.openxmlformats.org/drawingml/2006/main" w="5715">
            <a:solidFill>
              <a:srgbClr val="C8D7E1"/>
            </a:solidFill>
            <a:prstDash val="solid"/>
          </a:ln>
        </p:spPr>
      </p:sp>
      <p:sp>
        <p:nvSpPr>
          <p:cNvPr id="285" name="collision-five-9-8">
            <a:extLst xmlns:a="http://schemas.openxmlformats.org/drawingml/2006/main">
              <a:ext uri="{FF2B5EF4-FFF2-40B4-BE49-F238E27FC236}">
                <a16:creationId xmlns:a16="http://schemas.microsoft.com/office/drawing/2014/main" id="{BCC368D2-CAB9-4936-9DAC-D8E961050634}"/>
              </a:ext>
            </a:extLst>
          </p:cNvPr>
          <p:cNvSpPr>
            <a:spLocks xmlns:a="http://schemas.openxmlformats.org/drawingml/2006/main" noGrp="1"/>
          </p:cNvSpPr>
          <p:nvPr/>
        </p:nvSpPr>
        <p:spPr>
          <a:xfrm xmlns:a="http://schemas.openxmlformats.org/drawingml/2006/main">
            <a:off x="2962275" y="27717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86" name="collision-five-9-9">
            <a:extLst xmlns:a="http://schemas.openxmlformats.org/drawingml/2006/main">
              <a:ext uri="{FF2B5EF4-FFF2-40B4-BE49-F238E27FC236}">
                <a16:creationId xmlns:a16="http://schemas.microsoft.com/office/drawing/2014/main" id="{B82DAA22-8EAB-47E9-A55D-AC5A00AE5582}"/>
              </a:ext>
            </a:extLst>
          </p:cNvPr>
          <p:cNvSpPr>
            <a:spLocks xmlns:a="http://schemas.openxmlformats.org/drawingml/2006/main" noGrp="1"/>
          </p:cNvSpPr>
          <p:nvPr/>
        </p:nvSpPr>
        <p:spPr>
          <a:xfrm xmlns:a="http://schemas.openxmlformats.org/drawingml/2006/main">
            <a:off x="3076575" y="2771775"/>
            <a:ext cx="104775" cy="104775"/>
          </a:xfrm>
          <a:prstGeom xmlns:a="http://schemas.openxmlformats.org/drawingml/2006/main" prst="rect">
            <a:avLst/>
          </a:prstGeom>
          <a:solidFill xmlns:a="http://schemas.openxmlformats.org/drawingml/2006/main">
            <a:srgbClr val="FFFFFF"/>
          </a:solidFill>
          <a:ln xmlns:a="http://schemas.openxmlformats.org/drawingml/2006/main" w="5715">
            <a:solidFill>
              <a:srgbClr val="C8D7E1"/>
            </a:solidFill>
            <a:prstDash val="solid"/>
          </a:ln>
        </p:spPr>
      </p:sp>
      <p:sp>
        <p:nvSpPr>
          <p:cNvPr id="287" name="Diagram caption">
            <a:extLst xmlns:a="http://schemas.openxmlformats.org/drawingml/2006/main">
              <a:ext uri="{FF2B5EF4-FFF2-40B4-BE49-F238E27FC236}">
                <a16:creationId xmlns:a16="http://schemas.microsoft.com/office/drawing/2014/main" id="{DF85B4FF-2D33-4C73-A291-F4A1058035F6}"/>
              </a:ext>
            </a:extLst>
          </p:cNvPr>
          <p:cNvSpPr>
            <a:spLocks xmlns:a="http://schemas.openxmlformats.org/drawingml/2006/main" noGrp="1"/>
          </p:cNvSpPr>
          <p:nvPr/>
        </p:nvSpPr>
        <p:spPr>
          <a:xfrm xmlns:a="http://schemas.openxmlformats.org/drawingml/2006/main">
            <a:off x="523875" y="29527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350" b="0">
                <a:solidFill>
                  <a:srgbClr val="00539F"/>
                </a:solidFill>
                <a:latin typeface="Arial"/>
                <a:ea typeface="Arial"/>
                <a:cs typeface="Arial"/>
              </a:defRPr>
            </a:pPr>
            <a:r>
              <a:rPr sz="1350" b="0">
                <a:solidFill>
                  <a:srgbClr val="00539F"/>
                </a:solidFill>
                <a:latin typeface="Arial"/>
                <a:ea typeface="Arial"/>
                <a:cs typeface="Arial"/>
              </a:rPr>
              <a:t>digit 2</a:t>
            </a:r>
          </a:p>
        </p:txBody>
      </p:sp>
      <p:sp>
        <p:nvSpPr>
          <p:cNvPr id="288" name="Diagram caption">
            <a:extLst xmlns:a="http://schemas.openxmlformats.org/drawingml/2006/main">
              <a:ext uri="{FF2B5EF4-FFF2-40B4-BE49-F238E27FC236}">
                <a16:creationId xmlns:a16="http://schemas.microsoft.com/office/drawing/2014/main" id="{E4A2B743-8863-4C99-B508-1D7824A70D2B}"/>
              </a:ext>
            </a:extLst>
          </p:cNvPr>
          <p:cNvSpPr>
            <a:spLocks xmlns:a="http://schemas.openxmlformats.org/drawingml/2006/main" noGrp="1"/>
          </p:cNvSpPr>
          <p:nvPr/>
        </p:nvSpPr>
        <p:spPr>
          <a:xfrm xmlns:a="http://schemas.openxmlformats.org/drawingml/2006/main">
            <a:off x="2047875" y="29527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350" b="0">
                <a:solidFill>
                  <a:srgbClr val="EF8200"/>
                </a:solidFill>
                <a:latin typeface="Arial"/>
                <a:ea typeface="Arial"/>
                <a:cs typeface="Arial"/>
              </a:defRPr>
            </a:pPr>
            <a:r>
              <a:rPr sz="1350" b="0">
                <a:solidFill>
                  <a:srgbClr val="EF8200"/>
                </a:solidFill>
                <a:latin typeface="Arial"/>
                <a:ea typeface="Arial"/>
                <a:cs typeface="Arial"/>
              </a:rPr>
              <a:t>digit 5</a:t>
            </a:r>
          </a:p>
        </p:txBody>
      </p:sp>
      <p:sp>
        <p:nvSpPr>
          <p:cNvPr id="289" name="Different shapes, identical x/y counts&#10;best_matches=[2,5] → prediction=−1">
            <a:extLst xmlns:a="http://schemas.openxmlformats.org/drawingml/2006/main">
              <a:ext uri="{FF2B5EF4-FFF2-40B4-BE49-F238E27FC236}">
                <a16:creationId xmlns:a16="http://schemas.microsoft.com/office/drawing/2014/main" id="{A7145AAD-308C-4B4A-92C4-379C5290DB79}"/>
              </a:ext>
            </a:extLst>
          </p:cNvPr>
          <p:cNvSpPr>
            <a:spLocks xmlns:a="http://schemas.openxmlformats.org/drawingml/2006/main" noGrp="1"/>
          </p:cNvSpPr>
          <p:nvPr/>
        </p:nvSpPr>
        <p:spPr>
          <a:xfrm xmlns:a="http://schemas.openxmlformats.org/drawingml/2006/main">
            <a:off x="3667125" y="1743075"/>
            <a:ext cx="4810125" cy="876300"/>
          </a:xfrm>
          <a:prstGeom xmlns:a="http://schemas.openxmlformats.org/drawingml/2006/main" prst="roundRect">
            <a:avLst>
              <a:gd name="adj" fmla="val 10870"/>
            </a:avLst>
          </a:prstGeom>
          <a:solidFill xmlns:a="http://schemas.openxmlformats.org/drawingml/2006/main">
            <a:srgbClr val="FCEAEC"/>
          </a:solidFill>
          <a:ln xmlns:a="http://schemas.openxmlformats.org/drawingml/2006/main" w="12383">
            <a:solidFill>
              <a:srgbClr val="AF1E2D"/>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1">
                <a:solidFill>
                  <a:srgbClr val="AF1E2D"/>
                </a:solidFill>
                <a:latin typeface="Arial"/>
                <a:ea typeface="Arial"/>
                <a:cs typeface="Arial"/>
              </a:defRPr>
            </a:pPr>
            <a:r>
              <a:rPr sz="1500" b="1">
                <a:solidFill>
                  <a:srgbClr val="AF1E2D"/>
                </a:solidFill>
                <a:latin typeface="Arial"/>
                <a:ea typeface="Arial"/>
                <a:cs typeface="Arial"/>
              </a:rPr>
              <a:t>Different shapes, identical x/y counts</a:t>
            </a:r>
          </a:p>
          <a:p xmlns:a="http://schemas.openxmlformats.org/drawingml/2006/main">
            <a:pPr algn="ctr">
              <a:defRPr sz="1500" b="1">
                <a:solidFill>
                  <a:srgbClr val="AF1E2D"/>
                </a:solidFill>
                <a:latin typeface="Arial"/>
                <a:ea typeface="Arial"/>
                <a:cs typeface="Arial"/>
              </a:defRPr>
            </a:pPr>
            <a:r>
              <a:rPr sz="1500" b="1">
                <a:solidFill>
                  <a:srgbClr val="AF1E2D"/>
                </a:solidFill>
                <a:latin typeface="Arial"/>
                <a:ea typeface="Arial"/>
                <a:cs typeface="Arial"/>
              </a:rPr>
              <a:t>best_matches=[2,5] → prediction=−1</a:t>
            </a:r>
          </a:p>
        </p:txBody>
      </p:sp>
      <p:pic>
        <p:nvPicPr>
          <p:cNvPr id="507" name=""/>
          <p:cNvPicPr>
            <a:picLocks xmlns:a="http://schemas.openxmlformats.org/drawingml/2006/main" noChangeAspect="1"/>
          </p:cNvPicPr>
          <p:nvPr/>
        </p:nvPicPr>
        <p:blipFill>
          <a:blip xmlns:r="http://schemas.openxmlformats.org/officeDocument/2006/relationships" xmlns:a="http://schemas.openxmlformats.org/drawingml/2006/main" r:embed="R40487a12e4754298"/>
          <a:stretch xmlns:a="http://schemas.openxmlformats.org/drawingml/2006/main"/>
        </p:blipFill>
        <p:spPr>
          <a:xfrm xmlns:a="http://schemas.openxmlformats.org/drawingml/2006/main">
            <a:off x="3667125" y="2880148"/>
            <a:ext cx="876300" cy="545253"/>
          </a:xfrm>
          <a:prstGeom xmlns:a="http://schemas.openxmlformats.org/drawingml/2006/main" prst="rect">
            <a:avLst/>
          </a:prstGeom>
        </p:spPr>
      </p:pic>
      <p:sp>
        <p:nvSpPr>
          <p:cNvPr id="291" name="Lecture text">
            <a:extLst xmlns:a="http://schemas.openxmlformats.org/drawingml/2006/main">
              <a:ext uri="{FF2B5EF4-FFF2-40B4-BE49-F238E27FC236}">
                <a16:creationId xmlns:a16="http://schemas.microsoft.com/office/drawing/2014/main" id="{C6577DA8-AE05-424E-B193-2E572E293C48}"/>
              </a:ext>
            </a:extLst>
          </p:cNvPr>
          <p:cNvSpPr>
            <a:spLocks xmlns:a="http://schemas.openxmlformats.org/drawingml/2006/main" noGrp="1"/>
          </p:cNvSpPr>
          <p:nvPr/>
        </p:nvSpPr>
        <p:spPr>
          <a:xfrm xmlns:a="http://schemas.openxmlformats.org/drawingml/2006/main">
            <a:off x="3638550" y="3495675"/>
            <a:ext cx="933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013" b="1">
                <a:solidFill>
                  <a:srgbClr val="AF1E2D"/>
                </a:solidFill>
                <a:latin typeface="Arial"/>
                <a:ea typeface="Arial"/>
                <a:cs typeface="Arial"/>
              </a:defRPr>
            </a:pPr>
            <a:r>
              <a:rPr sz="1013" b="1">
                <a:solidFill>
                  <a:srgbClr val="AF1E2D"/>
                </a:solidFill>
                <a:latin typeface="Arial"/>
                <a:ea typeface="Arial"/>
                <a:cs typeface="Arial"/>
              </a:rPr>
              <a:t>shifted → −1</a:t>
            </a:r>
          </a:p>
        </p:txBody>
      </p:sp>
      <p:pic>
        <p:nvPicPr>
          <p:cNvPr id="509" name=""/>
          <p:cNvPicPr>
            <a:picLocks xmlns:a="http://schemas.openxmlformats.org/drawingml/2006/main" noChangeAspect="1"/>
          </p:cNvPicPr>
          <p:nvPr/>
        </p:nvPicPr>
        <p:blipFill>
          <a:blip xmlns:r="http://schemas.openxmlformats.org/officeDocument/2006/relationships" xmlns:a="http://schemas.openxmlformats.org/drawingml/2006/main" r:embed="R3429f6471bab4303"/>
          <a:stretch xmlns:a="http://schemas.openxmlformats.org/drawingml/2006/main"/>
        </p:blipFill>
        <p:spPr>
          <a:xfrm xmlns:a="http://schemas.openxmlformats.org/drawingml/2006/main">
            <a:off x="4629150" y="2880148"/>
            <a:ext cx="876300" cy="545253"/>
          </a:xfrm>
          <a:prstGeom xmlns:a="http://schemas.openxmlformats.org/drawingml/2006/main" prst="rect">
            <a:avLst/>
          </a:prstGeom>
        </p:spPr>
      </p:pic>
      <p:sp>
        <p:nvSpPr>
          <p:cNvPr id="293" name="Lecture text">
            <a:extLst xmlns:a="http://schemas.openxmlformats.org/drawingml/2006/main">
              <a:ext uri="{FF2B5EF4-FFF2-40B4-BE49-F238E27FC236}">
                <a16:creationId xmlns:a16="http://schemas.microsoft.com/office/drawing/2014/main" id="{EB2ECDD7-1A3A-4003-ACF9-9D2E616593C4}"/>
              </a:ext>
            </a:extLst>
          </p:cNvPr>
          <p:cNvSpPr>
            <a:spLocks xmlns:a="http://schemas.openxmlformats.org/drawingml/2006/main" noGrp="1"/>
          </p:cNvSpPr>
          <p:nvPr/>
        </p:nvSpPr>
        <p:spPr>
          <a:xfrm xmlns:a="http://schemas.openxmlformats.org/drawingml/2006/main">
            <a:off x="4600575" y="3495675"/>
            <a:ext cx="933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013" b="1">
                <a:solidFill>
                  <a:srgbClr val="AF1E2D"/>
                </a:solidFill>
                <a:latin typeface="Arial"/>
                <a:ea typeface="Arial"/>
                <a:cs typeface="Arial"/>
              </a:defRPr>
            </a:pPr>
            <a:r>
              <a:rPr sz="1013" b="1">
                <a:solidFill>
                  <a:srgbClr val="AF1E2D"/>
                </a:solidFill>
                <a:latin typeface="Arial"/>
                <a:ea typeface="Arial"/>
                <a:cs typeface="Arial"/>
              </a:rPr>
              <a:t>thick → 9</a:t>
            </a:r>
          </a:p>
        </p:txBody>
      </p:sp>
      <p:pic>
        <p:nvPicPr>
          <p:cNvPr id="511" name=""/>
          <p:cNvPicPr>
            <a:picLocks xmlns:a="http://schemas.openxmlformats.org/drawingml/2006/main" noChangeAspect="1"/>
          </p:cNvPicPr>
          <p:nvPr/>
        </p:nvPicPr>
        <p:blipFill>
          <a:blip xmlns:r="http://schemas.openxmlformats.org/officeDocument/2006/relationships" xmlns:a="http://schemas.openxmlformats.org/drawingml/2006/main" r:embed="Rf04550d735be423b"/>
          <a:stretch xmlns:a="http://schemas.openxmlformats.org/drawingml/2006/main"/>
        </p:blipFill>
        <p:spPr>
          <a:xfrm xmlns:a="http://schemas.openxmlformats.org/drawingml/2006/main">
            <a:off x="5591175" y="2880148"/>
            <a:ext cx="876300" cy="545253"/>
          </a:xfrm>
          <a:prstGeom xmlns:a="http://schemas.openxmlformats.org/drawingml/2006/main" prst="rect">
            <a:avLst/>
          </a:prstGeom>
        </p:spPr>
      </p:pic>
      <p:sp>
        <p:nvSpPr>
          <p:cNvPr id="295" name="Lecture text">
            <a:extLst xmlns:a="http://schemas.openxmlformats.org/drawingml/2006/main">
              <a:ext uri="{FF2B5EF4-FFF2-40B4-BE49-F238E27FC236}">
                <a16:creationId xmlns:a16="http://schemas.microsoft.com/office/drawing/2014/main" id="{D2A1B49B-ABD5-49D8-A803-ED112AC9CAB7}"/>
              </a:ext>
            </a:extLst>
          </p:cNvPr>
          <p:cNvSpPr>
            <a:spLocks xmlns:a="http://schemas.openxmlformats.org/drawingml/2006/main" noGrp="1"/>
          </p:cNvSpPr>
          <p:nvPr/>
        </p:nvSpPr>
        <p:spPr>
          <a:xfrm xmlns:a="http://schemas.openxmlformats.org/drawingml/2006/main">
            <a:off x="5562600" y="3495675"/>
            <a:ext cx="933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013" b="1">
                <a:solidFill>
                  <a:srgbClr val="AF1E2D"/>
                </a:solidFill>
                <a:latin typeface="Arial"/>
                <a:ea typeface="Arial"/>
                <a:cs typeface="Arial"/>
              </a:defRPr>
            </a:pPr>
            <a:r>
              <a:rPr sz="1013" b="1">
                <a:solidFill>
                  <a:srgbClr val="AF1E2D"/>
                </a:solidFill>
                <a:latin typeface="Arial"/>
                <a:ea typeface="Arial"/>
                <a:cs typeface="Arial"/>
              </a:rPr>
              <a:t>thin → 7</a:t>
            </a:r>
          </a:p>
        </p:txBody>
      </p:sp>
      <p:pic>
        <p:nvPicPr>
          <p:cNvPr id="513" name=""/>
          <p:cNvPicPr>
            <a:picLocks xmlns:a="http://schemas.openxmlformats.org/drawingml/2006/main" noChangeAspect="1"/>
          </p:cNvPicPr>
          <p:nvPr/>
        </p:nvPicPr>
        <p:blipFill>
          <a:blip xmlns:r="http://schemas.openxmlformats.org/officeDocument/2006/relationships" xmlns:a="http://schemas.openxmlformats.org/drawingml/2006/main" r:embed="R24658709a5b242e8"/>
          <a:stretch xmlns:a="http://schemas.openxmlformats.org/drawingml/2006/main"/>
        </p:blipFill>
        <p:spPr>
          <a:xfrm xmlns:a="http://schemas.openxmlformats.org/drawingml/2006/main">
            <a:off x="6553200" y="2880148"/>
            <a:ext cx="876300" cy="545253"/>
          </a:xfrm>
          <a:prstGeom xmlns:a="http://schemas.openxmlformats.org/drawingml/2006/main" prst="rect">
            <a:avLst/>
          </a:prstGeom>
        </p:spPr>
      </p:pic>
      <p:sp>
        <p:nvSpPr>
          <p:cNvPr id="297" name="Lecture text">
            <a:extLst xmlns:a="http://schemas.openxmlformats.org/drawingml/2006/main">
              <a:ext uri="{FF2B5EF4-FFF2-40B4-BE49-F238E27FC236}">
                <a16:creationId xmlns:a16="http://schemas.microsoft.com/office/drawing/2014/main" id="{1D24DFFB-F304-469C-BA9B-1B287C832C2B}"/>
              </a:ext>
            </a:extLst>
          </p:cNvPr>
          <p:cNvSpPr>
            <a:spLocks xmlns:a="http://schemas.openxmlformats.org/drawingml/2006/main" noGrp="1"/>
          </p:cNvSpPr>
          <p:nvPr/>
        </p:nvSpPr>
        <p:spPr>
          <a:xfrm xmlns:a="http://schemas.openxmlformats.org/drawingml/2006/main">
            <a:off x="6524625" y="3495675"/>
            <a:ext cx="933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013" b="1">
                <a:solidFill>
                  <a:srgbClr val="AF1E2D"/>
                </a:solidFill>
                <a:latin typeface="Arial"/>
                <a:ea typeface="Arial"/>
                <a:cs typeface="Arial"/>
              </a:defRPr>
            </a:pPr>
            <a:r>
              <a:rPr sz="1013" b="1">
                <a:solidFill>
                  <a:srgbClr val="AF1E2D"/>
                </a:solidFill>
                <a:latin typeface="Arial"/>
                <a:ea typeface="Arial"/>
                <a:cs typeface="Arial"/>
              </a:rPr>
              <a:t>holes → 7</a:t>
            </a:r>
          </a:p>
        </p:txBody>
      </p:sp>
      <p:pic>
        <p:nvPicPr>
          <p:cNvPr id="515" name=""/>
          <p:cNvPicPr>
            <a:picLocks xmlns:a="http://schemas.openxmlformats.org/drawingml/2006/main" noChangeAspect="1"/>
          </p:cNvPicPr>
          <p:nvPr/>
        </p:nvPicPr>
        <p:blipFill>
          <a:blip xmlns:r="http://schemas.openxmlformats.org/officeDocument/2006/relationships" xmlns:a="http://schemas.openxmlformats.org/drawingml/2006/main" r:embed="R3acfae1675d944b8"/>
          <a:stretch xmlns:a="http://schemas.openxmlformats.org/drawingml/2006/main"/>
        </p:blipFill>
        <p:spPr>
          <a:xfrm xmlns:a="http://schemas.openxmlformats.org/drawingml/2006/main">
            <a:off x="7515225" y="2880148"/>
            <a:ext cx="876300" cy="545253"/>
          </a:xfrm>
          <a:prstGeom xmlns:a="http://schemas.openxmlformats.org/drawingml/2006/main" prst="rect">
            <a:avLst/>
          </a:prstGeom>
        </p:spPr>
      </p:pic>
      <p:sp>
        <p:nvSpPr>
          <p:cNvPr id="299" name="Lecture text">
            <a:extLst xmlns:a="http://schemas.openxmlformats.org/drawingml/2006/main">
              <a:ext uri="{FF2B5EF4-FFF2-40B4-BE49-F238E27FC236}">
                <a16:creationId xmlns:a16="http://schemas.microsoft.com/office/drawing/2014/main" id="{797F6E58-6B15-42EC-87F6-07CD6002765D}"/>
              </a:ext>
            </a:extLst>
          </p:cNvPr>
          <p:cNvSpPr>
            <a:spLocks xmlns:a="http://schemas.openxmlformats.org/drawingml/2006/main" noGrp="1"/>
          </p:cNvSpPr>
          <p:nvPr/>
        </p:nvSpPr>
        <p:spPr>
          <a:xfrm xmlns:a="http://schemas.openxmlformats.org/drawingml/2006/main">
            <a:off x="7486650" y="3495675"/>
            <a:ext cx="933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013" b="1">
                <a:solidFill>
                  <a:srgbClr val="AF1E2D"/>
                </a:solidFill>
                <a:latin typeface="Arial"/>
                <a:ea typeface="Arial"/>
                <a:cs typeface="Arial"/>
              </a:defRPr>
            </a:pPr>
            <a:r>
              <a:rPr sz="1013" b="1">
                <a:solidFill>
                  <a:srgbClr val="AF1E2D"/>
                </a:solidFill>
                <a:latin typeface="Arial"/>
                <a:ea typeface="Arial"/>
                <a:cs typeface="Arial"/>
              </a:rPr>
              <a:t>dots → 9</a:t>
            </a:r>
          </a:p>
        </p:txBody>
      </p:sp>
      <p:sp>
        <p:nvSpPr>
          <p:cNvPr id="300" name="Projection histograms lose arrangement and are sensitive to shift, width, gaps, and noise.">
            <a:extLst xmlns:a="http://schemas.openxmlformats.org/drawingml/2006/main">
              <a:ext uri="{FF2B5EF4-FFF2-40B4-BE49-F238E27FC236}">
                <a16:creationId xmlns:a16="http://schemas.microsoft.com/office/drawing/2014/main" id="{355F1863-CC4B-4020-8FAF-1D234CDBF1B7}"/>
              </a:ext>
            </a:extLst>
          </p:cNvPr>
          <p:cNvSpPr>
            <a:spLocks xmlns:a="http://schemas.openxmlformats.org/drawingml/2006/main" noGrp="1"/>
          </p:cNvSpPr>
          <p:nvPr/>
        </p:nvSpPr>
        <p:spPr>
          <a:xfrm xmlns:a="http://schemas.openxmlformats.org/drawingml/2006/main">
            <a:off x="1000125" y="4324350"/>
            <a:ext cx="7143750" cy="381000"/>
          </a:xfrm>
          <a:prstGeom xmlns:a="http://schemas.openxmlformats.org/drawingml/2006/main" prst="roundRect">
            <a:avLst>
              <a:gd name="adj" fmla="val 25000"/>
            </a:avLst>
          </a:prstGeom>
          <a:solidFill xmlns:a="http://schemas.openxmlformats.org/drawingml/2006/main">
            <a:srgbClr val="EAF4FA"/>
          </a:solidFill>
          <a:ln xmlns:a="http://schemas.openxmlformats.org/drawingml/2006/main" w="12383">
            <a:solidFill>
              <a:srgbClr val="AF1E2D"/>
            </a:solidFill>
            <a:prstDash val="solid"/>
          </a:ln>
        </p:spPr>
        <p:txBody>
          <a:bodyPr xmlns:a="http://schemas.openxmlformats.org/drawingml/2006/main" wrap="square" lIns="66675" tIns="57150" rIns="66675" bIns="57150" anchor="ctr">
            <a:normAutofit fontScale="94964"/>
          </a:bodyPr>
          <a:lstStyle xmlns:a="http://schemas.openxmlformats.org/drawingml/2006/main"/>
          <a:p xmlns:a="http://schemas.openxmlformats.org/drawingml/2006/main">
            <a:pPr algn="ctr">
              <a:defRPr sz="1350" b="1">
                <a:solidFill>
                  <a:srgbClr val="AF1E2D"/>
                </a:solidFill>
                <a:latin typeface="Arial"/>
                <a:ea typeface="Arial"/>
                <a:cs typeface="Arial"/>
              </a:defRPr>
            </a:pPr>
            <a:r>
              <a:rPr sz="1350" b="1">
                <a:solidFill>
                  <a:srgbClr val="AF1E2D"/>
                </a:solidFill>
                <a:latin typeface="Arial"/>
                <a:ea typeface="Arial"/>
                <a:cs typeface="Arial"/>
              </a:rPr>
              <a:t>Projection histograms lose arrangement and are sensitive to shift, width, gaps, and noise.</a:t>
            </a:r>
          </a:p>
        </p:txBody>
      </p:sp>
    </p:spTree>
    <p:extLst>
      <p:ext uri="{BB962C8B-B14F-4D97-AF65-F5344CB8AC3E}">
        <p14:creationId xmlns:p14="http://schemas.microsoft.com/office/powerpoint/2010/main" val="62565560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83" name="Google Shape;83;g37bad65a17d_0_0">
            <a:extLst xmlns:a="http://schemas.openxmlformats.org/drawingml/2006/main">
              <a:ext uri="{FF2B5EF4-FFF2-40B4-BE49-F238E27FC236}">
                <a16:creationId xmlns:a16="http://schemas.microsoft.com/office/drawing/2014/main" id="{0CC56B34-6770-45D7-9E5A-4F0C2199F86A}"/>
              </a:ext>
            </a:extLst>
          </p:cNvPr>
          <p:cNvSpPr>
            <a:spLocks xmlns:a="http://schemas.openxmlformats.org/drawingml/2006/main" noGrp="1"/>
          </p:cNvSpPr>
          <p:nvPr>
            <p:ph type="title" idx="0"/>
          </p:nvPr>
        </p:nvSpPr>
        <p:spPr>
          <a:xfrm xmlns:a="http://schemas.openxmlformats.org/drawingml/2006/main">
            <a:off x="457200" y="528638"/>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45720" rIns="91440" bIns="4572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1400"/>
              <a:buNone/>
              <a:defRPr sz="2100" b="0">
                <a:solidFill>
                  <a:srgbClr val="00A0DF"/>
                </a:solidFill>
                <a:latin typeface="Arial"/>
                <a:ea typeface="Arial"/>
                <a:cs typeface="Arial"/>
              </a:defRPr>
            </a:pPr>
            <a:r>
              <a:rPr sz="2100" b="0">
                <a:solidFill>
                  <a:srgbClr val="00A0DF"/>
                </a:solidFill>
                <a:latin typeface="Arial"/>
                <a:ea typeface="Arial"/>
                <a:cs typeface="Arial"/>
              </a:rPr>
              <a:t>Hands-on 2A: test collision, shift, and thickness</a:t>
            </a:r>
            <a:endParaRPr/>
          </a:p>
        </p:txBody>
      </p:sp>
      <p:sp>
        <p:nvSpPr>
          <p:cNvPr id="85" name="Google Shape;85;g37bad65a17d_0_0">
            <a:extLst xmlns:a="http://schemas.openxmlformats.org/drawingml/2006/main">
              <a:ext uri="{FF2B5EF4-FFF2-40B4-BE49-F238E27FC236}">
                <a16:creationId xmlns:a16="http://schemas.microsoft.com/office/drawing/2014/main" id="{31B1C2C2-F77F-4032-9D0A-FF56401D76B3}"/>
              </a:ext>
            </a:extLst>
          </p:cNvPr>
          <p:cNvSpPr>
            <a:spLocks xmlns:a="http://schemas.openxmlformats.org/drawingml/2006/main" noGrp="1"/>
          </p:cNvSpPr>
          <p:nvPr>
            <p:ph type="sldNum" idx="12"/>
          </p:nvPr>
        </p:nvSpPr>
        <p:spPr>
          <a:xfrm xmlns:a="http://schemas.openxmlformats.org/drawingml/2006/main">
            <a:off x="3505200" y="4767263"/>
            <a:ext cx="2133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Clr>
                <a:srgbClr val="000000"/>
              </a:buClr>
              <a:buSzPts val="1200"/>
              <a:buFont typeface="Arial"/>
              <a:buNone/>
              <a:defRPr sz="1200">
                <a:solidFill>
                  <a:srgbClr val="00539F"/>
                </a:solidFill>
                <a:latin typeface="Arial"/>
                <a:ea typeface="Arial"/>
                <a:cs typeface="Arial"/>
              </a:defRPr>
            </a:pPr>
            <a:fld id="{30394428-F1DC-E5F6-DB0C-7DE31F3D8A23}" type="slidenum">
              <a:rPr sz="1200">
                <a:solidFill>
                  <a:srgbClr val="00539F"/>
                </a:solidFill>
                <a:latin typeface="Arial"/>
                <a:ea typeface="Arial"/>
                <a:cs typeface="Arial"/>
              </a:rPr>
              <a:t>11</a:t>
            </a:fld>
            <a:endParaRPr/>
          </a:p>
        </p:txBody>
      </p:sp>
      <p:sp>
        <p:nvSpPr>
          <p:cNvPr id="86" name="Section tag">
            <a:extLst xmlns:a="http://schemas.openxmlformats.org/drawingml/2006/main">
              <a:ext uri="{FF2B5EF4-FFF2-40B4-BE49-F238E27FC236}">
                <a16:creationId xmlns:a16="http://schemas.microsoft.com/office/drawing/2014/main" id="{90781D67-DB33-4B7A-B979-1900618D837D}"/>
              </a:ext>
            </a:extLst>
          </p:cNvPr>
          <p:cNvSpPr>
            <a:spLocks xmlns:a="http://schemas.openxmlformats.org/drawingml/2006/main" noGrp="1"/>
          </p:cNvSpPr>
          <p:nvPr/>
        </p:nvSpPr>
        <p:spPr>
          <a:xfrm xmlns:a="http://schemas.openxmlformats.org/drawingml/2006/main">
            <a:off x="619125" y="1304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HANDS-ON CHECKPOINT</a:t>
            </a:r>
          </a:p>
        </p:txBody>
      </p:sp>
      <p:sp>
        <p:nvSpPr>
          <p:cNvPr id="87" name="Student coding task">
            <a:extLst xmlns:a="http://schemas.openxmlformats.org/drawingml/2006/main">
              <a:ext uri="{FF2B5EF4-FFF2-40B4-BE49-F238E27FC236}">
                <a16:creationId xmlns:a16="http://schemas.microsoft.com/office/drawing/2014/main" id="{EFB04AFF-0CFE-47B5-B932-EA8C90DC67C9}"/>
              </a:ext>
            </a:extLst>
          </p:cNvPr>
          <p:cNvSpPr>
            <a:spLocks xmlns:a="http://schemas.openxmlformats.org/drawingml/2006/main" noGrp="1"/>
          </p:cNvSpPr>
          <p:nvPr/>
        </p:nvSpPr>
        <p:spPr>
          <a:xfrm xmlns:a="http://schemas.openxmlformats.org/drawingml/2006/main">
            <a:off x="666750" y="1495425"/>
            <a:ext cx="7810500" cy="523875"/>
          </a:xfrm>
          <a:prstGeom xmlns:a="http://schemas.openxmlformats.org/drawingml/2006/main" prst="roundRect">
            <a:avLst>
              <a:gd name="adj" fmla="val 18182"/>
            </a:avLst>
          </a:prstGeom>
          <a:solidFill xmlns:a="http://schemas.openxmlformats.org/drawingml/2006/main">
            <a:srgbClr val="FFF7E8"/>
          </a:solidFill>
          <a:ln xmlns:a="http://schemas.openxmlformats.org/drawingml/2006/main" w="12383">
            <a:solidFill>
              <a:srgbClr val="EF8200"/>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050" b="1">
                <a:solidFill>
                  <a:srgbClr val="17324D"/>
                </a:solidFill>
                <a:latin typeface="Arial"/>
                <a:ea typeface="Arial"/>
                <a:cs typeface="Arial"/>
              </a:defRPr>
            </a:pPr>
            <a:r>
              <a:rPr sz="1050" b="1">
                <a:solidFill>
                  <a:srgbClr val="17324D"/>
                </a:solidFill>
                <a:latin typeface="Arial"/>
                <a:ea typeface="Arial"/>
                <a:cs typeface="Arial"/>
              </a:rPr>
              <a:t>NO CODE CHANGE • KEEP the Hands-on 1 node running • USE one input at a time</a:t>
            </a:r>
          </a:p>
        </p:txBody>
      </p:sp>
      <p:sp>
        <p:nvSpPr>
          <p:cNvPr id="88" name="Lecture text">
            <a:extLst xmlns:a="http://schemas.openxmlformats.org/drawingml/2006/main">
              <a:ext uri="{FF2B5EF4-FFF2-40B4-BE49-F238E27FC236}">
                <a16:creationId xmlns:a16="http://schemas.microsoft.com/office/drawing/2014/main" id="{C4496B99-4955-43F5-9A92-0C049DB59A79}"/>
              </a:ext>
            </a:extLst>
          </p:cNvPr>
          <p:cNvSpPr>
            <a:spLocks xmlns:a="http://schemas.openxmlformats.org/drawingml/2006/main" noGrp="1"/>
          </p:cNvSpPr>
          <p:nvPr/>
        </p:nvSpPr>
        <p:spPr>
          <a:xfrm xmlns:a="http://schemas.openxmlformats.org/drawingml/2006/main">
            <a:off x="762000" y="2076450"/>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rmAutofit fontScale="88542"/>
          </a:bodyPr>
          <a:lstStyle xmlns:a="http://schemas.openxmlformats.org/drawingml/2006/main"/>
          <a:p xmlns:a="http://schemas.openxmlformats.org/drawingml/2006/main">
            <a:pPr algn="ctr">
              <a:defRPr sz="1200" b="1">
                <a:solidFill>
                  <a:srgbClr val="EF8200"/>
                </a:solidFill>
                <a:latin typeface="Arial"/>
                <a:ea typeface="Arial"/>
                <a:cs typeface="Arial"/>
              </a:defRPr>
            </a:pPr>
            <a:r>
              <a:rPr sz="1200" b="1">
                <a:solidFill>
                  <a:srgbClr val="EF8200"/>
                </a:solidFill>
                <a:latin typeface="Arial"/>
                <a:ea typeface="Arial"/>
                <a:cs typeface="Arial"/>
              </a:rPr>
              <a:t>Use Terminals 1 and 2 once. In Terminal 3, run step 3, inspect it, then run 4, then 5.</a:t>
            </a:r>
          </a:p>
        </p:txBody>
      </p:sp>
      <p:pic>
        <p:nvPicPr>
          <p:cNvPr id="98" name=""/>
          <p:cNvPicPr>
            <a:picLocks xmlns:a="http://schemas.openxmlformats.org/drawingml/2006/main" noChangeAspect="1"/>
          </p:cNvPicPr>
          <p:nvPr/>
        </p:nvPicPr>
        <p:blipFill>
          <a:blip xmlns:r="http://schemas.openxmlformats.org/officeDocument/2006/relationships" xmlns:a="http://schemas.openxmlformats.org/drawingml/2006/main" r:embed="Rb3b26d45b67e43cc"/>
          <a:stretch xmlns:a="http://schemas.openxmlformats.org/drawingml/2006/main"/>
        </p:blipFill>
        <p:spPr>
          <a:xfrm xmlns:a="http://schemas.openxmlformats.org/drawingml/2006/main">
            <a:off x="666750" y="2478881"/>
            <a:ext cx="2571750" cy="1500188"/>
          </a:xfrm>
          <a:prstGeom xmlns:a="http://schemas.openxmlformats.org/drawingml/2006/main" prst="rect">
            <a:avLst/>
          </a:prstGeom>
        </p:spPr>
      </p:pic>
      <p:sp>
        <p:nvSpPr>
          <p:cNvPr id="90" name="Lecture text">
            <a:extLst xmlns:a="http://schemas.openxmlformats.org/drawingml/2006/main">
              <a:ext uri="{FF2B5EF4-FFF2-40B4-BE49-F238E27FC236}">
                <a16:creationId xmlns:a16="http://schemas.microsoft.com/office/drawing/2014/main" id="{836AC61F-A1E8-4679-8C80-F38027DD6D76}"/>
              </a:ext>
            </a:extLst>
          </p:cNvPr>
          <p:cNvSpPr>
            <a:spLocks xmlns:a="http://schemas.openxmlformats.org/drawingml/2006/main" noGrp="1"/>
          </p:cNvSpPr>
          <p:nvPr/>
        </p:nvSpPr>
        <p:spPr>
          <a:xfrm xmlns:a="http://schemas.openxmlformats.org/drawingml/2006/main">
            <a:off x="695325" y="4010025"/>
            <a:ext cx="2514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rmAutofit fontScale="79315"/>
          </a:bodyPr>
          <a:lstStyle xmlns:a="http://schemas.openxmlformats.org/drawingml/2006/main"/>
          <a:p xmlns:a="http://schemas.openxmlformats.org/drawingml/2006/main">
            <a:pPr algn="ctr">
              <a:defRPr sz="788" b="0">
                <a:solidFill>
                  <a:srgbClr val="4B6072"/>
                </a:solidFill>
                <a:latin typeface="Arial"/>
                <a:ea typeface="Arial"/>
                <a:cs typeface="Arial"/>
              </a:defRPr>
            </a:pPr>
            <a:r>
              <a:rPr sz="788" b="0">
                <a:solidFill>
                  <a:srgbClr val="4B6072"/>
                </a:solidFill>
                <a:latin typeface="Arial"/>
                <a:ea typeface="Arial"/>
                <a:cs typeface="Arial"/>
              </a:rPr>
              <a:t>Animated preview — reproduce it with the ROS 2 steps</a:t>
            </a:r>
          </a:p>
        </p:txBody>
      </p:sp>
      <p:sp>
        <p:nvSpPr>
          <p:cNvPr id="91" name="Runnable code">
            <a:extLst xmlns:a="http://schemas.openxmlformats.org/drawingml/2006/main">
              <a:ext uri="{FF2B5EF4-FFF2-40B4-BE49-F238E27FC236}">
                <a16:creationId xmlns:a16="http://schemas.microsoft.com/office/drawing/2014/main" id="{6B8A9833-EBBE-43E6-B210-AD0ED609FC60}"/>
              </a:ext>
            </a:extLst>
          </p:cNvPr>
          <p:cNvSpPr>
            <a:spLocks xmlns:a="http://schemas.openxmlformats.org/drawingml/2006/main" noGrp="1"/>
          </p:cNvSpPr>
          <p:nvPr/>
        </p:nvSpPr>
        <p:spPr>
          <a:xfrm xmlns:a="http://schemas.openxmlformats.org/drawingml/2006/main">
            <a:off x="3381375" y="2352675"/>
            <a:ext cx="5095875" cy="1790700"/>
          </a:xfrm>
          <a:prstGeom xmlns:a="http://schemas.openxmlformats.org/drawingml/2006/main" prst="roundRect">
            <a:avLst>
              <a:gd name="adj" fmla="val 4255"/>
            </a:avLst>
          </a:prstGeom>
          <a:solidFill xmlns:a="http://schemas.openxmlformats.org/drawingml/2006/main">
            <a:srgbClr val="F3F7FA"/>
          </a:solidFill>
          <a:ln xmlns:a="http://schemas.openxmlformats.org/drawingml/2006/main" w="11430">
            <a:solidFill>
              <a:srgbClr val="C8D7E1"/>
            </a:solidFill>
            <a:prstDash val="solid"/>
          </a:ln>
        </p:spPr>
        <p:txBody>
          <a:bodyPr xmlns:a="http://schemas.openxmlformats.org/drawingml/2006/main" wrap="square" lIns="114300" tIns="95250" rIns="114300" bIns="95250" anchor="t">
            <a:normAutofit fontScale="100000"/>
          </a:bodyPr>
          <a:lstStyle xmlns:a="http://schemas.openxmlformats.org/drawingml/2006/main"/>
          <a:p xmlns:a="http://schemas.openxmlformats.org/drawingml/2006/main">
            <a:pPr algn="l">
              <a:defRPr sz="536" b="0">
                <a:solidFill>
                  <a:srgbClr val="17324D"/>
                </a:solidFill>
                <a:latin typeface="Courier New"/>
                <a:ea typeface="Courier New"/>
                <a:cs typeface="Courier New"/>
              </a:defRPr>
            </a:pPr>
            <a:r>
              <a:rPr sz="536" b="0">
                <a:solidFill>
                  <a:srgbClr val="17324D"/>
                </a:solidFill>
                <a:latin typeface="Courier New"/>
                <a:ea typeface="Courier New"/>
                <a:cs typeface="Courier New"/>
              </a:rPr>
              <a:t># 1) TERMINAL 1 — confirm one /digit_recognizer is running</a:t>
            </a:r>
          </a:p>
          <a:p xmlns:a="http://schemas.openxmlformats.org/drawingml/2006/main">
            <a:pPr algn="l">
              <a:defRPr sz="536" b="0">
                <a:solidFill>
                  <a:srgbClr val="17324D"/>
                </a:solidFill>
                <a:latin typeface="Courier New"/>
                <a:ea typeface="Courier New"/>
                <a:cs typeface="Courier New"/>
              </a:defRPr>
            </a:pPr>
            <a:r>
              <a:rPr sz="536" b="0">
                <a:solidFill>
                  <a:srgbClr val="17324D"/>
                </a:solidFill>
                <a:latin typeface="Courier New"/>
                <a:ea typeface="Courier New"/>
                <a:cs typeface="Courier New"/>
              </a:rPr>
              <a:t>ros2 node list</a:t>
            </a:r>
          </a:p>
          <a:p xmlns:a="http://schemas.openxmlformats.org/drawingml/2006/main">
            <a:pPr algn="l">
              <a:defRPr sz="536" b="0">
                <a:solidFill>
                  <a:srgbClr val="17324D"/>
                </a:solidFill>
                <a:latin typeface="Courier New"/>
                <a:ea typeface="Courier New"/>
                <a:cs typeface="Courier New"/>
              </a:defRPr>
            </a:pPr>
            <a:r>
              <a:rPr sz="536" b="0">
                <a:solidFill>
                  <a:srgbClr val="17324D"/>
                </a:solidFill>
                <a:latin typeface="Courier New"/>
                <a:ea typeface="Courier New"/>
                <a:cs typeface="Courier New"/>
              </a:rPr>
              <a:t># 2) TERMINAL 2 — show every report; leave running</a:t>
            </a:r>
          </a:p>
          <a:p xmlns:a="http://schemas.openxmlformats.org/drawingml/2006/main">
            <a:pPr algn="l">
              <a:defRPr sz="536" b="0">
                <a:solidFill>
                  <a:srgbClr val="17324D"/>
                </a:solidFill>
                <a:latin typeface="Courier New"/>
                <a:ea typeface="Courier New"/>
                <a:cs typeface="Courier New"/>
              </a:defRPr>
            </a:pPr>
            <a:r>
              <a:rPr sz="536" b="0">
                <a:solidFill>
                  <a:srgbClr val="17324D"/>
                </a:solidFill>
                <a:latin typeface="Courier New"/>
                <a:ea typeface="Courier New"/>
                <a:cs typeface="Courier New"/>
              </a:rPr>
              <a:t>ros2 topic echo /perception/digit_report</a:t>
            </a:r>
          </a:p>
          <a:p xmlns:a="http://schemas.openxmlformats.org/drawingml/2006/main">
            <a:pPr algn="l">
              <a:defRPr sz="536" b="0">
                <a:solidFill>
                  <a:srgbClr val="17324D"/>
                </a:solidFill>
                <a:latin typeface="Courier New"/>
                <a:ea typeface="Courier New"/>
                <a:cs typeface="Courier New"/>
              </a:defRPr>
            </a:pPr>
            <a:r>
              <a:rPr sz="536" b="0">
                <a:solidFill>
                  <a:srgbClr val="17324D"/>
                </a:solidFill>
                <a:latin typeface="Courier New"/>
                <a:ea typeface="Courier New"/>
                <a:cs typeface="Courier New"/>
              </a:rPr>
              <a:t># 3) TERMINAL 3 — clean 5: histogram collision</a:t>
            </a:r>
          </a:p>
          <a:p xmlns:a="http://schemas.openxmlformats.org/drawingml/2006/main">
            <a:pPr algn="l">
              <a:defRPr sz="536" b="0">
                <a:solidFill>
                  <a:srgbClr val="17324D"/>
                </a:solidFill>
                <a:latin typeface="Courier New"/>
                <a:ea typeface="Courier New"/>
                <a:cs typeface="Courier New"/>
              </a:defRPr>
            </a:pPr>
            <a:r>
              <a:rPr sz="536" b="0">
                <a:solidFill>
                  <a:srgbClr val="17324D"/>
                </a:solidFill>
                <a:latin typeface="Courier New"/>
                <a:ea typeface="Courier New"/>
                <a:cs typeface="Courier New"/>
              </a:rPr>
              <a:t>ros2 topic pub --once /perception/digit_matrix \</a:t>
            </a:r>
          </a:p>
          <a:p xmlns:a="http://schemas.openxmlformats.org/drawingml/2006/main">
            <a:pPr algn="l">
              <a:defRPr sz="536" b="0">
                <a:solidFill>
                  <a:srgbClr val="17324D"/>
                </a:solidFill>
                <a:latin typeface="Courier New"/>
                <a:ea typeface="Courier New"/>
                <a:cs typeface="Courier New"/>
              </a:defRPr>
            </a:pPr>
            <a:r>
              <a:rPr sz="536" b="0">
                <a:solidFill>
                  <a:srgbClr val="17324D"/>
                </a:solidFill>
                <a:latin typeface="Courier New"/>
                <a:ea typeface="Courier New"/>
                <a:cs typeface="Courier New"/>
              </a:rPr>
              <a:t> std_msgs/msg/Int32MultiArray "$(cat msg/d5.yaml)"</a:t>
            </a:r>
          </a:p>
          <a:p xmlns:a="http://schemas.openxmlformats.org/drawingml/2006/main">
            <a:pPr algn="l">
              <a:defRPr sz="536" b="0">
                <a:solidFill>
                  <a:srgbClr val="17324D"/>
                </a:solidFill>
                <a:latin typeface="Courier New"/>
                <a:ea typeface="Courier New"/>
                <a:cs typeface="Courier New"/>
              </a:defRPr>
            </a:pPr>
            <a:r>
              <a:rPr sz="536" b="0">
                <a:solidFill>
                  <a:srgbClr val="17324D"/>
                </a:solidFill>
                <a:latin typeface="Courier New"/>
                <a:ea typeface="Courier New"/>
                <a:cs typeface="Courier New"/>
              </a:rPr>
              <a:t># 4) TERMINAL 3 — shifted 3</a:t>
            </a:r>
          </a:p>
          <a:p xmlns:a="http://schemas.openxmlformats.org/drawingml/2006/main">
            <a:pPr algn="l">
              <a:defRPr sz="536" b="0">
                <a:solidFill>
                  <a:srgbClr val="17324D"/>
                </a:solidFill>
                <a:latin typeface="Courier New"/>
                <a:ea typeface="Courier New"/>
                <a:cs typeface="Courier New"/>
              </a:defRPr>
            </a:pPr>
            <a:r>
              <a:rPr sz="536" b="0">
                <a:solidFill>
                  <a:srgbClr val="17324D"/>
                </a:solidFill>
                <a:latin typeface="Courier New"/>
                <a:ea typeface="Courier New"/>
                <a:cs typeface="Courier New"/>
              </a:rPr>
              <a:t>ros2 topic pub --once /perception/digit_matrix \</a:t>
            </a:r>
          </a:p>
          <a:p xmlns:a="http://schemas.openxmlformats.org/drawingml/2006/main">
            <a:pPr algn="l">
              <a:defRPr sz="536" b="0">
                <a:solidFill>
                  <a:srgbClr val="17324D"/>
                </a:solidFill>
                <a:latin typeface="Courier New"/>
                <a:ea typeface="Courier New"/>
                <a:cs typeface="Courier New"/>
              </a:defRPr>
            </a:pPr>
            <a:r>
              <a:rPr sz="536" b="0">
                <a:solidFill>
                  <a:srgbClr val="17324D"/>
                </a:solidFill>
                <a:latin typeface="Courier New"/>
                <a:ea typeface="Courier New"/>
                <a:cs typeface="Courier New"/>
              </a:rPr>
              <a:t> std_msgs/msg/Int32MultiArray "$(cat msg/d3_shift.yaml)"</a:t>
            </a:r>
          </a:p>
          <a:p xmlns:a="http://schemas.openxmlformats.org/drawingml/2006/main">
            <a:pPr algn="l">
              <a:defRPr sz="536" b="0">
                <a:solidFill>
                  <a:srgbClr val="17324D"/>
                </a:solidFill>
                <a:latin typeface="Courier New"/>
                <a:ea typeface="Courier New"/>
                <a:cs typeface="Courier New"/>
              </a:defRPr>
            </a:pPr>
            <a:r>
              <a:rPr sz="536" b="0">
                <a:solidFill>
                  <a:srgbClr val="17324D"/>
                </a:solidFill>
                <a:latin typeface="Courier New"/>
                <a:ea typeface="Courier New"/>
                <a:cs typeface="Courier New"/>
              </a:rPr>
              <a:t># 5) TERMINAL 3 — thick 3</a:t>
            </a:r>
          </a:p>
          <a:p xmlns:a="http://schemas.openxmlformats.org/drawingml/2006/main">
            <a:pPr algn="l">
              <a:defRPr sz="536" b="0">
                <a:solidFill>
                  <a:srgbClr val="17324D"/>
                </a:solidFill>
                <a:latin typeface="Courier New"/>
                <a:ea typeface="Courier New"/>
                <a:cs typeface="Courier New"/>
              </a:defRPr>
            </a:pPr>
            <a:r>
              <a:rPr sz="536" b="0">
                <a:solidFill>
                  <a:srgbClr val="17324D"/>
                </a:solidFill>
                <a:latin typeface="Courier New"/>
                <a:ea typeface="Courier New"/>
                <a:cs typeface="Courier New"/>
              </a:rPr>
              <a:t>ros2 topic pub --once /perception/digit_matrix \</a:t>
            </a:r>
          </a:p>
          <a:p xmlns:a="http://schemas.openxmlformats.org/drawingml/2006/main">
            <a:pPr algn="l">
              <a:defRPr sz="536" b="0">
                <a:solidFill>
                  <a:srgbClr val="17324D"/>
                </a:solidFill>
                <a:latin typeface="Courier New"/>
                <a:ea typeface="Courier New"/>
                <a:cs typeface="Courier New"/>
              </a:defRPr>
            </a:pPr>
            <a:r>
              <a:rPr sz="536" b="0">
                <a:solidFill>
                  <a:srgbClr val="17324D"/>
                </a:solidFill>
                <a:latin typeface="Courier New"/>
                <a:ea typeface="Courier New"/>
                <a:cs typeface="Courier New"/>
              </a:rPr>
              <a:t> std_msgs/msg/Int32MultiArray "$(cat msg/d3_thick.yaml)"</a:t>
            </a:r>
          </a:p>
        </p:txBody>
      </p:sp>
      <p:sp>
        <p:nvSpPr>
          <p:cNvPr id="92" name="Steps 3–5 predict −1, −1, 9 • Inspect outputs/histogram_digit.png after EACH step • Continue to 2B">
            <a:extLst xmlns:a="http://schemas.openxmlformats.org/drawingml/2006/main">
              <a:ext uri="{FF2B5EF4-FFF2-40B4-BE49-F238E27FC236}">
                <a16:creationId xmlns:a16="http://schemas.microsoft.com/office/drawing/2014/main" id="{A376BC2A-3077-40CF-9448-87F6A2B0F399}"/>
              </a:ext>
            </a:extLst>
          </p:cNvPr>
          <p:cNvSpPr>
            <a:spLocks xmlns:a="http://schemas.openxmlformats.org/drawingml/2006/main" noGrp="1"/>
          </p:cNvSpPr>
          <p:nvPr/>
        </p:nvSpPr>
        <p:spPr>
          <a:xfrm xmlns:a="http://schemas.openxmlformats.org/drawingml/2006/main">
            <a:off x="762000" y="4219575"/>
            <a:ext cx="7620000" cy="476250"/>
          </a:xfrm>
          <a:prstGeom xmlns:a="http://schemas.openxmlformats.org/drawingml/2006/main" prst="roundRect">
            <a:avLst>
              <a:gd name="adj" fmla="val 20000"/>
            </a:avLst>
          </a:prstGeom>
          <a:solidFill xmlns:a="http://schemas.openxmlformats.org/drawingml/2006/main">
            <a:srgbClr val="FFF7E8"/>
          </a:solidFill>
          <a:ln xmlns:a="http://schemas.openxmlformats.org/drawingml/2006/main" w="12383">
            <a:solidFill>
              <a:srgbClr val="EF8200"/>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035" b="1">
                <a:solidFill>
                  <a:srgbClr val="17324D"/>
                </a:solidFill>
                <a:latin typeface="Arial"/>
                <a:ea typeface="Arial"/>
                <a:cs typeface="Arial"/>
              </a:defRPr>
            </a:pPr>
            <a:r>
              <a:rPr sz="1035" b="1">
                <a:solidFill>
                  <a:srgbClr val="17324D"/>
                </a:solidFill>
                <a:latin typeface="Arial"/>
                <a:ea typeface="Arial"/>
                <a:cs typeface="Arial"/>
              </a:rPr>
              <a:t>Steps 3–5 predict −1, −1, 9 • Inspect outputs/histogram_digit.png after EACH step • Continue to 2B</a:t>
            </a:r>
          </a:p>
        </p:txBody>
      </p:sp>
    </p:spTree>
    <p:extLst>
      <p:ext uri="{BB962C8B-B14F-4D97-AF65-F5344CB8AC3E}">
        <p14:creationId xmlns:p14="http://schemas.microsoft.com/office/powerpoint/2010/main" val="62565560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0" name="Google Shape;17;p6">
            <a:extLst xmlns:a="http://schemas.openxmlformats.org/drawingml/2006/main">
              <a:ext uri="{FF2B5EF4-FFF2-40B4-BE49-F238E27FC236}">
                <a16:creationId xmlns:a16="http://schemas.microsoft.com/office/drawing/2014/main" id="{CA7F72D0-4F21-47CE-8589-B3A062E6B8DC}"/>
              </a:ext>
            </a:extLst>
          </p:cNvPr>
          <p:cNvSpPr>
            <a:spLocks xmlns:a="http://schemas.openxmlformats.org/drawingml/2006/main" noGrp="1"/>
          </p:cNvSpPr>
          <p:nvPr>
            <p:ph type="title" idx="0"/>
          </p:nvPr>
        </p:nvSpPr>
        <p:spPr>
          <a:xfrm xmlns:a="http://schemas.openxmlformats.org/drawingml/2006/main">
            <a:off x="457200" y="528638"/>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45720" rIns="91440" bIns="45720" anchor="ctr">
            <a:normAutofit fontScale="100000"/>
          </a:bodyPr>
          <a:lstStyle xmlns:a="http://schemas.openxmlformats.org/drawingml/2006/main">
            <a:lvl1pPr algn="ctr">
              <a:lnSpc>
                <a:spcPct val="100000"/>
              </a:lnSpc>
              <a:spcBef>
                <a:spcPts val="0"/>
              </a:spcBef>
              <a:spcAft>
                <a:spcPts val="0"/>
              </a:spcAft>
              <a:buSzPts val="1400"/>
              <a:buNone/>
              <a:defRPr>
                <a:solidFill>
                  <a:srgbClr val="006096"/>
                </a:solidFill>
              </a:defRPr>
            </a:lvl1pPr>
            <a:lvl2pPr algn="ctr">
              <a:lnSpc>
                <a:spcPct val="100000"/>
              </a:lnSpc>
              <a:spcBef>
                <a:spcPts val="0"/>
              </a:spcBef>
              <a:spcAft>
                <a:spcPts val="0"/>
              </a:spcAft>
              <a:buSzPts val="1400"/>
              <a:buNone/>
              <a:defRPr/>
            </a:lvl2pPr>
            <a:lvl3pPr algn="ctr">
              <a:lnSpc>
                <a:spcPct val="100000"/>
              </a:lnSpc>
              <a:spcBef>
                <a:spcPts val="0"/>
              </a:spcBef>
              <a:spcAft>
                <a:spcPts val="0"/>
              </a:spcAft>
              <a:buSzPts val="1400"/>
              <a:buNone/>
              <a:defRPr/>
            </a:lvl3pPr>
            <a:lvl4pPr algn="ctr">
              <a:lnSpc>
                <a:spcPct val="100000"/>
              </a:lnSpc>
              <a:spcBef>
                <a:spcPts val="0"/>
              </a:spcBef>
              <a:spcAft>
                <a:spcPts val="0"/>
              </a:spcAft>
              <a:buSzPts val="1400"/>
              <a:buNone/>
              <a:defRPr/>
            </a:lvl4pPr>
            <a:lvl5pPr algn="ctr">
              <a:lnSpc>
                <a:spcPct val="100000"/>
              </a:lnSpc>
              <a:spcBef>
                <a:spcPts val="0"/>
              </a:spcBef>
              <a:spcAft>
                <a:spcPts val="0"/>
              </a:spcAft>
              <a:buSzPts val="1400"/>
              <a:buNone/>
              <a:defRPr/>
            </a:lvl5pPr>
            <a:lvl6pPr algn="ctr">
              <a:lnSpc>
                <a:spcPct val="100000"/>
              </a:lnSpc>
              <a:spcBef>
                <a:spcPts val="0"/>
              </a:spcBef>
              <a:spcAft>
                <a:spcPts val="0"/>
              </a:spcAft>
              <a:buSzPts val="1400"/>
              <a:buNone/>
              <a:defRPr/>
            </a:lvl6pPr>
            <a:lvl7pPr algn="ctr">
              <a:lnSpc>
                <a:spcPct val="100000"/>
              </a:lnSpc>
              <a:spcBef>
                <a:spcPts val="0"/>
              </a:spcBef>
              <a:spcAft>
                <a:spcPts val="0"/>
              </a:spcAft>
              <a:buSzPts val="1400"/>
              <a:buNone/>
              <a:defRPr/>
            </a:lvl7pPr>
            <a:lvl8pPr algn="ctr">
              <a:lnSpc>
                <a:spcPct val="100000"/>
              </a:lnSpc>
              <a:spcBef>
                <a:spcPts val="0"/>
              </a:spcBef>
              <a:spcAft>
                <a:spcPts val="0"/>
              </a:spcAft>
              <a:buSzPts val="1400"/>
              <a:buNone/>
              <a:defRPr/>
            </a:lvl8pPr>
            <a:lvl9pPr algn="ctr">
              <a:lnSpc>
                <a:spcPct val="100000"/>
              </a:lnSpc>
              <a:spcBef>
                <a:spcPts val="0"/>
              </a:spcBef>
              <a:spcAft>
                <a:spcPts val="0"/>
              </a:spcAft>
              <a:buSzPts val="1400"/>
              <a:buNone/>
              <a:defRPr/>
            </a:lvl9pPr>
          </a:lstStyle>
          <a:p xmlns:a="http://schemas.openxmlformats.org/drawingml/2006/main">
            <a:pPr algn="ctr">
              <a:defRPr sz="2100" b="0">
                <a:solidFill>
                  <a:srgbClr val="00A0DF"/>
                </a:solidFill>
                <a:latin typeface="Arial"/>
                <a:ea typeface="Arial"/>
                <a:cs typeface="Arial"/>
              </a:defRPr>
            </a:pPr>
            <a:r>
              <a:rPr sz="2100" b="0">
                <a:solidFill>
                  <a:srgbClr val="00A0DF"/>
                </a:solidFill>
                <a:latin typeface="Arial"/>
                <a:ea typeface="Arial"/>
                <a:cs typeface="Arial"/>
              </a:rPr>
              <a:t>Hands-on 2B: test thin strokes, holes, and dots</a:t>
            </a:r>
          </a:p>
        </p:txBody>
      </p:sp>
      <p:sp>
        <p:nvSpPr>
          <p:cNvPr id="2" name="Google Shape;19;p6">
            <a:extLst xmlns:a="http://schemas.openxmlformats.org/drawingml/2006/main">
              <a:ext uri="{FF2B5EF4-FFF2-40B4-BE49-F238E27FC236}">
                <a16:creationId xmlns:a16="http://schemas.microsoft.com/office/drawing/2014/main" id="{AC4CCDEC-1DC0-4A5A-85B4-38F0551A1D63}"/>
              </a:ext>
            </a:extLst>
          </p:cNvPr>
          <p:cNvSpPr>
            <a:spLocks xmlns:a="http://schemas.openxmlformats.org/drawingml/2006/main" noGrp="1"/>
          </p:cNvSpPr>
          <p:nvPr>
            <p:ph type="sldNum" idx="12"/>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1pPr>
            <a:lvl2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2pPr>
            <a:lvl3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3pPr>
            <a:lvl4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4pPr>
            <a:lvl5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5pPr>
            <a:lvl6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6pPr>
            <a:lvl7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7pPr>
            <a:lvl8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8pPr>
            <a:lvl9pPr marL="0" marR="0" indent="0" algn="ctr">
              <a:lnSpc>
                <a:spcPct val="100000"/>
              </a:lnSpc>
              <a:spcBef>
                <a:spcPts val="0"/>
              </a:spcBef>
              <a:spcAft>
                <a:spcPts val="0"/>
              </a:spcAft>
              <a:buClr>
                <a:srgbClr val="000000"/>
              </a:buClr>
              <a:buSzPts val="1200"/>
              <a:buFont typeface="Arial"/>
              <a:buNone/>
              <a:defRPr sz="1200" b="0" i="0" u="none" cap="none">
                <a:solidFill>
                  <a:schemeClr val="lt1"/>
                </a:solidFill>
                <a:latin typeface="Helvetica Neue"/>
                <a:ea typeface="Helvetica Neue"/>
                <a:cs typeface="Helvetica Neue"/>
              </a:defRPr>
            </a:lvl9pPr>
          </a:lstStyle>
          <a:p xmlns:a="http://schemas.openxmlformats.org/drawingml/2006/main">
            <a:pPr marL="0" lvl="0" indent="0" algn="ctr">
              <a:spcBef>
                <a:spcPts val="0"/>
              </a:spcBef>
              <a:spcAft>
                <a:spcPts val="0"/>
              </a:spcAft>
              <a:buNone/>
              <a:defRPr sz="1200">
                <a:solidFill>
                  <a:srgbClr val="00539F"/>
                </a:solidFill>
                <a:latin typeface="Arial"/>
                <a:ea typeface="Arial"/>
                <a:cs typeface="Arial"/>
              </a:defRPr>
            </a:pPr>
            <a:fld id="{4DB16885-0D3F-A391-B669-3211DB3B26E8}" type="slidenum">
              <a:rPr sz="1200">
                <a:solidFill>
                  <a:srgbClr val="00539F"/>
                </a:solidFill>
                <a:latin typeface="Arial"/>
                <a:ea typeface="Arial"/>
                <a:cs typeface="Arial"/>
              </a:rPr>
              <a:t>12</a:t>
            </a:fld>
            <a:endParaRPr/>
          </a:p>
        </p:txBody>
      </p:sp>
      <p:sp>
        <p:nvSpPr>
          <p:cNvPr id="3" name="Section tag">
            <a:extLst xmlns:a="http://schemas.openxmlformats.org/drawingml/2006/main">
              <a:ext uri="{FF2B5EF4-FFF2-40B4-BE49-F238E27FC236}">
                <a16:creationId xmlns:a16="http://schemas.microsoft.com/office/drawing/2014/main" id="{ADE95FC7-FA79-4425-9057-1E20789F67A7}"/>
              </a:ext>
            </a:extLst>
          </p:cNvPr>
          <p:cNvSpPr>
            <a:spLocks xmlns:a="http://schemas.openxmlformats.org/drawingml/2006/main" noGrp="1"/>
          </p:cNvSpPr>
          <p:nvPr/>
        </p:nvSpPr>
        <p:spPr>
          <a:xfrm xmlns:a="http://schemas.openxmlformats.org/drawingml/2006/main">
            <a:off x="619125" y="1304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HANDS-ON CHECKPOINT</a:t>
            </a:r>
          </a:p>
        </p:txBody>
      </p:sp>
      <p:sp>
        <p:nvSpPr>
          <p:cNvPr id="4" name="Student coding task">
            <a:extLst xmlns:a="http://schemas.openxmlformats.org/drawingml/2006/main">
              <a:ext uri="{FF2B5EF4-FFF2-40B4-BE49-F238E27FC236}">
                <a16:creationId xmlns:a16="http://schemas.microsoft.com/office/drawing/2014/main" id="{3CC97818-A3D0-41DC-9C99-D6854267A1DC}"/>
              </a:ext>
            </a:extLst>
          </p:cNvPr>
          <p:cNvSpPr>
            <a:spLocks xmlns:a="http://schemas.openxmlformats.org/drawingml/2006/main" noGrp="1"/>
          </p:cNvSpPr>
          <p:nvPr/>
        </p:nvSpPr>
        <p:spPr>
          <a:xfrm xmlns:a="http://schemas.openxmlformats.org/drawingml/2006/main">
            <a:off x="666750" y="1495425"/>
            <a:ext cx="7810500" cy="523875"/>
          </a:xfrm>
          <a:prstGeom xmlns:a="http://schemas.openxmlformats.org/drawingml/2006/main" prst="roundRect">
            <a:avLst>
              <a:gd name="adj" fmla="val 18182"/>
            </a:avLst>
          </a:prstGeom>
          <a:solidFill xmlns:a="http://schemas.openxmlformats.org/drawingml/2006/main">
            <a:srgbClr val="FFF7E8"/>
          </a:solidFill>
          <a:ln xmlns:a="http://schemas.openxmlformats.org/drawingml/2006/main" w="12383">
            <a:solidFill>
              <a:srgbClr val="EF8200"/>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050" b="1">
                <a:solidFill>
                  <a:srgbClr val="17324D"/>
                </a:solidFill>
                <a:latin typeface="Arial"/>
                <a:ea typeface="Arial"/>
                <a:cs typeface="Arial"/>
              </a:defRPr>
            </a:pPr>
            <a:r>
              <a:rPr sz="1050" b="1">
                <a:solidFill>
                  <a:srgbClr val="17324D"/>
                </a:solidFill>
                <a:latin typeface="Arial"/>
                <a:ea typeface="Arial"/>
                <a:cs typeface="Arial"/>
              </a:rPr>
              <a:t>KEEP the same node and echo running • USE Terminal 3 • TEST one input at a time</a:t>
            </a:r>
          </a:p>
        </p:txBody>
      </p:sp>
      <p:sp>
        <p:nvSpPr>
          <p:cNvPr id="5" name="Lecture text">
            <a:extLst xmlns:a="http://schemas.openxmlformats.org/drawingml/2006/main">
              <a:ext uri="{FF2B5EF4-FFF2-40B4-BE49-F238E27FC236}">
                <a16:creationId xmlns:a16="http://schemas.microsoft.com/office/drawing/2014/main" id="{7739EFEC-7E08-4B56-BBCE-8A2A56448CEC}"/>
              </a:ext>
            </a:extLst>
          </p:cNvPr>
          <p:cNvSpPr>
            <a:spLocks xmlns:a="http://schemas.openxmlformats.org/drawingml/2006/main" noGrp="1"/>
          </p:cNvSpPr>
          <p:nvPr/>
        </p:nvSpPr>
        <p:spPr>
          <a:xfrm xmlns:a="http://schemas.openxmlformats.org/drawingml/2006/main">
            <a:off x="762000" y="2076450"/>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rmAutofit fontScale="88542"/>
          </a:bodyPr>
          <a:lstStyle xmlns:a="http://schemas.openxmlformats.org/drawingml/2006/main"/>
          <a:p xmlns:a="http://schemas.openxmlformats.org/drawingml/2006/main">
            <a:pPr algn="ctr">
              <a:defRPr sz="1200" b="1">
                <a:solidFill>
                  <a:srgbClr val="EF8200"/>
                </a:solidFill>
                <a:latin typeface="Arial"/>
                <a:ea typeface="Arial"/>
                <a:cs typeface="Arial"/>
              </a:defRPr>
            </a:pPr>
            <a:r>
              <a:rPr sz="1200" b="1">
                <a:solidFill>
                  <a:srgbClr val="EF8200"/>
                </a:solidFill>
                <a:latin typeface="Arial"/>
                <a:ea typeface="Arial"/>
                <a:cs typeface="Arial"/>
              </a:rPr>
              <a:t>Run step 6, inspect the report and PNG, then run 7, then 8. Stop both running processes at step 9.</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d2f173c97f448f4"/>
          <a:stretch xmlns:a="http://schemas.openxmlformats.org/drawingml/2006/main"/>
        </p:blipFill>
        <p:spPr>
          <a:xfrm xmlns:a="http://schemas.openxmlformats.org/drawingml/2006/main">
            <a:off x="666750" y="2478881"/>
            <a:ext cx="2571750" cy="1500188"/>
          </a:xfrm>
          <a:prstGeom xmlns:a="http://schemas.openxmlformats.org/drawingml/2006/main" prst="rect">
            <a:avLst/>
          </a:prstGeom>
        </p:spPr>
      </p:pic>
      <p:sp>
        <p:nvSpPr>
          <p:cNvPr id="7" name="Lecture text">
            <a:extLst xmlns:a="http://schemas.openxmlformats.org/drawingml/2006/main">
              <a:ext uri="{FF2B5EF4-FFF2-40B4-BE49-F238E27FC236}">
                <a16:creationId xmlns:a16="http://schemas.microsoft.com/office/drawing/2014/main" id="{ED3AE651-4757-43FB-AC40-53FCC725653E}"/>
              </a:ext>
            </a:extLst>
          </p:cNvPr>
          <p:cNvSpPr>
            <a:spLocks xmlns:a="http://schemas.openxmlformats.org/drawingml/2006/main" noGrp="1"/>
          </p:cNvSpPr>
          <p:nvPr/>
        </p:nvSpPr>
        <p:spPr>
          <a:xfrm xmlns:a="http://schemas.openxmlformats.org/drawingml/2006/main">
            <a:off x="695325" y="4010025"/>
            <a:ext cx="2514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rmAutofit fontScale="79315"/>
          </a:bodyPr>
          <a:lstStyle xmlns:a="http://schemas.openxmlformats.org/drawingml/2006/main"/>
          <a:p xmlns:a="http://schemas.openxmlformats.org/drawingml/2006/main">
            <a:pPr algn="ctr">
              <a:defRPr sz="788" b="0">
                <a:solidFill>
                  <a:srgbClr val="4B6072"/>
                </a:solidFill>
                <a:latin typeface="Arial"/>
                <a:ea typeface="Arial"/>
                <a:cs typeface="Arial"/>
              </a:defRPr>
            </a:pPr>
            <a:r>
              <a:rPr sz="788" b="0">
                <a:solidFill>
                  <a:srgbClr val="4B6072"/>
                </a:solidFill>
                <a:latin typeface="Arial"/>
                <a:ea typeface="Arial"/>
                <a:cs typeface="Arial"/>
              </a:rPr>
              <a:t>Animated preview — reproduce it with the ROS 2 steps</a:t>
            </a:r>
          </a:p>
        </p:txBody>
      </p:sp>
      <p:sp>
        <p:nvSpPr>
          <p:cNvPr id="8" name="Runnable code">
            <a:extLst xmlns:a="http://schemas.openxmlformats.org/drawingml/2006/main">
              <a:ext uri="{FF2B5EF4-FFF2-40B4-BE49-F238E27FC236}">
                <a16:creationId xmlns:a16="http://schemas.microsoft.com/office/drawing/2014/main" id="{3BB2B663-DD08-4AF8-9D21-75932B2DB88C}"/>
              </a:ext>
            </a:extLst>
          </p:cNvPr>
          <p:cNvSpPr>
            <a:spLocks xmlns:a="http://schemas.openxmlformats.org/drawingml/2006/main" noGrp="1"/>
          </p:cNvSpPr>
          <p:nvPr/>
        </p:nvSpPr>
        <p:spPr>
          <a:xfrm xmlns:a="http://schemas.openxmlformats.org/drawingml/2006/main">
            <a:off x="3381375" y="2352675"/>
            <a:ext cx="5095875" cy="1790700"/>
          </a:xfrm>
          <a:prstGeom xmlns:a="http://schemas.openxmlformats.org/drawingml/2006/main" prst="roundRect">
            <a:avLst>
              <a:gd name="adj" fmla="val 4255"/>
            </a:avLst>
          </a:prstGeom>
          <a:solidFill xmlns:a="http://schemas.openxmlformats.org/drawingml/2006/main">
            <a:srgbClr val="F3F7FA"/>
          </a:solidFill>
          <a:ln xmlns:a="http://schemas.openxmlformats.org/drawingml/2006/main" w="11430">
            <a:solidFill>
              <a:srgbClr val="C8D7E1"/>
            </a:solidFill>
            <a:prstDash val="solid"/>
          </a:ln>
        </p:spPr>
        <p:txBody>
          <a:bodyPr xmlns:a="http://schemas.openxmlformats.org/drawingml/2006/main" wrap="square" lIns="114300" tIns="95250" rIns="114300" bIns="95250" anchor="t">
            <a:normAutofit fontScale="100000"/>
          </a:bodyPr>
          <a:lstStyle xmlns:a="http://schemas.openxmlformats.org/drawingml/2006/main"/>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 6) TERMINAL 3 — thin 3</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ros2 topic pub --once /perception/digit_matrix \</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 std_msgs/msg/Int32MultiArray "$(cat msg/d3_thin.yaml)"</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 7) TERMINAL 3 — 3 with holes</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ros2 topic pub --once /perception/digit_matrix \</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 std_msgs/msg/Int32MultiArray "$(cat msg/d3_holes.yaml)"</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 8) TERMINAL 3 — 3 with dots</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ros2 topic pub --once /perception/digit_matrix \</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 std_msgs/msg/Int32MultiArray "$(cat msg/d3_dots.yaml)"</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 9) FINISH — press Ctrl+C in Terminal 2, then Terminal 1</a:t>
            </a:r>
          </a:p>
        </p:txBody>
      </p:sp>
      <p:sp>
        <p:nvSpPr>
          <p:cNvPr id="9" name="Steps 6–8 predict 7, 7, 9 • Inspect outputs/histogram_digit.png after EACH step • Then stop">
            <a:extLst xmlns:a="http://schemas.openxmlformats.org/drawingml/2006/main">
              <a:ext uri="{FF2B5EF4-FFF2-40B4-BE49-F238E27FC236}">
                <a16:creationId xmlns:a16="http://schemas.microsoft.com/office/drawing/2014/main" id="{CBCB2F33-5DE8-4919-A6E0-8783BA0D34EA}"/>
              </a:ext>
            </a:extLst>
          </p:cNvPr>
          <p:cNvSpPr>
            <a:spLocks xmlns:a="http://schemas.openxmlformats.org/drawingml/2006/main" noGrp="1"/>
          </p:cNvSpPr>
          <p:nvPr/>
        </p:nvSpPr>
        <p:spPr>
          <a:xfrm xmlns:a="http://schemas.openxmlformats.org/drawingml/2006/main">
            <a:off x="762000" y="4219575"/>
            <a:ext cx="7620000" cy="476250"/>
          </a:xfrm>
          <a:prstGeom xmlns:a="http://schemas.openxmlformats.org/drawingml/2006/main" prst="roundRect">
            <a:avLst>
              <a:gd name="adj" fmla="val 20000"/>
            </a:avLst>
          </a:prstGeom>
          <a:solidFill xmlns:a="http://schemas.openxmlformats.org/drawingml/2006/main">
            <a:srgbClr val="FFF7E8"/>
          </a:solidFill>
          <a:ln xmlns:a="http://schemas.openxmlformats.org/drawingml/2006/main" w="12383">
            <a:solidFill>
              <a:srgbClr val="EF8200"/>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065" b="1">
                <a:solidFill>
                  <a:srgbClr val="17324D"/>
                </a:solidFill>
                <a:latin typeface="Arial"/>
                <a:ea typeface="Arial"/>
                <a:cs typeface="Arial"/>
              </a:defRPr>
            </a:pPr>
            <a:r>
              <a:rPr sz="1065" b="1">
                <a:solidFill>
                  <a:srgbClr val="17324D"/>
                </a:solidFill>
                <a:latin typeface="Arial"/>
                <a:ea typeface="Arial"/>
                <a:cs typeface="Arial"/>
              </a:rPr>
              <a:t>Steps 6–8 predict 7, 7, 9 • Inspect outputs/histogram_digit.png after EACH step • Then stop</a:t>
            </a:r>
          </a:p>
        </p:txBody>
      </p:sp>
    </p:spTree>
    <p:extLst>
      <p:ext uri="{BB962C8B-B14F-4D97-AF65-F5344CB8AC3E}">
        <p14:creationId xmlns:p14="http://schemas.microsoft.com/office/powerpoint/2010/main" val="110079614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83" name="Google Shape;83;g37bad65a17d_0_0">
            <a:extLst xmlns:a="http://schemas.openxmlformats.org/drawingml/2006/main">
              <a:ext uri="{FF2B5EF4-FFF2-40B4-BE49-F238E27FC236}">
                <a16:creationId xmlns:a16="http://schemas.microsoft.com/office/drawing/2014/main" id="{0CC56B34-6770-45D7-9E5A-4F0C2199F86A}"/>
              </a:ext>
            </a:extLst>
          </p:cNvPr>
          <p:cNvSpPr>
            <a:spLocks xmlns:a="http://schemas.openxmlformats.org/drawingml/2006/main" noGrp="1"/>
          </p:cNvSpPr>
          <p:nvPr>
            <p:ph type="title" idx="0"/>
          </p:nvPr>
        </p:nvSpPr>
        <p:spPr>
          <a:xfrm xmlns:a="http://schemas.openxmlformats.org/drawingml/2006/main">
            <a:off x="457200" y="528638"/>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45720" rIns="91440" bIns="4572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1400"/>
              <a:buNone/>
              <a:defRPr sz="2475" b="0">
                <a:solidFill>
                  <a:srgbClr val="00A0DF"/>
                </a:solidFill>
                <a:latin typeface="Arial"/>
                <a:ea typeface="Arial"/>
                <a:cs typeface="Arial"/>
              </a:defRPr>
            </a:pPr>
            <a:r>
              <a:rPr sz="2475" b="0">
                <a:solidFill>
                  <a:srgbClr val="00A0DF"/>
                </a:solidFill>
                <a:latin typeface="Arial"/>
                <a:ea typeface="Arial"/>
                <a:cs typeface="Arial"/>
              </a:rPr>
              <a:t>Which failures can preprocessing repair?</a:t>
            </a:r>
            <a:endParaRPr/>
          </a:p>
        </p:txBody>
      </p:sp>
      <p:sp>
        <p:nvSpPr>
          <p:cNvPr id="85" name="Google Shape;85;g37bad65a17d_0_0">
            <a:extLst xmlns:a="http://schemas.openxmlformats.org/drawingml/2006/main">
              <a:ext uri="{FF2B5EF4-FFF2-40B4-BE49-F238E27FC236}">
                <a16:creationId xmlns:a16="http://schemas.microsoft.com/office/drawing/2014/main" id="{31B1C2C2-F77F-4032-9D0A-FF56401D76B3}"/>
              </a:ext>
            </a:extLst>
          </p:cNvPr>
          <p:cNvSpPr>
            <a:spLocks xmlns:a="http://schemas.openxmlformats.org/drawingml/2006/main" noGrp="1"/>
          </p:cNvSpPr>
          <p:nvPr>
            <p:ph type="sldNum" idx="12"/>
          </p:nvPr>
        </p:nvSpPr>
        <p:spPr>
          <a:xfrm xmlns:a="http://schemas.openxmlformats.org/drawingml/2006/main">
            <a:off x="3505200" y="4767263"/>
            <a:ext cx="2133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Clr>
                <a:srgbClr val="000000"/>
              </a:buClr>
              <a:buSzPts val="1200"/>
              <a:buFont typeface="Arial"/>
              <a:buNone/>
              <a:defRPr sz="1200">
                <a:solidFill>
                  <a:srgbClr val="00539F"/>
                </a:solidFill>
                <a:latin typeface="Arial"/>
                <a:ea typeface="Arial"/>
                <a:cs typeface="Arial"/>
              </a:defRPr>
            </a:pPr>
            <a:fld id="{2DD23107-4986-8758-3A93-3D74F35908CC}" type="slidenum">
              <a:rPr sz="1200">
                <a:solidFill>
                  <a:srgbClr val="00539F"/>
                </a:solidFill>
                <a:latin typeface="Arial"/>
                <a:ea typeface="Arial"/>
                <a:cs typeface="Arial"/>
              </a:rPr>
              <a:t>13</a:t>
            </a:fld>
            <a:endParaRPr/>
          </a:p>
        </p:txBody>
      </p:sp>
      <p:sp>
        <p:nvSpPr>
          <p:cNvPr id="86" name="Section tag">
            <a:extLst xmlns:a="http://schemas.openxmlformats.org/drawingml/2006/main">
              <a:ext uri="{FF2B5EF4-FFF2-40B4-BE49-F238E27FC236}">
                <a16:creationId xmlns:a16="http://schemas.microsoft.com/office/drawing/2014/main" id="{143890B0-8CC6-4895-8933-01545A8C609E}"/>
              </a:ext>
            </a:extLst>
          </p:cNvPr>
          <p:cNvSpPr>
            <a:spLocks xmlns:a="http://schemas.openxmlformats.org/drawingml/2006/main" noGrp="1"/>
          </p:cNvSpPr>
          <p:nvPr/>
        </p:nvSpPr>
        <p:spPr>
          <a:xfrm xmlns:a="http://schemas.openxmlformats.org/drawingml/2006/main">
            <a:off x="619125" y="1304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74122"/>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FROM FAILURE TO MORPHOLOGY</a:t>
            </a:r>
          </a:p>
        </p:txBody>
      </p:sp>
      <p:sp>
        <p:nvSpPr>
          <p:cNvPr id="87" name="Too thick">
            <a:extLst xmlns:a="http://schemas.openxmlformats.org/drawingml/2006/main">
              <a:ext uri="{FF2B5EF4-FFF2-40B4-BE49-F238E27FC236}">
                <a16:creationId xmlns:a16="http://schemas.microsoft.com/office/drawing/2014/main" id="{310CD6B9-24AB-4F3B-B3B0-223D2CA3D67F}"/>
              </a:ext>
            </a:extLst>
          </p:cNvPr>
          <p:cNvSpPr>
            <a:spLocks xmlns:a="http://schemas.openxmlformats.org/drawingml/2006/main" noGrp="1"/>
          </p:cNvSpPr>
          <p:nvPr/>
        </p:nvSpPr>
        <p:spPr>
          <a:xfrm xmlns:a="http://schemas.openxmlformats.org/drawingml/2006/main">
            <a:off x="571500" y="1733550"/>
            <a:ext cx="1871663" cy="438150"/>
          </a:xfrm>
          <a:prstGeom xmlns:a="http://schemas.openxmlformats.org/drawingml/2006/main" prst="roundRect">
            <a:avLst>
              <a:gd name="adj" fmla="val 21739"/>
            </a:avLst>
          </a:prstGeom>
          <a:solidFill xmlns:a="http://schemas.openxmlformats.org/drawingml/2006/main">
            <a:srgbClr val="FCEAEC"/>
          </a:solidFill>
          <a:ln xmlns:a="http://schemas.openxmlformats.org/drawingml/2006/main" w="12383">
            <a:solidFill>
              <a:srgbClr val="AF1E2D"/>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1">
                <a:solidFill>
                  <a:srgbClr val="00539F"/>
                </a:solidFill>
                <a:latin typeface="Arial"/>
                <a:ea typeface="Arial"/>
                <a:cs typeface="Arial"/>
              </a:defRPr>
            </a:pPr>
            <a:r>
              <a:rPr sz="1500" b="1">
                <a:solidFill>
                  <a:srgbClr val="00539F"/>
                </a:solidFill>
                <a:latin typeface="Arial"/>
                <a:ea typeface="Arial"/>
                <a:cs typeface="Arial"/>
              </a:rPr>
              <a:t>Too thick</a:t>
            </a:r>
          </a:p>
        </p:txBody>
      </p:sp>
      <p:sp>
        <p:nvSpPr>
          <p:cNvPr id="88" name="Lecture text">
            <a:extLst xmlns:a="http://schemas.openxmlformats.org/drawingml/2006/main">
              <a:ext uri="{FF2B5EF4-FFF2-40B4-BE49-F238E27FC236}">
                <a16:creationId xmlns:a16="http://schemas.microsoft.com/office/drawing/2014/main" id="{AA1826E5-0178-4123-870B-D23147834967}"/>
              </a:ext>
            </a:extLst>
          </p:cNvPr>
          <p:cNvSpPr>
            <a:spLocks xmlns:a="http://schemas.openxmlformats.org/drawingml/2006/main" noGrp="1"/>
          </p:cNvSpPr>
          <p:nvPr/>
        </p:nvSpPr>
        <p:spPr>
          <a:xfrm xmlns:a="http://schemas.openxmlformats.org/drawingml/2006/main">
            <a:off x="609600" y="2266950"/>
            <a:ext cx="1795463"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shrink the foreground</a:t>
            </a:r>
          </a:p>
        </p:txBody>
      </p:sp>
      <p:sp>
        <p:nvSpPr>
          <p:cNvPr id="89" name="Too thin">
            <a:extLst xmlns:a="http://schemas.openxmlformats.org/drawingml/2006/main">
              <a:ext uri="{FF2B5EF4-FFF2-40B4-BE49-F238E27FC236}">
                <a16:creationId xmlns:a16="http://schemas.microsoft.com/office/drawing/2014/main" id="{06A08AB2-6A72-4FD6-AD67-A81DA4BF6676}"/>
              </a:ext>
            </a:extLst>
          </p:cNvPr>
          <p:cNvSpPr>
            <a:spLocks xmlns:a="http://schemas.openxmlformats.org/drawingml/2006/main" noGrp="1"/>
          </p:cNvSpPr>
          <p:nvPr/>
        </p:nvSpPr>
        <p:spPr>
          <a:xfrm xmlns:a="http://schemas.openxmlformats.org/drawingml/2006/main">
            <a:off x="2614613" y="1733550"/>
            <a:ext cx="1871663" cy="438150"/>
          </a:xfrm>
          <a:prstGeom xmlns:a="http://schemas.openxmlformats.org/drawingml/2006/main" prst="roundRect">
            <a:avLst>
              <a:gd name="adj" fmla="val 21739"/>
            </a:avLst>
          </a:prstGeom>
          <a:solidFill xmlns:a="http://schemas.openxmlformats.org/drawingml/2006/main">
            <a:srgbClr val="EAF4FA"/>
          </a:solidFill>
          <a:ln xmlns:a="http://schemas.openxmlformats.org/drawingml/2006/main" w="12383">
            <a:solidFill>
              <a:srgbClr val="00A0DF"/>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1">
                <a:solidFill>
                  <a:srgbClr val="00539F"/>
                </a:solidFill>
                <a:latin typeface="Arial"/>
                <a:ea typeface="Arial"/>
                <a:cs typeface="Arial"/>
              </a:defRPr>
            </a:pPr>
            <a:r>
              <a:rPr sz="1500" b="1">
                <a:solidFill>
                  <a:srgbClr val="00539F"/>
                </a:solidFill>
                <a:latin typeface="Arial"/>
                <a:ea typeface="Arial"/>
                <a:cs typeface="Arial"/>
              </a:rPr>
              <a:t>Too thin</a:t>
            </a:r>
          </a:p>
        </p:txBody>
      </p:sp>
      <p:sp>
        <p:nvSpPr>
          <p:cNvPr id="90" name="Lecture text">
            <a:extLst xmlns:a="http://schemas.openxmlformats.org/drawingml/2006/main">
              <a:ext uri="{FF2B5EF4-FFF2-40B4-BE49-F238E27FC236}">
                <a16:creationId xmlns:a16="http://schemas.microsoft.com/office/drawing/2014/main" id="{549000AF-6840-41F1-8A1F-367EF44D0BBE}"/>
              </a:ext>
            </a:extLst>
          </p:cNvPr>
          <p:cNvSpPr>
            <a:spLocks xmlns:a="http://schemas.openxmlformats.org/drawingml/2006/main" noGrp="1"/>
          </p:cNvSpPr>
          <p:nvPr/>
        </p:nvSpPr>
        <p:spPr>
          <a:xfrm xmlns:a="http://schemas.openxmlformats.org/drawingml/2006/main">
            <a:off x="2652713" y="2266950"/>
            <a:ext cx="1795463"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grow the foreground</a:t>
            </a:r>
          </a:p>
        </p:txBody>
      </p:sp>
      <p:sp>
        <p:nvSpPr>
          <p:cNvPr id="91" name="Small dots">
            <a:extLst xmlns:a="http://schemas.openxmlformats.org/drawingml/2006/main">
              <a:ext uri="{FF2B5EF4-FFF2-40B4-BE49-F238E27FC236}">
                <a16:creationId xmlns:a16="http://schemas.microsoft.com/office/drawing/2014/main" id="{0F349F94-FBDB-4CAC-A1DD-1C77C5706EA1}"/>
              </a:ext>
            </a:extLst>
          </p:cNvPr>
          <p:cNvSpPr>
            <a:spLocks xmlns:a="http://schemas.openxmlformats.org/drawingml/2006/main" noGrp="1"/>
          </p:cNvSpPr>
          <p:nvPr/>
        </p:nvSpPr>
        <p:spPr>
          <a:xfrm xmlns:a="http://schemas.openxmlformats.org/drawingml/2006/main">
            <a:off x="4657725" y="1733550"/>
            <a:ext cx="1871663" cy="438150"/>
          </a:xfrm>
          <a:prstGeom xmlns:a="http://schemas.openxmlformats.org/drawingml/2006/main" prst="roundRect">
            <a:avLst>
              <a:gd name="adj" fmla="val 21739"/>
            </a:avLst>
          </a:prstGeom>
          <a:solidFill xmlns:a="http://schemas.openxmlformats.org/drawingml/2006/main">
            <a:srgbClr val="FFF7E8"/>
          </a:solidFill>
          <a:ln xmlns:a="http://schemas.openxmlformats.org/drawingml/2006/main" w="12383">
            <a:solidFill>
              <a:srgbClr val="EF8200"/>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1">
                <a:solidFill>
                  <a:srgbClr val="00539F"/>
                </a:solidFill>
                <a:latin typeface="Arial"/>
                <a:ea typeface="Arial"/>
                <a:cs typeface="Arial"/>
              </a:defRPr>
            </a:pPr>
            <a:r>
              <a:rPr sz="1500" b="1">
                <a:solidFill>
                  <a:srgbClr val="00539F"/>
                </a:solidFill>
                <a:latin typeface="Arial"/>
                <a:ea typeface="Arial"/>
                <a:cs typeface="Arial"/>
              </a:rPr>
              <a:t>Small dots</a:t>
            </a:r>
          </a:p>
        </p:txBody>
      </p:sp>
      <p:sp>
        <p:nvSpPr>
          <p:cNvPr id="92" name="Lecture text">
            <a:extLst xmlns:a="http://schemas.openxmlformats.org/drawingml/2006/main">
              <a:ext uri="{FF2B5EF4-FFF2-40B4-BE49-F238E27FC236}">
                <a16:creationId xmlns:a16="http://schemas.microsoft.com/office/drawing/2014/main" id="{57E293DA-17E1-4C95-B9C5-9F1F53782055}"/>
              </a:ext>
            </a:extLst>
          </p:cNvPr>
          <p:cNvSpPr>
            <a:spLocks xmlns:a="http://schemas.openxmlformats.org/drawingml/2006/main" noGrp="1"/>
          </p:cNvSpPr>
          <p:nvPr/>
        </p:nvSpPr>
        <p:spPr>
          <a:xfrm xmlns:a="http://schemas.openxmlformats.org/drawingml/2006/main">
            <a:off x="4695825" y="2266950"/>
            <a:ext cx="1795463"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remove isolated foreground</a:t>
            </a:r>
          </a:p>
        </p:txBody>
      </p:sp>
      <p:sp>
        <p:nvSpPr>
          <p:cNvPr id="93" name="Small holes">
            <a:extLst xmlns:a="http://schemas.openxmlformats.org/drawingml/2006/main">
              <a:ext uri="{FF2B5EF4-FFF2-40B4-BE49-F238E27FC236}">
                <a16:creationId xmlns:a16="http://schemas.microsoft.com/office/drawing/2014/main" id="{98941990-F354-4F66-A8EF-19D75F97C177}"/>
              </a:ext>
            </a:extLst>
          </p:cNvPr>
          <p:cNvSpPr>
            <a:spLocks xmlns:a="http://schemas.openxmlformats.org/drawingml/2006/main" noGrp="1"/>
          </p:cNvSpPr>
          <p:nvPr/>
        </p:nvSpPr>
        <p:spPr>
          <a:xfrm xmlns:a="http://schemas.openxmlformats.org/drawingml/2006/main">
            <a:off x="6700838" y="1733550"/>
            <a:ext cx="1871663" cy="438150"/>
          </a:xfrm>
          <a:prstGeom xmlns:a="http://schemas.openxmlformats.org/drawingml/2006/main" prst="roundRect">
            <a:avLst>
              <a:gd name="adj" fmla="val 21739"/>
            </a:avLst>
          </a:prstGeom>
          <a:solidFill xmlns:a="http://schemas.openxmlformats.org/drawingml/2006/main">
            <a:srgbClr val="EEF7EA"/>
          </a:solidFill>
          <a:ln xmlns:a="http://schemas.openxmlformats.org/drawingml/2006/main" w="12383">
            <a:solidFill>
              <a:srgbClr val="5A8E22"/>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1">
                <a:solidFill>
                  <a:srgbClr val="00539F"/>
                </a:solidFill>
                <a:latin typeface="Arial"/>
                <a:ea typeface="Arial"/>
                <a:cs typeface="Arial"/>
              </a:defRPr>
            </a:pPr>
            <a:r>
              <a:rPr sz="1500" b="1">
                <a:solidFill>
                  <a:srgbClr val="00539F"/>
                </a:solidFill>
                <a:latin typeface="Arial"/>
                <a:ea typeface="Arial"/>
                <a:cs typeface="Arial"/>
              </a:rPr>
              <a:t>Small holes</a:t>
            </a:r>
          </a:p>
        </p:txBody>
      </p:sp>
      <p:sp>
        <p:nvSpPr>
          <p:cNvPr id="94" name="Lecture text">
            <a:extLst xmlns:a="http://schemas.openxmlformats.org/drawingml/2006/main">
              <a:ext uri="{FF2B5EF4-FFF2-40B4-BE49-F238E27FC236}">
                <a16:creationId xmlns:a16="http://schemas.microsoft.com/office/drawing/2014/main" id="{9470D27C-C625-4F21-9005-065248680AE6}"/>
              </a:ext>
            </a:extLst>
          </p:cNvPr>
          <p:cNvSpPr>
            <a:spLocks xmlns:a="http://schemas.openxmlformats.org/drawingml/2006/main" noGrp="1"/>
          </p:cNvSpPr>
          <p:nvPr/>
        </p:nvSpPr>
        <p:spPr>
          <a:xfrm xmlns:a="http://schemas.openxmlformats.org/drawingml/2006/main">
            <a:off x="6738938" y="2266950"/>
            <a:ext cx="1795463"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bridge short background gaps</a:t>
            </a:r>
          </a:p>
        </p:txBody>
      </p:sp>
      <p:sp>
        <p:nvSpPr>
          <p:cNvPr id="95" name="These are local binary-shape defects, so they motivate morphology—not a new classifier.">
            <a:extLst xmlns:a="http://schemas.openxmlformats.org/drawingml/2006/main">
              <a:ext uri="{FF2B5EF4-FFF2-40B4-BE49-F238E27FC236}">
                <a16:creationId xmlns:a16="http://schemas.microsoft.com/office/drawing/2014/main" id="{F9F1E05E-4193-415F-BFA2-CCBC136614B3}"/>
              </a:ext>
            </a:extLst>
          </p:cNvPr>
          <p:cNvSpPr>
            <a:spLocks xmlns:a="http://schemas.openxmlformats.org/drawingml/2006/main" noGrp="1"/>
          </p:cNvSpPr>
          <p:nvPr/>
        </p:nvSpPr>
        <p:spPr>
          <a:xfrm xmlns:a="http://schemas.openxmlformats.org/drawingml/2006/main">
            <a:off x="1000125" y="4324350"/>
            <a:ext cx="7143750" cy="381000"/>
          </a:xfrm>
          <a:prstGeom xmlns:a="http://schemas.openxmlformats.org/drawingml/2006/main" prst="roundRect">
            <a:avLst>
              <a:gd name="adj" fmla="val 25000"/>
            </a:avLst>
          </a:prstGeom>
          <a:solidFill xmlns:a="http://schemas.openxmlformats.org/drawingml/2006/main">
            <a:srgbClr val="EAF4FA"/>
          </a:solidFill>
          <a:ln xmlns:a="http://schemas.openxmlformats.org/drawingml/2006/main" w="12383">
            <a:solidFill>
              <a:srgbClr val="00539F"/>
            </a:solidFill>
            <a:prstDash val="solid"/>
          </a:ln>
        </p:spPr>
        <p:txBody>
          <a:bodyPr xmlns:a="http://schemas.openxmlformats.org/drawingml/2006/main" wrap="square" lIns="66675" tIns="57150" rIns="66675" bIns="57150" anchor="ctr">
            <a:normAutofit fontScale="95747"/>
          </a:bodyPr>
          <a:lstStyle xmlns:a="http://schemas.openxmlformats.org/drawingml/2006/main"/>
          <a:p xmlns:a="http://schemas.openxmlformats.org/drawingml/2006/main">
            <a:pPr algn="ctr">
              <a:defRPr sz="1350" b="1">
                <a:solidFill>
                  <a:srgbClr val="00539F"/>
                </a:solidFill>
                <a:latin typeface="Arial"/>
                <a:ea typeface="Arial"/>
                <a:cs typeface="Arial"/>
              </a:defRPr>
            </a:pPr>
            <a:r>
              <a:rPr sz="1350" b="1">
                <a:solidFill>
                  <a:srgbClr val="00539F"/>
                </a:solidFill>
                <a:latin typeface="Arial"/>
                <a:ea typeface="Arial"/>
                <a:cs typeface="Arial"/>
              </a:rPr>
              <a:t>These are local binary-shape defects, so they motivate morphology—not a new classifier.</a:t>
            </a:r>
          </a:p>
        </p:txBody>
      </p:sp>
    </p:spTree>
    <p:extLst>
      <p:ext uri="{BB962C8B-B14F-4D97-AF65-F5344CB8AC3E}">
        <p14:creationId xmlns:p14="http://schemas.microsoft.com/office/powerpoint/2010/main" val="62565560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83" name="Google Shape;83;g37bad65a17d_0_0">
            <a:extLst xmlns:a="http://schemas.openxmlformats.org/drawingml/2006/main">
              <a:ext uri="{FF2B5EF4-FFF2-40B4-BE49-F238E27FC236}">
                <a16:creationId xmlns:a16="http://schemas.microsoft.com/office/drawing/2014/main" id="{0CC56B34-6770-45D7-9E5A-4F0C2199F86A}"/>
              </a:ext>
            </a:extLst>
          </p:cNvPr>
          <p:cNvSpPr>
            <a:spLocks xmlns:a="http://schemas.openxmlformats.org/drawingml/2006/main" noGrp="1"/>
          </p:cNvSpPr>
          <p:nvPr>
            <p:ph type="title" idx="0"/>
          </p:nvPr>
        </p:nvSpPr>
        <p:spPr>
          <a:xfrm xmlns:a="http://schemas.openxmlformats.org/drawingml/2006/main">
            <a:off x="457200" y="528638"/>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45720" rIns="91440" bIns="4572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1400"/>
              <a:buNone/>
              <a:defRPr sz="2700" b="0">
                <a:solidFill>
                  <a:srgbClr val="00A0DF"/>
                </a:solidFill>
                <a:latin typeface="Arial"/>
                <a:ea typeface="Arial"/>
                <a:cs typeface="Arial"/>
              </a:defRPr>
            </a:pPr>
            <a:r>
              <a:rPr sz="2700" b="0">
                <a:solidFill>
                  <a:srgbClr val="00A0DF"/>
                </a:solidFill>
                <a:latin typeface="Arial"/>
                <a:ea typeface="Arial"/>
                <a:cs typeface="Arial"/>
              </a:rPr>
              <a:t>Erode shrinks; dilate grows</a:t>
            </a:r>
            <a:endParaRPr/>
          </a:p>
        </p:txBody>
      </p:sp>
      <p:sp>
        <p:nvSpPr>
          <p:cNvPr id="85" name="Google Shape;85;g37bad65a17d_0_0">
            <a:extLst xmlns:a="http://schemas.openxmlformats.org/drawingml/2006/main">
              <a:ext uri="{FF2B5EF4-FFF2-40B4-BE49-F238E27FC236}">
                <a16:creationId xmlns:a16="http://schemas.microsoft.com/office/drawing/2014/main" id="{31B1C2C2-F77F-4032-9D0A-FF56401D76B3}"/>
              </a:ext>
            </a:extLst>
          </p:cNvPr>
          <p:cNvSpPr>
            <a:spLocks xmlns:a="http://schemas.openxmlformats.org/drawingml/2006/main" noGrp="1"/>
          </p:cNvSpPr>
          <p:nvPr>
            <p:ph type="sldNum" idx="12"/>
          </p:nvPr>
        </p:nvSpPr>
        <p:spPr>
          <a:xfrm xmlns:a="http://schemas.openxmlformats.org/drawingml/2006/main">
            <a:off x="3505200" y="4767263"/>
            <a:ext cx="2133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Clr>
                <a:srgbClr val="000000"/>
              </a:buClr>
              <a:buSzPts val="1200"/>
              <a:buFont typeface="Arial"/>
              <a:buNone/>
              <a:defRPr sz="1200">
                <a:solidFill>
                  <a:srgbClr val="00539F"/>
                </a:solidFill>
                <a:latin typeface="Arial"/>
                <a:ea typeface="Arial"/>
                <a:cs typeface="Arial"/>
              </a:defRPr>
            </a:pPr>
            <a:fld id="{327921A4-25C4-3DB4-06B1-32693CEE2241}" type="slidenum">
              <a:rPr sz="1200">
                <a:solidFill>
                  <a:srgbClr val="00539F"/>
                </a:solidFill>
                <a:latin typeface="Arial"/>
                <a:ea typeface="Arial"/>
                <a:cs typeface="Arial"/>
              </a:rPr>
              <a:t>14</a:t>
            </a:fld>
            <a:endParaRPr/>
          </a:p>
        </p:txBody>
      </p:sp>
      <p:sp>
        <p:nvSpPr>
          <p:cNvPr id="86" name="Section tag">
            <a:extLst xmlns:a="http://schemas.openxmlformats.org/drawingml/2006/main">
              <a:ext uri="{FF2B5EF4-FFF2-40B4-BE49-F238E27FC236}">
                <a16:creationId xmlns:a16="http://schemas.microsoft.com/office/drawing/2014/main" id="{808C4958-B723-453F-B175-E5A92CB41636}"/>
              </a:ext>
            </a:extLst>
          </p:cNvPr>
          <p:cNvSpPr>
            <a:spLocks xmlns:a="http://schemas.openxmlformats.org/drawingml/2006/main" noGrp="1"/>
          </p:cNvSpPr>
          <p:nvPr/>
        </p:nvSpPr>
        <p:spPr>
          <a:xfrm xmlns:a="http://schemas.openxmlformats.org/drawingml/2006/main">
            <a:off x="619125" y="1304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MORPHOLOGY</a:t>
            </a:r>
          </a:p>
        </p:txBody>
      </p:sp>
      <p:sp>
        <p:nvSpPr>
          <p:cNvPr id="87" name="Kernel">
            <a:extLst xmlns:a="http://schemas.openxmlformats.org/drawingml/2006/main">
              <a:ext uri="{FF2B5EF4-FFF2-40B4-BE49-F238E27FC236}">
                <a16:creationId xmlns:a16="http://schemas.microsoft.com/office/drawing/2014/main" id="{0BD31DDE-AB17-4B86-A2AF-985869CC047E}"/>
              </a:ext>
            </a:extLst>
          </p:cNvPr>
          <p:cNvSpPr>
            <a:spLocks xmlns:a="http://schemas.openxmlformats.org/drawingml/2006/main" noGrp="1"/>
          </p:cNvSpPr>
          <p:nvPr/>
        </p:nvSpPr>
        <p:spPr>
          <a:xfrm xmlns:a="http://schemas.openxmlformats.org/drawingml/2006/main">
            <a:off x="571500" y="1809750"/>
            <a:ext cx="2552700" cy="438150"/>
          </a:xfrm>
          <a:prstGeom xmlns:a="http://schemas.openxmlformats.org/drawingml/2006/main" prst="roundRect">
            <a:avLst>
              <a:gd name="adj" fmla="val 21739"/>
            </a:avLst>
          </a:prstGeom>
          <a:solidFill xmlns:a="http://schemas.openxmlformats.org/drawingml/2006/main">
            <a:srgbClr val="EAF4FA"/>
          </a:solidFill>
          <a:ln xmlns:a="http://schemas.openxmlformats.org/drawingml/2006/main" w="12383">
            <a:solidFill>
              <a:srgbClr val="00A0DF"/>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1">
                <a:solidFill>
                  <a:srgbClr val="00539F"/>
                </a:solidFill>
                <a:latin typeface="Arial"/>
                <a:ea typeface="Arial"/>
                <a:cs typeface="Arial"/>
              </a:defRPr>
            </a:pPr>
            <a:r>
              <a:rPr sz="1500" b="1">
                <a:solidFill>
                  <a:srgbClr val="00539F"/>
                </a:solidFill>
                <a:latin typeface="Arial"/>
                <a:ea typeface="Arial"/>
                <a:cs typeface="Arial"/>
              </a:rPr>
              <a:t>Kernel</a:t>
            </a:r>
          </a:p>
        </p:txBody>
      </p:sp>
      <p:sp>
        <p:nvSpPr>
          <p:cNvPr id="88" name="Lecture text">
            <a:extLst xmlns:a="http://schemas.openxmlformats.org/drawingml/2006/main">
              <a:ext uri="{FF2B5EF4-FFF2-40B4-BE49-F238E27FC236}">
                <a16:creationId xmlns:a16="http://schemas.microsoft.com/office/drawing/2014/main" id="{D8746C9E-3BF5-44D7-9EB7-5A9D6F878C6D}"/>
              </a:ext>
            </a:extLst>
          </p:cNvPr>
          <p:cNvSpPr>
            <a:spLocks xmlns:a="http://schemas.openxmlformats.org/drawingml/2006/main" noGrp="1"/>
          </p:cNvSpPr>
          <p:nvPr/>
        </p:nvSpPr>
        <p:spPr>
          <a:xfrm xmlns:a="http://schemas.openxmlformats.org/drawingml/2006/main">
            <a:off x="609600" y="2343150"/>
            <a:ext cx="2476500"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a small neighborhood that slides over the mask</a:t>
            </a:r>
          </a:p>
        </p:txBody>
      </p:sp>
      <p:sp>
        <p:nvSpPr>
          <p:cNvPr id="89" name="Erode">
            <a:extLst xmlns:a="http://schemas.openxmlformats.org/drawingml/2006/main">
              <a:ext uri="{FF2B5EF4-FFF2-40B4-BE49-F238E27FC236}">
                <a16:creationId xmlns:a16="http://schemas.microsoft.com/office/drawing/2014/main" id="{11DFADD4-19C2-41DB-A931-857C053EFFE4}"/>
              </a:ext>
            </a:extLst>
          </p:cNvPr>
          <p:cNvSpPr>
            <a:spLocks xmlns:a="http://schemas.openxmlformats.org/drawingml/2006/main" noGrp="1"/>
          </p:cNvSpPr>
          <p:nvPr/>
        </p:nvSpPr>
        <p:spPr>
          <a:xfrm xmlns:a="http://schemas.openxmlformats.org/drawingml/2006/main">
            <a:off x="3295650" y="1809750"/>
            <a:ext cx="2552700" cy="438150"/>
          </a:xfrm>
          <a:prstGeom xmlns:a="http://schemas.openxmlformats.org/drawingml/2006/main" prst="roundRect">
            <a:avLst>
              <a:gd name="adj" fmla="val 21739"/>
            </a:avLst>
          </a:prstGeom>
          <a:solidFill xmlns:a="http://schemas.openxmlformats.org/drawingml/2006/main">
            <a:srgbClr val="FCEAEC"/>
          </a:solidFill>
          <a:ln xmlns:a="http://schemas.openxmlformats.org/drawingml/2006/main" w="12383">
            <a:solidFill>
              <a:srgbClr val="AF1E2D"/>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1">
                <a:solidFill>
                  <a:srgbClr val="00539F"/>
                </a:solidFill>
                <a:latin typeface="Arial"/>
                <a:ea typeface="Arial"/>
                <a:cs typeface="Arial"/>
              </a:defRPr>
            </a:pPr>
            <a:r>
              <a:rPr sz="1500" b="1">
                <a:solidFill>
                  <a:srgbClr val="00539F"/>
                </a:solidFill>
                <a:latin typeface="Arial"/>
                <a:ea typeface="Arial"/>
                <a:cs typeface="Arial"/>
              </a:rPr>
              <a:t>Erode</a:t>
            </a:r>
          </a:p>
        </p:txBody>
      </p:sp>
      <p:sp>
        <p:nvSpPr>
          <p:cNvPr id="90" name="Lecture text">
            <a:extLst xmlns:a="http://schemas.openxmlformats.org/drawingml/2006/main">
              <a:ext uri="{FF2B5EF4-FFF2-40B4-BE49-F238E27FC236}">
                <a16:creationId xmlns:a16="http://schemas.microsoft.com/office/drawing/2014/main" id="{62E370F6-8E5B-494D-AEFD-496E758384FD}"/>
              </a:ext>
            </a:extLst>
          </p:cNvPr>
          <p:cNvSpPr>
            <a:spLocks xmlns:a="http://schemas.openxmlformats.org/drawingml/2006/main" noGrp="1"/>
          </p:cNvSpPr>
          <p:nvPr/>
        </p:nvSpPr>
        <p:spPr>
          <a:xfrm xmlns:a="http://schemas.openxmlformats.org/drawingml/2006/main">
            <a:off x="3333750" y="2343150"/>
            <a:ext cx="2476500"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keep a 1 only when the kernel fits foreground</a:t>
            </a:r>
          </a:p>
        </p:txBody>
      </p:sp>
      <p:sp>
        <p:nvSpPr>
          <p:cNvPr id="91" name="Dilate">
            <a:extLst xmlns:a="http://schemas.openxmlformats.org/drawingml/2006/main">
              <a:ext uri="{FF2B5EF4-FFF2-40B4-BE49-F238E27FC236}">
                <a16:creationId xmlns:a16="http://schemas.microsoft.com/office/drawing/2014/main" id="{C7A263DF-EB0F-4EFE-9536-B0E24568DFEF}"/>
              </a:ext>
            </a:extLst>
          </p:cNvPr>
          <p:cNvSpPr>
            <a:spLocks xmlns:a="http://schemas.openxmlformats.org/drawingml/2006/main" noGrp="1"/>
          </p:cNvSpPr>
          <p:nvPr/>
        </p:nvSpPr>
        <p:spPr>
          <a:xfrm xmlns:a="http://schemas.openxmlformats.org/drawingml/2006/main">
            <a:off x="6019800" y="1809750"/>
            <a:ext cx="2552700" cy="438150"/>
          </a:xfrm>
          <a:prstGeom xmlns:a="http://schemas.openxmlformats.org/drawingml/2006/main" prst="roundRect">
            <a:avLst>
              <a:gd name="adj" fmla="val 21739"/>
            </a:avLst>
          </a:prstGeom>
          <a:solidFill xmlns:a="http://schemas.openxmlformats.org/drawingml/2006/main">
            <a:srgbClr val="EEF7EA"/>
          </a:solidFill>
          <a:ln xmlns:a="http://schemas.openxmlformats.org/drawingml/2006/main" w="12383">
            <a:solidFill>
              <a:srgbClr val="5A8E22"/>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1">
                <a:solidFill>
                  <a:srgbClr val="00539F"/>
                </a:solidFill>
                <a:latin typeface="Arial"/>
                <a:ea typeface="Arial"/>
                <a:cs typeface="Arial"/>
              </a:defRPr>
            </a:pPr>
            <a:r>
              <a:rPr sz="1500" b="1">
                <a:solidFill>
                  <a:srgbClr val="00539F"/>
                </a:solidFill>
                <a:latin typeface="Arial"/>
                <a:ea typeface="Arial"/>
                <a:cs typeface="Arial"/>
              </a:rPr>
              <a:t>Dilate</a:t>
            </a:r>
          </a:p>
        </p:txBody>
      </p:sp>
      <p:sp>
        <p:nvSpPr>
          <p:cNvPr id="92" name="Lecture text">
            <a:extLst xmlns:a="http://schemas.openxmlformats.org/drawingml/2006/main">
              <a:ext uri="{FF2B5EF4-FFF2-40B4-BE49-F238E27FC236}">
                <a16:creationId xmlns:a16="http://schemas.microsoft.com/office/drawing/2014/main" id="{C2B12410-4898-4E30-8109-99B7BB094C9F}"/>
              </a:ext>
            </a:extLst>
          </p:cNvPr>
          <p:cNvSpPr>
            <a:spLocks xmlns:a="http://schemas.openxmlformats.org/drawingml/2006/main" noGrp="1"/>
          </p:cNvSpPr>
          <p:nvPr/>
        </p:nvSpPr>
        <p:spPr>
          <a:xfrm xmlns:a="http://schemas.openxmlformats.org/drawingml/2006/main">
            <a:off x="6057900" y="2343150"/>
            <a:ext cx="2476500"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write a 1 when the kernel touches foreground</a:t>
            </a:r>
          </a:p>
        </p:txBody>
      </p:sp>
      <p:sp>
        <p:nvSpPr>
          <p:cNvPr id="93" name="Kernel shape states which neighboring pixels should count as connected.">
            <a:extLst xmlns:a="http://schemas.openxmlformats.org/drawingml/2006/main">
              <a:ext uri="{FF2B5EF4-FFF2-40B4-BE49-F238E27FC236}">
                <a16:creationId xmlns:a16="http://schemas.microsoft.com/office/drawing/2014/main" id="{3CCA22AF-A7E8-4B49-AAD9-CB65FE728DA4}"/>
              </a:ext>
            </a:extLst>
          </p:cNvPr>
          <p:cNvSpPr>
            <a:spLocks xmlns:a="http://schemas.openxmlformats.org/drawingml/2006/main" noGrp="1"/>
          </p:cNvSpPr>
          <p:nvPr/>
        </p:nvSpPr>
        <p:spPr>
          <a:xfrm xmlns:a="http://schemas.openxmlformats.org/drawingml/2006/main">
            <a:off x="1000125" y="4324350"/>
            <a:ext cx="7143750" cy="381000"/>
          </a:xfrm>
          <a:prstGeom xmlns:a="http://schemas.openxmlformats.org/drawingml/2006/main" prst="roundRect">
            <a:avLst>
              <a:gd name="adj" fmla="val 25000"/>
            </a:avLst>
          </a:prstGeom>
          <a:solidFill xmlns:a="http://schemas.openxmlformats.org/drawingml/2006/main">
            <a:srgbClr val="EAF4FA"/>
          </a:solidFill>
          <a:ln xmlns:a="http://schemas.openxmlformats.org/drawingml/2006/main" w="12383">
            <a:solidFill>
              <a:srgbClr val="00539F"/>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350" b="1">
                <a:solidFill>
                  <a:srgbClr val="00539F"/>
                </a:solidFill>
                <a:latin typeface="Arial"/>
                <a:ea typeface="Arial"/>
                <a:cs typeface="Arial"/>
              </a:defRPr>
            </a:pPr>
            <a:r>
              <a:rPr sz="1350" b="1">
                <a:solidFill>
                  <a:srgbClr val="00539F"/>
                </a:solidFill>
                <a:latin typeface="Arial"/>
                <a:ea typeface="Arial"/>
                <a:cs typeface="Arial"/>
              </a:rPr>
              <a:t>Kernel shape states which neighboring pixels should count as connected.</a:t>
            </a:r>
          </a:p>
        </p:txBody>
      </p:sp>
    </p:spTree>
    <p:extLst>
      <p:ext uri="{BB962C8B-B14F-4D97-AF65-F5344CB8AC3E}">
        <p14:creationId xmlns:p14="http://schemas.microsoft.com/office/powerpoint/2010/main" val="625655601"/>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83" name="Google Shape;83;g37bad65a17d_0_0">
            <a:extLst xmlns:a="http://schemas.openxmlformats.org/drawingml/2006/main">
              <a:ext uri="{FF2B5EF4-FFF2-40B4-BE49-F238E27FC236}">
                <a16:creationId xmlns:a16="http://schemas.microsoft.com/office/drawing/2014/main" id="{0CC56B34-6770-45D7-9E5A-4F0C2199F86A}"/>
              </a:ext>
            </a:extLst>
          </p:cNvPr>
          <p:cNvSpPr>
            <a:spLocks xmlns:a="http://schemas.openxmlformats.org/drawingml/2006/main" noGrp="1"/>
          </p:cNvSpPr>
          <p:nvPr>
            <p:ph type="title" idx="0"/>
          </p:nvPr>
        </p:nvSpPr>
        <p:spPr>
          <a:xfrm xmlns:a="http://schemas.openxmlformats.org/drawingml/2006/main">
            <a:off x="457200" y="528638"/>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45720" rIns="91440" bIns="4572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1400"/>
              <a:buNone/>
              <a:defRPr sz="2475" b="0">
                <a:solidFill>
                  <a:srgbClr val="00A0DF"/>
                </a:solidFill>
                <a:latin typeface="Arial"/>
                <a:ea typeface="Arial"/>
                <a:cs typeface="Arial"/>
              </a:defRPr>
            </a:pPr>
            <a:r>
              <a:rPr sz="2475" b="0">
                <a:solidFill>
                  <a:srgbClr val="00A0DF"/>
                </a:solidFill>
                <a:latin typeface="Arial"/>
                <a:ea typeface="Arial"/>
                <a:cs typeface="Arial"/>
              </a:rPr>
              <a:t>Opening and closing are two-operation repairs</a:t>
            </a:r>
            <a:endParaRPr/>
          </a:p>
        </p:txBody>
      </p:sp>
      <p:sp>
        <p:nvSpPr>
          <p:cNvPr id="85" name="Google Shape;85;g37bad65a17d_0_0">
            <a:extLst xmlns:a="http://schemas.openxmlformats.org/drawingml/2006/main">
              <a:ext uri="{FF2B5EF4-FFF2-40B4-BE49-F238E27FC236}">
                <a16:creationId xmlns:a16="http://schemas.microsoft.com/office/drawing/2014/main" id="{31B1C2C2-F77F-4032-9D0A-FF56401D76B3}"/>
              </a:ext>
            </a:extLst>
          </p:cNvPr>
          <p:cNvSpPr>
            <a:spLocks xmlns:a="http://schemas.openxmlformats.org/drawingml/2006/main" noGrp="1"/>
          </p:cNvSpPr>
          <p:nvPr>
            <p:ph type="sldNum" idx="12"/>
          </p:nvPr>
        </p:nvSpPr>
        <p:spPr>
          <a:xfrm xmlns:a="http://schemas.openxmlformats.org/drawingml/2006/main">
            <a:off x="3505200" y="4767263"/>
            <a:ext cx="2133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Clr>
                <a:srgbClr val="000000"/>
              </a:buClr>
              <a:buSzPts val="1200"/>
              <a:buFont typeface="Arial"/>
              <a:buNone/>
              <a:defRPr sz="1200">
                <a:solidFill>
                  <a:srgbClr val="00539F"/>
                </a:solidFill>
                <a:latin typeface="Arial"/>
                <a:ea typeface="Arial"/>
                <a:cs typeface="Arial"/>
              </a:defRPr>
            </a:pPr>
            <a:fld id="{EA83FA91-883A-0168-8075-96CEB9DCA3C2}" type="slidenum">
              <a:rPr sz="1200">
                <a:solidFill>
                  <a:srgbClr val="00539F"/>
                </a:solidFill>
                <a:latin typeface="Arial"/>
                <a:ea typeface="Arial"/>
                <a:cs typeface="Arial"/>
              </a:rPr>
              <a:t>15</a:t>
            </a:fld>
            <a:endParaRPr/>
          </a:p>
        </p:txBody>
      </p:sp>
      <p:sp>
        <p:nvSpPr>
          <p:cNvPr id="86" name="Section tag">
            <a:extLst xmlns:a="http://schemas.openxmlformats.org/drawingml/2006/main">
              <a:ext uri="{FF2B5EF4-FFF2-40B4-BE49-F238E27FC236}">
                <a16:creationId xmlns:a16="http://schemas.microsoft.com/office/drawing/2014/main" id="{947EF5D1-3FA6-4635-945F-3E32B0E043E6}"/>
              </a:ext>
            </a:extLst>
          </p:cNvPr>
          <p:cNvSpPr>
            <a:spLocks xmlns:a="http://schemas.openxmlformats.org/drawingml/2006/main" noGrp="1"/>
          </p:cNvSpPr>
          <p:nvPr/>
        </p:nvSpPr>
        <p:spPr>
          <a:xfrm xmlns:a="http://schemas.openxmlformats.org/drawingml/2006/main">
            <a:off x="619125" y="1304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MORPHOLOGY</a:t>
            </a:r>
          </a:p>
        </p:txBody>
      </p:sp>
      <p:sp>
        <p:nvSpPr>
          <p:cNvPr id="87" name="Opening">
            <a:extLst xmlns:a="http://schemas.openxmlformats.org/drawingml/2006/main">
              <a:ext uri="{FF2B5EF4-FFF2-40B4-BE49-F238E27FC236}">
                <a16:creationId xmlns:a16="http://schemas.microsoft.com/office/drawing/2014/main" id="{FAEAD5CF-64DB-4F6C-ACBB-39DD15E69198}"/>
              </a:ext>
            </a:extLst>
          </p:cNvPr>
          <p:cNvSpPr>
            <a:spLocks xmlns:a="http://schemas.openxmlformats.org/drawingml/2006/main" noGrp="1"/>
          </p:cNvSpPr>
          <p:nvPr/>
        </p:nvSpPr>
        <p:spPr>
          <a:xfrm xmlns:a="http://schemas.openxmlformats.org/drawingml/2006/main">
            <a:off x="1924050" y="1809750"/>
            <a:ext cx="1524000" cy="781050"/>
          </a:xfrm>
          <a:prstGeom xmlns:a="http://schemas.openxmlformats.org/drawingml/2006/main" prst="roundRect">
            <a:avLst>
              <a:gd name="adj" fmla="val 12195"/>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Opening</a:t>
            </a:r>
          </a:p>
        </p:txBody>
      </p:sp>
      <p:sp>
        <p:nvSpPr>
          <p:cNvPr id="88" name="erode&#10;remove small dots">
            <a:extLst xmlns:a="http://schemas.openxmlformats.org/drawingml/2006/main">
              <a:ext uri="{FF2B5EF4-FFF2-40B4-BE49-F238E27FC236}">
                <a16:creationId xmlns:a16="http://schemas.microsoft.com/office/drawing/2014/main" id="{34FA44B1-C2BE-4665-9398-CFB105C3BB98}"/>
              </a:ext>
            </a:extLst>
          </p:cNvPr>
          <p:cNvSpPr>
            <a:spLocks xmlns:a="http://schemas.openxmlformats.org/drawingml/2006/main" noGrp="1"/>
          </p:cNvSpPr>
          <p:nvPr/>
        </p:nvSpPr>
        <p:spPr>
          <a:xfrm xmlns:a="http://schemas.openxmlformats.org/drawingml/2006/main">
            <a:off x="3810000" y="1809750"/>
            <a:ext cx="1524000" cy="781050"/>
          </a:xfrm>
          <a:prstGeom xmlns:a="http://schemas.openxmlformats.org/drawingml/2006/main" prst="roundRect">
            <a:avLst>
              <a:gd name="adj" fmla="val 12195"/>
            </a:avLst>
          </a:prstGeom>
          <a:solidFill xmlns:a="http://schemas.openxmlformats.org/drawingml/2006/main">
            <a:srgbClr val="EAF4FA"/>
          </a:solidFill>
          <a:ln xmlns:a="http://schemas.openxmlformats.org/drawingml/2006/main" w="12383">
            <a:solidFill>
              <a:srgbClr val="00A0DF"/>
            </a:solidFill>
            <a:prstDash val="solid"/>
          </a:ln>
        </p:spPr>
        <p:txBody>
          <a:bodyPr xmlns:a="http://schemas.openxmlformats.org/drawingml/2006/main" wrap="square" lIns="66675" tIns="57150" rIns="66675" bIns="57150" anchor="ctr">
            <a:normAutofit fontScale="93775"/>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erode</a:t>
            </a:r>
          </a:p>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remove small dots</a:t>
            </a:r>
          </a:p>
        </p:txBody>
      </p:sp>
      <p:sp>
        <p:nvSpPr>
          <p:cNvPr id="89" name="dilate&#10;restore main stroke">
            <a:extLst xmlns:a="http://schemas.openxmlformats.org/drawingml/2006/main">
              <a:ext uri="{FF2B5EF4-FFF2-40B4-BE49-F238E27FC236}">
                <a16:creationId xmlns:a16="http://schemas.microsoft.com/office/drawing/2014/main" id="{E0D2D0CD-AEEC-489A-8E07-AD22850E2E7D}"/>
              </a:ext>
            </a:extLst>
          </p:cNvPr>
          <p:cNvSpPr>
            <a:spLocks xmlns:a="http://schemas.openxmlformats.org/drawingml/2006/main" noGrp="1"/>
          </p:cNvSpPr>
          <p:nvPr/>
        </p:nvSpPr>
        <p:spPr>
          <a:xfrm xmlns:a="http://schemas.openxmlformats.org/drawingml/2006/main">
            <a:off x="5695950" y="1809750"/>
            <a:ext cx="1524000" cy="781050"/>
          </a:xfrm>
          <a:prstGeom xmlns:a="http://schemas.openxmlformats.org/drawingml/2006/main" prst="roundRect">
            <a:avLst>
              <a:gd name="adj" fmla="val 12195"/>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93775"/>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dilate</a:t>
            </a:r>
          </a:p>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restore main stroke</a:t>
            </a:r>
          </a:p>
        </p:txBody>
      </p:sp>
      <p:cxnSp>
        <p:nvCxnSpPr>
          <p:cNvPr id="106" name=""/>
          <p:cNvCxnSpPr>
            <a:stCxn xmlns:a="http://schemas.openxmlformats.org/drawingml/2006/main" id="87" idx="3"/>
            <a:endCxn xmlns:a="http://schemas.openxmlformats.org/drawingml/2006/main" id="88" idx="1"/>
          </p:cNvCxnSpPr>
          <p:nvPr/>
        </p:nvCxnSpPr>
        <p:spPr>
          <a:xfrm xmlns:a="http://schemas.openxmlformats.org/drawingml/2006/main">
            <a:off x="3448050" y="2200275"/>
            <a:ext cx="361950" cy="0"/>
          </a:xfrm>
          <a:prstGeom xmlns:a="http://schemas.openxmlformats.org/drawingml/2006/main" prst="straightConnector1">
            <a:avLst/>
          </a:prstGeom>
          <a:ln xmlns:a="http://schemas.openxmlformats.org/drawingml/2006/main" w="19050">
            <a:solidFill>
              <a:srgbClr val="4B6072"/>
            </a:solidFill>
            <a:prstDash val="solid"/>
            <a:tailEnd type="triangle" w="sm" len="sm"/>
          </a:ln>
        </p:spPr>
      </p:cxnSp>
      <p:cxnSp>
        <p:nvCxnSpPr>
          <p:cNvPr id="107" name=""/>
          <p:cNvCxnSpPr>
            <a:stCxn xmlns:a="http://schemas.openxmlformats.org/drawingml/2006/main" id="88" idx="3"/>
            <a:endCxn xmlns:a="http://schemas.openxmlformats.org/drawingml/2006/main" id="89" idx="1"/>
          </p:cNvCxnSpPr>
          <p:nvPr/>
        </p:nvCxnSpPr>
        <p:spPr>
          <a:xfrm xmlns:a="http://schemas.openxmlformats.org/drawingml/2006/main">
            <a:off x="5334000" y="2200275"/>
            <a:ext cx="361950" cy="0"/>
          </a:xfrm>
          <a:prstGeom xmlns:a="http://schemas.openxmlformats.org/drawingml/2006/main" prst="straightConnector1">
            <a:avLst/>
          </a:prstGeom>
          <a:ln xmlns:a="http://schemas.openxmlformats.org/drawingml/2006/main" w="19050">
            <a:solidFill>
              <a:srgbClr val="4B6072"/>
            </a:solidFill>
            <a:prstDash val="solid"/>
            <a:tailEnd type="triangle" w="sm" len="sm"/>
          </a:ln>
        </p:spPr>
      </p:cxnSp>
      <p:sp>
        <p:nvSpPr>
          <p:cNvPr id="92" name="Closing">
            <a:extLst xmlns:a="http://schemas.openxmlformats.org/drawingml/2006/main">
              <a:ext uri="{FF2B5EF4-FFF2-40B4-BE49-F238E27FC236}">
                <a16:creationId xmlns:a16="http://schemas.microsoft.com/office/drawing/2014/main" id="{D85034E6-915B-4573-A048-6C93DED5BFE1}"/>
              </a:ext>
            </a:extLst>
          </p:cNvPr>
          <p:cNvSpPr>
            <a:spLocks xmlns:a="http://schemas.openxmlformats.org/drawingml/2006/main" noGrp="1"/>
          </p:cNvSpPr>
          <p:nvPr/>
        </p:nvSpPr>
        <p:spPr>
          <a:xfrm xmlns:a="http://schemas.openxmlformats.org/drawingml/2006/main">
            <a:off x="1924050" y="3143250"/>
            <a:ext cx="1524000" cy="781050"/>
          </a:xfrm>
          <a:prstGeom xmlns:a="http://schemas.openxmlformats.org/drawingml/2006/main" prst="roundRect">
            <a:avLst>
              <a:gd name="adj" fmla="val 12195"/>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Closing</a:t>
            </a:r>
          </a:p>
        </p:txBody>
      </p:sp>
      <p:sp>
        <p:nvSpPr>
          <p:cNvPr id="93" name="dilate&#10;bridge small gaps">
            <a:extLst xmlns:a="http://schemas.openxmlformats.org/drawingml/2006/main">
              <a:ext uri="{FF2B5EF4-FFF2-40B4-BE49-F238E27FC236}">
                <a16:creationId xmlns:a16="http://schemas.microsoft.com/office/drawing/2014/main" id="{70EAE9FD-0997-4938-89C8-0D4115EB96DB}"/>
              </a:ext>
            </a:extLst>
          </p:cNvPr>
          <p:cNvSpPr>
            <a:spLocks xmlns:a="http://schemas.openxmlformats.org/drawingml/2006/main" noGrp="1"/>
          </p:cNvSpPr>
          <p:nvPr/>
        </p:nvSpPr>
        <p:spPr>
          <a:xfrm xmlns:a="http://schemas.openxmlformats.org/drawingml/2006/main">
            <a:off x="3810000" y="3143250"/>
            <a:ext cx="1524000" cy="781050"/>
          </a:xfrm>
          <a:prstGeom xmlns:a="http://schemas.openxmlformats.org/drawingml/2006/main" prst="roundRect">
            <a:avLst>
              <a:gd name="adj" fmla="val 12195"/>
            </a:avLst>
          </a:prstGeom>
          <a:solidFill xmlns:a="http://schemas.openxmlformats.org/drawingml/2006/main">
            <a:srgbClr val="EAF4FA"/>
          </a:solidFill>
          <a:ln xmlns:a="http://schemas.openxmlformats.org/drawingml/2006/main" w="12383">
            <a:solidFill>
              <a:srgbClr val="00A0DF"/>
            </a:solidFill>
            <a:prstDash val="solid"/>
          </a:ln>
        </p:spPr>
        <p:txBody>
          <a:bodyPr xmlns:a="http://schemas.openxmlformats.org/drawingml/2006/main" wrap="square" lIns="66675" tIns="57150" rIns="66675" bIns="57150" anchor="ctr">
            <a:normAutofit fontScale="93775"/>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dilate</a:t>
            </a:r>
          </a:p>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bridge small gaps</a:t>
            </a:r>
          </a:p>
        </p:txBody>
      </p:sp>
      <p:sp>
        <p:nvSpPr>
          <p:cNvPr id="94" name="erode&#10;restore thickness">
            <a:extLst xmlns:a="http://schemas.openxmlformats.org/drawingml/2006/main">
              <a:ext uri="{FF2B5EF4-FFF2-40B4-BE49-F238E27FC236}">
                <a16:creationId xmlns:a16="http://schemas.microsoft.com/office/drawing/2014/main" id="{6ADC0758-AFD4-413D-8843-CFE2F2180580}"/>
              </a:ext>
            </a:extLst>
          </p:cNvPr>
          <p:cNvSpPr>
            <a:spLocks xmlns:a="http://schemas.openxmlformats.org/drawingml/2006/main" noGrp="1"/>
          </p:cNvSpPr>
          <p:nvPr/>
        </p:nvSpPr>
        <p:spPr>
          <a:xfrm xmlns:a="http://schemas.openxmlformats.org/drawingml/2006/main">
            <a:off x="5695950" y="3143250"/>
            <a:ext cx="1524000" cy="781050"/>
          </a:xfrm>
          <a:prstGeom xmlns:a="http://schemas.openxmlformats.org/drawingml/2006/main" prst="roundRect">
            <a:avLst>
              <a:gd name="adj" fmla="val 12195"/>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93775"/>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erode</a:t>
            </a:r>
          </a:p>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restore thickness</a:t>
            </a:r>
          </a:p>
        </p:txBody>
      </p:sp>
      <p:cxnSp>
        <p:nvCxnSpPr>
          <p:cNvPr id="111" name=""/>
          <p:cNvCxnSpPr>
            <a:stCxn xmlns:a="http://schemas.openxmlformats.org/drawingml/2006/main" id="92" idx="3"/>
            <a:endCxn xmlns:a="http://schemas.openxmlformats.org/drawingml/2006/main" id="93" idx="1"/>
          </p:cNvCxnSpPr>
          <p:nvPr/>
        </p:nvCxnSpPr>
        <p:spPr>
          <a:xfrm xmlns:a="http://schemas.openxmlformats.org/drawingml/2006/main">
            <a:off x="3448050" y="3533775"/>
            <a:ext cx="361950" cy="0"/>
          </a:xfrm>
          <a:prstGeom xmlns:a="http://schemas.openxmlformats.org/drawingml/2006/main" prst="straightConnector1">
            <a:avLst/>
          </a:prstGeom>
          <a:ln xmlns:a="http://schemas.openxmlformats.org/drawingml/2006/main" w="19050">
            <a:solidFill>
              <a:srgbClr val="4B6072"/>
            </a:solidFill>
            <a:prstDash val="solid"/>
            <a:tailEnd type="triangle" w="sm" len="sm"/>
          </a:ln>
        </p:spPr>
      </p:cxnSp>
      <p:cxnSp>
        <p:nvCxnSpPr>
          <p:cNvPr id="112" name=""/>
          <p:cNvCxnSpPr>
            <a:stCxn xmlns:a="http://schemas.openxmlformats.org/drawingml/2006/main" id="93" idx="3"/>
            <a:endCxn xmlns:a="http://schemas.openxmlformats.org/drawingml/2006/main" id="94" idx="1"/>
          </p:cNvCxnSpPr>
          <p:nvPr/>
        </p:nvCxnSpPr>
        <p:spPr>
          <a:xfrm xmlns:a="http://schemas.openxmlformats.org/drawingml/2006/main">
            <a:off x="5334000" y="3533775"/>
            <a:ext cx="361950" cy="0"/>
          </a:xfrm>
          <a:prstGeom xmlns:a="http://schemas.openxmlformats.org/drawingml/2006/main" prst="straightConnector1">
            <a:avLst/>
          </a:prstGeom>
          <a:ln xmlns:a="http://schemas.openxmlformats.org/drawingml/2006/main" w="19050">
            <a:solidFill>
              <a:srgbClr val="4B6072"/>
            </a:solidFill>
            <a:prstDash val="solid"/>
            <a:tailEnd type="triangle" w="sm" len="sm"/>
          </a:ln>
        </p:spPr>
      </p:cxnSp>
      <p:sp>
        <p:nvSpPr>
          <p:cNvPr id="97" name="Lecture text">
            <a:extLst xmlns:a="http://schemas.openxmlformats.org/drawingml/2006/main">
              <a:ext uri="{FF2B5EF4-FFF2-40B4-BE49-F238E27FC236}">
                <a16:creationId xmlns:a16="http://schemas.microsoft.com/office/drawing/2014/main" id="{E0B696D2-3C86-47B3-8CC9-85328FD19A22}"/>
              </a:ext>
            </a:extLst>
          </p:cNvPr>
          <p:cNvSpPr>
            <a:spLocks xmlns:a="http://schemas.openxmlformats.org/drawingml/2006/main" noGrp="1"/>
          </p:cNvSpPr>
          <p:nvPr/>
        </p:nvSpPr>
        <p:spPr>
          <a:xfrm xmlns:a="http://schemas.openxmlformats.org/drawingml/2006/main">
            <a:off x="762000" y="16192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rmAutofit fontScale="91667"/>
          </a:bodyPr>
          <a:lstStyle xmlns:a="http://schemas.openxmlformats.org/drawingml/2006/main"/>
          <a:p xmlns:a="http://schemas.openxmlformats.org/drawingml/2006/main">
            <a:pPr algn="l">
              <a:defRPr sz="1500" b="1">
                <a:solidFill>
                  <a:srgbClr val="5A8E22"/>
                </a:solidFill>
                <a:latin typeface="Arial"/>
                <a:ea typeface="Arial"/>
                <a:cs typeface="Arial"/>
              </a:defRPr>
            </a:pPr>
            <a:r>
              <a:rPr sz="1500" b="1">
                <a:solidFill>
                  <a:srgbClr val="5A8E22"/>
                </a:solidFill>
                <a:latin typeface="Arial"/>
                <a:ea typeface="Arial"/>
                <a:cs typeface="Arial"/>
              </a:rPr>
              <a:t>opening = erode → dilate</a:t>
            </a:r>
          </a:p>
        </p:txBody>
      </p:sp>
      <p:sp>
        <p:nvSpPr>
          <p:cNvPr id="98" name="Lecture text">
            <a:extLst xmlns:a="http://schemas.openxmlformats.org/drawingml/2006/main">
              <a:ext uri="{FF2B5EF4-FFF2-40B4-BE49-F238E27FC236}">
                <a16:creationId xmlns:a16="http://schemas.microsoft.com/office/drawing/2014/main" id="{4F868C82-FD46-4A80-A65A-97F63C4C89EA}"/>
              </a:ext>
            </a:extLst>
          </p:cNvPr>
          <p:cNvSpPr>
            <a:spLocks xmlns:a="http://schemas.openxmlformats.org/drawingml/2006/main" noGrp="1"/>
          </p:cNvSpPr>
          <p:nvPr/>
        </p:nvSpPr>
        <p:spPr>
          <a:xfrm xmlns:a="http://schemas.openxmlformats.org/drawingml/2006/main">
            <a:off x="762000" y="29527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rmAutofit fontScale="91667"/>
          </a:bodyPr>
          <a:lstStyle xmlns:a="http://schemas.openxmlformats.org/drawingml/2006/main"/>
          <a:p xmlns:a="http://schemas.openxmlformats.org/drawingml/2006/main">
            <a:pPr algn="l">
              <a:defRPr sz="1500" b="1">
                <a:solidFill>
                  <a:srgbClr val="EF8200"/>
                </a:solidFill>
                <a:latin typeface="Arial"/>
                <a:ea typeface="Arial"/>
                <a:cs typeface="Arial"/>
              </a:defRPr>
            </a:pPr>
            <a:r>
              <a:rPr sz="1500" b="1">
                <a:solidFill>
                  <a:srgbClr val="EF8200"/>
                </a:solidFill>
                <a:latin typeface="Arial"/>
                <a:ea typeface="Arial"/>
                <a:cs typeface="Arial"/>
              </a:rPr>
              <a:t>closing = dilate → erode</a:t>
            </a:r>
          </a:p>
        </p:txBody>
      </p:sp>
      <p:sp>
        <p:nvSpPr>
          <p:cNvPr id="99" name="Choose the operation from the defect; do not apply all four blindly.">
            <a:extLst xmlns:a="http://schemas.openxmlformats.org/drawingml/2006/main">
              <a:ext uri="{FF2B5EF4-FFF2-40B4-BE49-F238E27FC236}">
                <a16:creationId xmlns:a16="http://schemas.microsoft.com/office/drawing/2014/main" id="{B4506670-1F6C-4D92-960A-61FD45959D64}"/>
              </a:ext>
            </a:extLst>
          </p:cNvPr>
          <p:cNvSpPr>
            <a:spLocks xmlns:a="http://schemas.openxmlformats.org/drawingml/2006/main" noGrp="1"/>
          </p:cNvSpPr>
          <p:nvPr/>
        </p:nvSpPr>
        <p:spPr>
          <a:xfrm xmlns:a="http://schemas.openxmlformats.org/drawingml/2006/main">
            <a:off x="1000125" y="4324350"/>
            <a:ext cx="7143750" cy="381000"/>
          </a:xfrm>
          <a:prstGeom xmlns:a="http://schemas.openxmlformats.org/drawingml/2006/main" prst="roundRect">
            <a:avLst>
              <a:gd name="adj" fmla="val 25000"/>
            </a:avLst>
          </a:prstGeom>
          <a:solidFill xmlns:a="http://schemas.openxmlformats.org/drawingml/2006/main">
            <a:srgbClr val="EAF4FA"/>
          </a:solidFill>
          <a:ln xmlns:a="http://schemas.openxmlformats.org/drawingml/2006/main" w="12383">
            <a:solidFill>
              <a:srgbClr val="00539F"/>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350" b="1">
                <a:solidFill>
                  <a:srgbClr val="00539F"/>
                </a:solidFill>
                <a:latin typeface="Arial"/>
                <a:ea typeface="Arial"/>
                <a:cs typeface="Arial"/>
              </a:defRPr>
            </a:pPr>
            <a:r>
              <a:rPr sz="1350" b="1">
                <a:solidFill>
                  <a:srgbClr val="00539F"/>
                </a:solidFill>
                <a:latin typeface="Arial"/>
                <a:ea typeface="Arial"/>
                <a:cs typeface="Arial"/>
              </a:rPr>
              <a:t>Choose the operation from the defect; do not apply all four blindly.</a:t>
            </a:r>
          </a:p>
        </p:txBody>
      </p:sp>
    </p:spTree>
    <p:extLst>
      <p:ext uri="{BB962C8B-B14F-4D97-AF65-F5344CB8AC3E}">
        <p14:creationId xmlns:p14="http://schemas.microsoft.com/office/powerpoint/2010/main" val="625655601"/>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83" name="Google Shape;83;g37bad65a17d_0_0">
            <a:extLst xmlns:a="http://schemas.openxmlformats.org/drawingml/2006/main">
              <a:ext uri="{FF2B5EF4-FFF2-40B4-BE49-F238E27FC236}">
                <a16:creationId xmlns:a16="http://schemas.microsoft.com/office/drawing/2014/main" id="{0CC56B34-6770-45D7-9E5A-4F0C2199F86A}"/>
              </a:ext>
            </a:extLst>
          </p:cNvPr>
          <p:cNvSpPr>
            <a:spLocks xmlns:a="http://schemas.openxmlformats.org/drawingml/2006/main" noGrp="1"/>
          </p:cNvSpPr>
          <p:nvPr>
            <p:ph type="title" idx="0"/>
          </p:nvPr>
        </p:nvSpPr>
        <p:spPr>
          <a:xfrm xmlns:a="http://schemas.openxmlformats.org/drawingml/2006/main">
            <a:off x="457200" y="528638"/>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45720" rIns="91440" bIns="4572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1400"/>
              <a:buNone/>
              <a:defRPr sz="2175" b="0">
                <a:solidFill>
                  <a:srgbClr val="00A0DF"/>
                </a:solidFill>
                <a:latin typeface="Arial"/>
                <a:ea typeface="Arial"/>
                <a:cs typeface="Arial"/>
              </a:defRPr>
            </a:pPr>
            <a:r>
              <a:rPr sz="2175" b="0">
                <a:solidFill>
                  <a:srgbClr val="00A0DF"/>
                </a:solidFill>
                <a:latin typeface="Arial"/>
                <a:ea typeface="Arial"/>
                <a:cs typeface="Arial"/>
              </a:rPr>
              <a:t>Morphology changes the nearest match for 0, 8, and 3</a:t>
            </a:r>
            <a:endParaRPr/>
          </a:p>
        </p:txBody>
      </p:sp>
      <p:sp>
        <p:nvSpPr>
          <p:cNvPr id="85" name="Google Shape;85;g37bad65a17d_0_0">
            <a:extLst xmlns:a="http://schemas.openxmlformats.org/drawingml/2006/main">
              <a:ext uri="{FF2B5EF4-FFF2-40B4-BE49-F238E27FC236}">
                <a16:creationId xmlns:a16="http://schemas.microsoft.com/office/drawing/2014/main" id="{31B1C2C2-F77F-4032-9D0A-FF56401D76B3}"/>
              </a:ext>
            </a:extLst>
          </p:cNvPr>
          <p:cNvSpPr>
            <a:spLocks xmlns:a="http://schemas.openxmlformats.org/drawingml/2006/main" noGrp="1"/>
          </p:cNvSpPr>
          <p:nvPr>
            <p:ph type="sldNum" idx="12"/>
          </p:nvPr>
        </p:nvSpPr>
        <p:spPr>
          <a:xfrm xmlns:a="http://schemas.openxmlformats.org/drawingml/2006/main">
            <a:off x="3505200" y="4767263"/>
            <a:ext cx="2133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Clr>
                <a:srgbClr val="000000"/>
              </a:buClr>
              <a:buSzPts val="1200"/>
              <a:buFont typeface="Arial"/>
              <a:buNone/>
              <a:defRPr sz="1200">
                <a:solidFill>
                  <a:srgbClr val="00539F"/>
                </a:solidFill>
                <a:latin typeface="Arial"/>
                <a:ea typeface="Arial"/>
                <a:cs typeface="Arial"/>
              </a:defRPr>
            </a:pPr>
            <a:fld id="{DC9C7607-4BA3-B4DC-A00F-2E67A9FCFF7E}" type="slidenum">
              <a:rPr sz="1200">
                <a:solidFill>
                  <a:srgbClr val="00539F"/>
                </a:solidFill>
                <a:latin typeface="Arial"/>
                <a:ea typeface="Arial"/>
                <a:cs typeface="Arial"/>
              </a:rPr>
              <a:t>16</a:t>
            </a:fld>
            <a:endParaRPr/>
          </a:p>
        </p:txBody>
      </p:sp>
      <p:sp>
        <p:nvSpPr>
          <p:cNvPr id="86" name="Section tag">
            <a:extLst xmlns:a="http://schemas.openxmlformats.org/drawingml/2006/main">
              <a:ext uri="{FF2B5EF4-FFF2-40B4-BE49-F238E27FC236}">
                <a16:creationId xmlns:a16="http://schemas.microsoft.com/office/drawing/2014/main" id="{5444B4B0-7F65-4ACE-9EC6-CEBFF2A6884F}"/>
              </a:ext>
            </a:extLst>
          </p:cNvPr>
          <p:cNvSpPr>
            <a:spLocks xmlns:a="http://schemas.openxmlformats.org/drawingml/2006/main" noGrp="1"/>
          </p:cNvSpPr>
          <p:nvPr/>
        </p:nvSpPr>
        <p:spPr>
          <a:xfrm xmlns:a="http://schemas.openxmlformats.org/drawingml/2006/main">
            <a:off x="619125" y="1304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RESULTS</a:t>
            </a:r>
          </a:p>
        </p:txBody>
      </p:sp>
      <p:pic>
        <p:nvPicPr>
          <p:cNvPr id="99" name=""/>
          <p:cNvPicPr>
            <a:picLocks xmlns:a="http://schemas.openxmlformats.org/drawingml/2006/main" noChangeAspect="1"/>
          </p:cNvPicPr>
          <p:nvPr/>
        </p:nvPicPr>
        <p:blipFill>
          <a:blip xmlns:r="http://schemas.openxmlformats.org/officeDocument/2006/relationships" xmlns:a="http://schemas.openxmlformats.org/drawingml/2006/main" r:embed="Rdacf09b73bb84b21"/>
          <a:stretch xmlns:a="http://schemas.openxmlformats.org/drawingml/2006/main"/>
        </p:blipFill>
        <p:spPr>
          <a:xfrm xmlns:a="http://schemas.openxmlformats.org/drawingml/2006/main">
            <a:off x="1658632" y="1666875"/>
            <a:ext cx="1635736" cy="904875"/>
          </a:xfrm>
          <a:prstGeom xmlns:a="http://schemas.openxmlformats.org/drawingml/2006/main" prst="rect">
            <a:avLst/>
          </a:prstGeom>
        </p:spPr>
      </p:pic>
      <p:sp>
        <p:nvSpPr>
          <p:cNvPr id="88" name="Lecture text">
            <a:extLst xmlns:a="http://schemas.openxmlformats.org/drawingml/2006/main">
              <a:ext uri="{FF2B5EF4-FFF2-40B4-BE49-F238E27FC236}">
                <a16:creationId xmlns:a16="http://schemas.microsoft.com/office/drawing/2014/main" id="{A6604A41-A4E0-4A07-9345-A43EBEAFD75F}"/>
              </a:ext>
            </a:extLst>
          </p:cNvPr>
          <p:cNvSpPr>
            <a:spLocks xmlns:a="http://schemas.openxmlformats.org/drawingml/2006/main" noGrp="1"/>
          </p:cNvSpPr>
          <p:nvPr/>
        </p:nvSpPr>
        <p:spPr>
          <a:xfrm xmlns:a="http://schemas.openxmlformats.org/drawingml/2006/main">
            <a:off x="666750" y="2581275"/>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ctr">
              <a:defRPr sz="1200" b="1">
                <a:solidFill>
                  <a:srgbClr val="00539F"/>
                </a:solidFill>
                <a:latin typeface="Arial"/>
                <a:ea typeface="Arial"/>
                <a:cs typeface="Arial"/>
              </a:defRPr>
            </a:pPr>
            <a:r>
              <a:rPr sz="1200" b="1">
                <a:solidFill>
                  <a:srgbClr val="00539F"/>
                </a:solidFill>
                <a:latin typeface="Arial"/>
                <a:ea typeface="Arial"/>
                <a:cs typeface="Arial"/>
              </a:rPr>
              <a:t>erode → 0</a:t>
            </a:r>
          </a:p>
        </p:txBody>
      </p:sp>
      <p:pic>
        <p:nvPicPr>
          <p:cNvPr id="101" name=""/>
          <p:cNvPicPr>
            <a:picLocks xmlns:a="http://schemas.openxmlformats.org/drawingml/2006/main" noChangeAspect="1"/>
          </p:cNvPicPr>
          <p:nvPr/>
        </p:nvPicPr>
        <p:blipFill>
          <a:blip xmlns:r="http://schemas.openxmlformats.org/officeDocument/2006/relationships" xmlns:a="http://schemas.openxmlformats.org/drawingml/2006/main" r:embed="R66691beb414c4feb"/>
          <a:stretch xmlns:a="http://schemas.openxmlformats.org/drawingml/2006/main"/>
        </p:blipFill>
        <p:spPr>
          <a:xfrm xmlns:a="http://schemas.openxmlformats.org/drawingml/2006/main">
            <a:off x="5849632" y="1666875"/>
            <a:ext cx="1635736" cy="904875"/>
          </a:xfrm>
          <a:prstGeom xmlns:a="http://schemas.openxmlformats.org/drawingml/2006/main" prst="rect">
            <a:avLst/>
          </a:prstGeom>
        </p:spPr>
      </p:pic>
      <p:sp>
        <p:nvSpPr>
          <p:cNvPr id="90" name="Lecture text">
            <a:extLst xmlns:a="http://schemas.openxmlformats.org/drawingml/2006/main">
              <a:ext uri="{FF2B5EF4-FFF2-40B4-BE49-F238E27FC236}">
                <a16:creationId xmlns:a16="http://schemas.microsoft.com/office/drawing/2014/main" id="{3C728101-16EF-4A17-BD05-602F491E7808}"/>
              </a:ext>
            </a:extLst>
          </p:cNvPr>
          <p:cNvSpPr>
            <a:spLocks xmlns:a="http://schemas.openxmlformats.org/drawingml/2006/main" noGrp="1"/>
          </p:cNvSpPr>
          <p:nvPr/>
        </p:nvSpPr>
        <p:spPr>
          <a:xfrm xmlns:a="http://schemas.openxmlformats.org/drawingml/2006/main">
            <a:off x="4857750" y="2581275"/>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ctr">
              <a:defRPr sz="1200" b="1">
                <a:solidFill>
                  <a:srgbClr val="00539F"/>
                </a:solidFill>
                <a:latin typeface="Arial"/>
                <a:ea typeface="Arial"/>
                <a:cs typeface="Arial"/>
              </a:defRPr>
            </a:pPr>
            <a:r>
              <a:rPr sz="1200" b="1">
                <a:solidFill>
                  <a:srgbClr val="00539F"/>
                </a:solidFill>
                <a:latin typeface="Arial"/>
                <a:ea typeface="Arial"/>
                <a:cs typeface="Arial"/>
              </a:rPr>
              <a:t>dilate → 8</a:t>
            </a:r>
          </a:p>
        </p:txBody>
      </p:sp>
      <p:pic>
        <p:nvPicPr>
          <p:cNvPr id="103" name=""/>
          <p:cNvPicPr>
            <a:picLocks xmlns:a="http://schemas.openxmlformats.org/drawingml/2006/main" noChangeAspect="1"/>
          </p:cNvPicPr>
          <p:nvPr/>
        </p:nvPicPr>
        <p:blipFill>
          <a:blip xmlns:r="http://schemas.openxmlformats.org/officeDocument/2006/relationships" xmlns:a="http://schemas.openxmlformats.org/drawingml/2006/main" r:embed="Re74da8e5b5fe4182"/>
          <a:stretch xmlns:a="http://schemas.openxmlformats.org/drawingml/2006/main"/>
        </p:blipFill>
        <p:spPr>
          <a:xfrm xmlns:a="http://schemas.openxmlformats.org/drawingml/2006/main">
            <a:off x="1658632" y="3048000"/>
            <a:ext cx="1635736" cy="904875"/>
          </a:xfrm>
          <a:prstGeom xmlns:a="http://schemas.openxmlformats.org/drawingml/2006/main" prst="rect">
            <a:avLst/>
          </a:prstGeom>
        </p:spPr>
      </p:pic>
      <p:sp>
        <p:nvSpPr>
          <p:cNvPr id="92" name="Lecture text">
            <a:extLst xmlns:a="http://schemas.openxmlformats.org/drawingml/2006/main">
              <a:ext uri="{FF2B5EF4-FFF2-40B4-BE49-F238E27FC236}">
                <a16:creationId xmlns:a16="http://schemas.microsoft.com/office/drawing/2014/main" id="{D64F99D8-0C84-4B3C-8F56-F19F59F3D0F0}"/>
              </a:ext>
            </a:extLst>
          </p:cNvPr>
          <p:cNvSpPr>
            <a:spLocks xmlns:a="http://schemas.openxmlformats.org/drawingml/2006/main" noGrp="1"/>
          </p:cNvSpPr>
          <p:nvPr/>
        </p:nvSpPr>
        <p:spPr>
          <a:xfrm xmlns:a="http://schemas.openxmlformats.org/drawingml/2006/main">
            <a:off x="666750" y="39624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ctr">
              <a:defRPr sz="1200" b="1">
                <a:solidFill>
                  <a:srgbClr val="5A8E22"/>
                </a:solidFill>
                <a:latin typeface="Arial"/>
                <a:ea typeface="Arial"/>
                <a:cs typeface="Arial"/>
              </a:defRPr>
            </a:pPr>
            <a:r>
              <a:rPr sz="1200" b="1">
                <a:solidFill>
                  <a:srgbClr val="5A8E22"/>
                </a:solidFill>
                <a:latin typeface="Arial"/>
                <a:ea typeface="Arial"/>
                <a:cs typeface="Arial"/>
              </a:rPr>
              <a:t>opening → 3</a:t>
            </a:r>
          </a:p>
        </p:txBody>
      </p:sp>
      <p:pic>
        <p:nvPicPr>
          <p:cNvPr id="105" name=""/>
          <p:cNvPicPr>
            <a:picLocks xmlns:a="http://schemas.openxmlformats.org/drawingml/2006/main" noChangeAspect="1"/>
          </p:cNvPicPr>
          <p:nvPr/>
        </p:nvPicPr>
        <p:blipFill>
          <a:blip xmlns:r="http://schemas.openxmlformats.org/officeDocument/2006/relationships" xmlns:a="http://schemas.openxmlformats.org/drawingml/2006/main" r:embed="R89ca6a9fbaa448ef"/>
          <a:stretch xmlns:a="http://schemas.openxmlformats.org/drawingml/2006/main"/>
        </p:blipFill>
        <p:spPr>
          <a:xfrm xmlns:a="http://schemas.openxmlformats.org/drawingml/2006/main">
            <a:off x="5849632" y="3048000"/>
            <a:ext cx="1635736" cy="904875"/>
          </a:xfrm>
          <a:prstGeom xmlns:a="http://schemas.openxmlformats.org/drawingml/2006/main" prst="rect">
            <a:avLst/>
          </a:prstGeom>
        </p:spPr>
      </p:pic>
      <p:sp>
        <p:nvSpPr>
          <p:cNvPr id="94" name="Lecture text">
            <a:extLst xmlns:a="http://schemas.openxmlformats.org/drawingml/2006/main">
              <a:ext uri="{FF2B5EF4-FFF2-40B4-BE49-F238E27FC236}">
                <a16:creationId xmlns:a16="http://schemas.microsoft.com/office/drawing/2014/main" id="{12F6C2C5-05F1-4E90-AB44-1EB8B80622A1}"/>
              </a:ext>
            </a:extLst>
          </p:cNvPr>
          <p:cNvSpPr>
            <a:spLocks xmlns:a="http://schemas.openxmlformats.org/drawingml/2006/main" noGrp="1"/>
          </p:cNvSpPr>
          <p:nvPr/>
        </p:nvSpPr>
        <p:spPr>
          <a:xfrm xmlns:a="http://schemas.openxmlformats.org/drawingml/2006/main">
            <a:off x="4857750" y="39624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ctr">
              <a:defRPr sz="1200" b="1">
                <a:solidFill>
                  <a:srgbClr val="5A8E22"/>
                </a:solidFill>
                <a:latin typeface="Arial"/>
                <a:ea typeface="Arial"/>
                <a:cs typeface="Arial"/>
              </a:defRPr>
            </a:pPr>
            <a:r>
              <a:rPr sz="1200" b="1">
                <a:solidFill>
                  <a:srgbClr val="5A8E22"/>
                </a:solidFill>
                <a:latin typeface="Arial"/>
                <a:ea typeface="Arial"/>
                <a:cs typeface="Arial"/>
              </a:rPr>
              <a:t>closing → 3</a:t>
            </a:r>
          </a:p>
        </p:txBody>
      </p:sp>
      <p:sp>
        <p:nvSpPr>
          <p:cNvPr id="95" name="Same histogram classifier; only the input mask changes before counting.">
            <a:extLst xmlns:a="http://schemas.openxmlformats.org/drawingml/2006/main">
              <a:ext uri="{FF2B5EF4-FFF2-40B4-BE49-F238E27FC236}">
                <a16:creationId xmlns:a16="http://schemas.microsoft.com/office/drawing/2014/main" id="{AC3A462F-0119-4B7F-9E97-CAED3C5E5775}"/>
              </a:ext>
            </a:extLst>
          </p:cNvPr>
          <p:cNvSpPr>
            <a:spLocks xmlns:a="http://schemas.openxmlformats.org/drawingml/2006/main" noGrp="1"/>
          </p:cNvSpPr>
          <p:nvPr/>
        </p:nvSpPr>
        <p:spPr>
          <a:xfrm xmlns:a="http://schemas.openxmlformats.org/drawingml/2006/main">
            <a:off x="1000125" y="4324350"/>
            <a:ext cx="7143750" cy="381000"/>
          </a:xfrm>
          <a:prstGeom xmlns:a="http://schemas.openxmlformats.org/drawingml/2006/main" prst="roundRect">
            <a:avLst>
              <a:gd name="adj" fmla="val 25000"/>
            </a:avLst>
          </a:prstGeom>
          <a:solidFill xmlns:a="http://schemas.openxmlformats.org/drawingml/2006/main">
            <a:srgbClr val="EAF4FA"/>
          </a:solidFill>
          <a:ln xmlns:a="http://schemas.openxmlformats.org/drawingml/2006/main" w="12383">
            <a:solidFill>
              <a:srgbClr val="00539F"/>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350" b="1">
                <a:solidFill>
                  <a:srgbClr val="00539F"/>
                </a:solidFill>
                <a:latin typeface="Arial"/>
                <a:ea typeface="Arial"/>
                <a:cs typeface="Arial"/>
              </a:defRPr>
            </a:pPr>
            <a:r>
              <a:rPr sz="1350" b="1">
                <a:solidFill>
                  <a:srgbClr val="00539F"/>
                </a:solidFill>
                <a:latin typeface="Arial"/>
                <a:ea typeface="Arial"/>
                <a:cs typeface="Arial"/>
              </a:rPr>
              <a:t>Same histogram classifier; only the input mask changes before counting.</a:t>
            </a:r>
          </a:p>
        </p:txBody>
      </p:sp>
    </p:spTree>
    <p:extLst>
      <p:ext uri="{BB962C8B-B14F-4D97-AF65-F5344CB8AC3E}">
        <p14:creationId xmlns:p14="http://schemas.microsoft.com/office/powerpoint/2010/main" val="62565560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83" name="Google Shape;83;g37bad65a17d_0_0">
            <a:extLst xmlns:a="http://schemas.openxmlformats.org/drawingml/2006/main">
              <a:ext uri="{FF2B5EF4-FFF2-40B4-BE49-F238E27FC236}">
                <a16:creationId xmlns:a16="http://schemas.microsoft.com/office/drawing/2014/main" id="{0CC56B34-6770-45D7-9E5A-4F0C2199F86A}"/>
              </a:ext>
            </a:extLst>
          </p:cNvPr>
          <p:cNvSpPr>
            <a:spLocks xmlns:a="http://schemas.openxmlformats.org/drawingml/2006/main" noGrp="1"/>
          </p:cNvSpPr>
          <p:nvPr>
            <p:ph type="title" idx="0"/>
          </p:nvPr>
        </p:nvSpPr>
        <p:spPr>
          <a:xfrm xmlns:a="http://schemas.openxmlformats.org/drawingml/2006/main">
            <a:off x="457200" y="528638"/>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45720" rIns="91440" bIns="4572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1400"/>
              <a:buNone/>
              <a:defRPr sz="2100" b="0">
                <a:solidFill>
                  <a:srgbClr val="00A0DF"/>
                </a:solidFill>
                <a:latin typeface="Arial"/>
                <a:ea typeface="Arial"/>
                <a:cs typeface="Arial"/>
              </a:defRPr>
            </a:pPr>
            <a:r>
              <a:rPr sz="2100" b="0">
                <a:solidFill>
                  <a:srgbClr val="00A0DF"/>
                </a:solidFill>
                <a:latin typeface="Arial"/>
                <a:ea typeface="Arial"/>
                <a:cs typeface="Arial"/>
              </a:rPr>
              <a:t>Hands-on 3: set parameters, publish, and compare</a:t>
            </a:r>
            <a:endParaRPr/>
          </a:p>
        </p:txBody>
      </p:sp>
      <p:sp>
        <p:nvSpPr>
          <p:cNvPr id="85" name="Google Shape;85;g37bad65a17d_0_0">
            <a:extLst xmlns:a="http://schemas.openxmlformats.org/drawingml/2006/main">
              <a:ext uri="{FF2B5EF4-FFF2-40B4-BE49-F238E27FC236}">
                <a16:creationId xmlns:a16="http://schemas.microsoft.com/office/drawing/2014/main" id="{31B1C2C2-F77F-4032-9D0A-FF56401D76B3}"/>
              </a:ext>
            </a:extLst>
          </p:cNvPr>
          <p:cNvSpPr>
            <a:spLocks xmlns:a="http://schemas.openxmlformats.org/drawingml/2006/main" noGrp="1"/>
          </p:cNvSpPr>
          <p:nvPr>
            <p:ph type="sldNum" idx="12"/>
          </p:nvPr>
        </p:nvSpPr>
        <p:spPr>
          <a:xfrm xmlns:a="http://schemas.openxmlformats.org/drawingml/2006/main">
            <a:off x="3505200" y="4767263"/>
            <a:ext cx="2133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Clr>
                <a:srgbClr val="000000"/>
              </a:buClr>
              <a:buSzPts val="1200"/>
              <a:buFont typeface="Arial"/>
              <a:buNone/>
              <a:defRPr sz="1200">
                <a:solidFill>
                  <a:srgbClr val="00539F"/>
                </a:solidFill>
                <a:latin typeface="Arial"/>
                <a:ea typeface="Arial"/>
                <a:cs typeface="Arial"/>
              </a:defRPr>
            </a:pPr>
            <a:fld id="{90F7333B-44AC-F7E9-D49D-FE92F45E0477}" type="slidenum">
              <a:rPr sz="1200">
                <a:solidFill>
                  <a:srgbClr val="00539F"/>
                </a:solidFill>
                <a:latin typeface="Arial"/>
                <a:ea typeface="Arial"/>
                <a:cs typeface="Arial"/>
              </a:rPr>
              <a:t>17</a:t>
            </a:fld>
            <a:endParaRPr/>
          </a:p>
        </p:txBody>
      </p:sp>
      <p:sp>
        <p:nvSpPr>
          <p:cNvPr id="86" name="Section tag">
            <a:extLst xmlns:a="http://schemas.openxmlformats.org/drawingml/2006/main">
              <a:ext uri="{FF2B5EF4-FFF2-40B4-BE49-F238E27FC236}">
                <a16:creationId xmlns:a16="http://schemas.microsoft.com/office/drawing/2014/main" id="{79FCB7D8-7C03-4535-AA35-CCEA5E141E6A}"/>
              </a:ext>
            </a:extLst>
          </p:cNvPr>
          <p:cNvSpPr>
            <a:spLocks xmlns:a="http://schemas.openxmlformats.org/drawingml/2006/main" noGrp="1"/>
          </p:cNvSpPr>
          <p:nvPr/>
        </p:nvSpPr>
        <p:spPr>
          <a:xfrm xmlns:a="http://schemas.openxmlformats.org/drawingml/2006/main">
            <a:off x="619125" y="1304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HANDS-ON CHECKPOINT</a:t>
            </a:r>
          </a:p>
        </p:txBody>
      </p:sp>
      <p:pic>
        <p:nvPicPr>
          <p:cNvPr id="95" name=""/>
          <p:cNvPicPr>
            <a:picLocks xmlns:a="http://schemas.openxmlformats.org/drawingml/2006/main" noChangeAspect="1"/>
          </p:cNvPicPr>
          <p:nvPr/>
        </p:nvPicPr>
        <p:blipFill>
          <a:blip xmlns:r="http://schemas.openxmlformats.org/officeDocument/2006/relationships" xmlns:a="http://schemas.openxmlformats.org/drawingml/2006/main" r:embed="R18816ea30cd44012"/>
          <a:stretch xmlns:a="http://schemas.openxmlformats.org/drawingml/2006/main"/>
        </p:blipFill>
        <p:spPr>
          <a:xfrm xmlns:a="http://schemas.openxmlformats.org/drawingml/2006/main">
            <a:off x="514350" y="1756569"/>
            <a:ext cx="3905250" cy="2278063"/>
          </a:xfrm>
          <a:prstGeom xmlns:a="http://schemas.openxmlformats.org/drawingml/2006/main" prst="rect">
            <a:avLst/>
          </a:prstGeom>
        </p:spPr>
      </p:pic>
      <p:sp>
        <p:nvSpPr>
          <p:cNvPr id="88" name="Student coding task">
            <a:extLst xmlns:a="http://schemas.openxmlformats.org/drawingml/2006/main">
              <a:ext uri="{FF2B5EF4-FFF2-40B4-BE49-F238E27FC236}">
                <a16:creationId xmlns:a16="http://schemas.microsoft.com/office/drawing/2014/main" id="{057DC203-26C7-484C-8EB7-1134A093EEB8}"/>
              </a:ext>
            </a:extLst>
          </p:cNvPr>
          <p:cNvSpPr>
            <a:spLocks xmlns:a="http://schemas.openxmlformats.org/drawingml/2006/main" noGrp="1"/>
          </p:cNvSpPr>
          <p:nvPr/>
        </p:nvSpPr>
        <p:spPr>
          <a:xfrm xmlns:a="http://schemas.openxmlformats.org/drawingml/2006/main">
            <a:off x="4714875" y="1657350"/>
            <a:ext cx="3857625" cy="685800"/>
          </a:xfrm>
          <a:prstGeom xmlns:a="http://schemas.openxmlformats.org/drawingml/2006/main" prst="roundRect">
            <a:avLst>
              <a:gd name="adj" fmla="val 13889"/>
            </a:avLst>
          </a:prstGeom>
          <a:solidFill xmlns:a="http://schemas.openxmlformats.org/drawingml/2006/main">
            <a:srgbClr val="FFF7E8"/>
          </a:solidFill>
          <a:ln xmlns:a="http://schemas.openxmlformats.org/drawingml/2006/main" w="12383">
            <a:solidFill>
              <a:srgbClr val="EF8200"/>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885" b="1">
                <a:solidFill>
                  <a:srgbClr val="17324D"/>
                </a:solidFill>
                <a:latin typeface="Arial"/>
                <a:ea typeface="Arial"/>
                <a:cs typeface="Arial"/>
              </a:defRPr>
            </a:pPr>
            <a:r>
              <a:rPr sz="885" b="1">
                <a:solidFill>
                  <a:srgbClr val="17324D"/>
                </a:solidFill>
                <a:latin typeface="Arial"/>
                <a:ea typeface="Arial"/>
                <a:cs typeface="Arial"/>
              </a:rPr>
              <a:t>EDIT: ws/src/cv_lab/cv_lab/</a:t>
            </a:r>
          </a:p>
          <a:p xmlns:a="http://schemas.openxmlformats.org/drawingml/2006/main">
            <a:pPr algn="ctr">
              <a:defRPr sz="885" b="1">
                <a:solidFill>
                  <a:srgbClr val="17324D"/>
                </a:solidFill>
                <a:latin typeface="Arial"/>
                <a:ea typeface="Arial"/>
                <a:cs typeface="Arial"/>
              </a:defRPr>
            </a:pPr>
            <a:r>
              <a:rPr sz="885" b="1">
                <a:solidFill>
                  <a:srgbClr val="17324D"/>
                </a:solidFill>
                <a:latin typeface="Arial"/>
                <a:ea typeface="Arial"/>
                <a:cs typeface="Arial"/>
              </a:rPr>
              <a:t>digit_recognizer_morphology.py</a:t>
            </a:r>
          </a:p>
          <a:p xmlns:a="http://schemas.openxmlformats.org/drawingml/2006/main">
            <a:pPr algn="ctr">
              <a:defRPr sz="885" b="1">
                <a:solidFill>
                  <a:srgbClr val="17324D"/>
                </a:solidFill>
                <a:latin typeface="Arial"/>
                <a:ea typeface="Arial"/>
                <a:cs typeface="Arial"/>
              </a:defRPr>
            </a:pPr>
            <a:r>
              <a:rPr sz="885" b="1">
                <a:solidFill>
                  <a:srgbClr val="17324D"/>
                </a:solidFill>
                <a:latin typeface="Arial"/>
                <a:ea typeface="Arial"/>
                <a:cs typeface="Arial"/>
              </a:rPr>
              <a:t>TODOs: MORPH-ROS • MORPH-CV • MORPH-PUB</a:t>
            </a:r>
          </a:p>
        </p:txBody>
      </p:sp>
      <p:sp>
        <p:nvSpPr>
          <p:cNvPr id="89" name="Lecture text">
            <a:extLst xmlns:a="http://schemas.openxmlformats.org/drawingml/2006/main">
              <a:ext uri="{FF2B5EF4-FFF2-40B4-BE49-F238E27FC236}">
                <a16:creationId xmlns:a16="http://schemas.microsoft.com/office/drawing/2014/main" id="{4EE36B22-8480-451D-9884-74EE981FFF86}"/>
              </a:ext>
            </a:extLst>
          </p:cNvPr>
          <p:cNvSpPr>
            <a:spLocks xmlns:a="http://schemas.openxmlformats.org/drawingml/2006/main" noGrp="1"/>
          </p:cNvSpPr>
          <p:nvPr/>
        </p:nvSpPr>
        <p:spPr>
          <a:xfrm xmlns:a="http://schemas.openxmlformats.org/drawingml/2006/main">
            <a:off x="4810125" y="2381250"/>
            <a:ext cx="3667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Finish TODOs → rebuild + source → run 1–5.</a:t>
            </a:r>
          </a:p>
        </p:txBody>
      </p:sp>
      <p:sp>
        <p:nvSpPr>
          <p:cNvPr id="90" name="Runnable code">
            <a:extLst xmlns:a="http://schemas.openxmlformats.org/drawingml/2006/main">
              <a:ext uri="{FF2B5EF4-FFF2-40B4-BE49-F238E27FC236}">
                <a16:creationId xmlns:a16="http://schemas.microsoft.com/office/drawing/2014/main" id="{7FA39162-4010-4256-85C1-899143232843}"/>
              </a:ext>
            </a:extLst>
          </p:cNvPr>
          <p:cNvSpPr>
            <a:spLocks xmlns:a="http://schemas.openxmlformats.org/drawingml/2006/main" noGrp="1"/>
          </p:cNvSpPr>
          <p:nvPr/>
        </p:nvSpPr>
        <p:spPr>
          <a:xfrm xmlns:a="http://schemas.openxmlformats.org/drawingml/2006/main">
            <a:off x="4714875" y="2667000"/>
            <a:ext cx="3857625" cy="1381125"/>
          </a:xfrm>
          <a:prstGeom xmlns:a="http://schemas.openxmlformats.org/drawingml/2006/main" prst="roundRect">
            <a:avLst>
              <a:gd name="adj" fmla="val 5517"/>
            </a:avLst>
          </a:prstGeom>
          <a:solidFill xmlns:a="http://schemas.openxmlformats.org/drawingml/2006/main">
            <a:srgbClr val="F3F7FA"/>
          </a:solidFill>
          <a:ln xmlns:a="http://schemas.openxmlformats.org/drawingml/2006/main" w="11430">
            <a:solidFill>
              <a:srgbClr val="C8D7E1"/>
            </a:solidFill>
            <a:prstDash val="solid"/>
          </a:ln>
        </p:spPr>
        <p:txBody>
          <a:bodyPr xmlns:a="http://schemas.openxmlformats.org/drawingml/2006/main" wrap="square" lIns="114300" tIns="95250" rIns="114300" bIns="95250" anchor="t">
            <a:normAutofit fontScale="97480"/>
          </a:bodyPr>
          <a:lstStyle xmlns:a="http://schemas.openxmlformats.org/drawingml/2006/main"/>
          <a:p xmlns:a="http://schemas.openxmlformats.org/drawingml/2006/main">
            <a:pPr algn="l">
              <a:defRPr sz="551" b="0">
                <a:solidFill>
                  <a:srgbClr val="17324D"/>
                </a:solidFill>
                <a:latin typeface="Courier New"/>
                <a:ea typeface="Courier New"/>
                <a:cs typeface="Courier New"/>
              </a:defRPr>
            </a:pPr>
            <a:r>
              <a:rPr sz="551" b="0">
                <a:solidFill>
                  <a:srgbClr val="17324D"/>
                </a:solidFill>
                <a:latin typeface="Courier New"/>
                <a:ea typeface="Courier New"/>
                <a:cs typeface="Courier New"/>
              </a:rPr>
              <a:t># 1) TERMINAL 1 — start node; leave running</a:t>
            </a:r>
          </a:p>
          <a:p xmlns:a="http://schemas.openxmlformats.org/drawingml/2006/main">
            <a:pPr algn="l">
              <a:defRPr sz="551" b="0">
                <a:solidFill>
                  <a:srgbClr val="17324D"/>
                </a:solidFill>
                <a:latin typeface="Courier New"/>
                <a:ea typeface="Courier New"/>
                <a:cs typeface="Courier New"/>
              </a:defRPr>
            </a:pPr>
            <a:r>
              <a:rPr sz="551" b="0">
                <a:solidFill>
                  <a:srgbClr val="17324D"/>
                </a:solidFill>
                <a:latin typeface="Courier New"/>
                <a:ea typeface="Courier New"/>
                <a:cs typeface="Courier New"/>
              </a:rPr>
              <a:t>ros2 run cv_lab digit_recognizer_morphology \</a:t>
            </a:r>
          </a:p>
          <a:p xmlns:a="http://schemas.openxmlformats.org/drawingml/2006/main">
            <a:pPr algn="l">
              <a:defRPr sz="551" b="0">
                <a:solidFill>
                  <a:srgbClr val="17324D"/>
                </a:solidFill>
                <a:latin typeface="Courier New"/>
                <a:ea typeface="Courier New"/>
                <a:cs typeface="Courier New"/>
              </a:defRPr>
            </a:pPr>
            <a:r>
              <a:rPr sz="551" b="0">
                <a:solidFill>
                  <a:srgbClr val="17324D"/>
                </a:solidFill>
                <a:latin typeface="Courier New"/>
                <a:ea typeface="Courier New"/>
                <a:cs typeface="Courier New"/>
              </a:rPr>
              <a:t> --ros-args -p output_dir:="$PWD/outputs"</a:t>
            </a:r>
          </a:p>
          <a:p xmlns:a="http://schemas.openxmlformats.org/drawingml/2006/main">
            <a:pPr algn="l">
              <a:defRPr sz="551" b="0">
                <a:solidFill>
                  <a:srgbClr val="17324D"/>
                </a:solidFill>
                <a:latin typeface="Courier New"/>
                <a:ea typeface="Courier New"/>
                <a:cs typeface="Courier New"/>
              </a:defRPr>
            </a:pPr>
            <a:r>
              <a:rPr sz="551" b="0">
                <a:solidFill>
                  <a:srgbClr val="17324D"/>
                </a:solidFill>
                <a:latin typeface="Courier New"/>
                <a:ea typeface="Courier New"/>
                <a:cs typeface="Courier New"/>
              </a:rPr>
              <a:t># 2) TERMINAL 2 — wait for one 3-holes report</a:t>
            </a:r>
          </a:p>
          <a:p xmlns:a="http://schemas.openxmlformats.org/drawingml/2006/main">
            <a:pPr algn="l">
              <a:defRPr sz="551" b="0">
                <a:solidFill>
                  <a:srgbClr val="17324D"/>
                </a:solidFill>
                <a:latin typeface="Courier New"/>
                <a:ea typeface="Courier New"/>
                <a:cs typeface="Courier New"/>
              </a:defRPr>
            </a:pPr>
            <a:r>
              <a:rPr sz="551" b="0">
                <a:solidFill>
                  <a:srgbClr val="17324D"/>
                </a:solidFill>
                <a:latin typeface="Courier New"/>
                <a:ea typeface="Courier New"/>
                <a:cs typeface="Courier New"/>
              </a:rPr>
              <a:t>ros2 topic echo --once /perception/morph_digit_report</a:t>
            </a:r>
          </a:p>
          <a:p xmlns:a="http://schemas.openxmlformats.org/drawingml/2006/main">
            <a:pPr algn="l">
              <a:defRPr sz="551" b="0">
                <a:solidFill>
                  <a:srgbClr val="17324D"/>
                </a:solidFill>
                <a:latin typeface="Courier New"/>
                <a:ea typeface="Courier New"/>
                <a:cs typeface="Courier New"/>
              </a:defRPr>
            </a:pPr>
            <a:r>
              <a:rPr sz="551" b="0">
                <a:solidFill>
                  <a:srgbClr val="17324D"/>
                </a:solidFill>
                <a:latin typeface="Courier New"/>
                <a:ea typeface="Courier New"/>
                <a:cs typeface="Courier New"/>
              </a:rPr>
              <a:t># 3) TERMINAL 3 — set all four parameters first</a:t>
            </a:r>
          </a:p>
          <a:p xmlns:a="http://schemas.openxmlformats.org/drawingml/2006/main">
            <a:pPr algn="l">
              <a:defRPr sz="551" b="0">
                <a:solidFill>
                  <a:srgbClr val="17324D"/>
                </a:solidFill>
                <a:latin typeface="Courier New"/>
                <a:ea typeface="Courier New"/>
                <a:cs typeface="Courier New"/>
              </a:defRPr>
            </a:pPr>
            <a:r>
              <a:rPr sz="551" b="0">
                <a:solidFill>
                  <a:srgbClr val="17324D"/>
                </a:solidFill>
                <a:latin typeface="Courier New"/>
                <a:ea typeface="Courier New"/>
                <a:cs typeface="Courier New"/>
              </a:rPr>
              <a:t>ros2 param set /digit_recognizer_morphology operation closing</a:t>
            </a:r>
          </a:p>
          <a:p xmlns:a="http://schemas.openxmlformats.org/drawingml/2006/main">
            <a:pPr algn="l">
              <a:defRPr sz="551" b="0">
                <a:solidFill>
                  <a:srgbClr val="17324D"/>
                </a:solidFill>
                <a:latin typeface="Courier New"/>
                <a:ea typeface="Courier New"/>
                <a:cs typeface="Courier New"/>
              </a:defRPr>
            </a:pPr>
            <a:r>
              <a:rPr sz="551" b="0">
                <a:solidFill>
                  <a:srgbClr val="17324D"/>
                </a:solidFill>
                <a:latin typeface="Courier New"/>
                <a:ea typeface="Courier New"/>
                <a:cs typeface="Courier New"/>
              </a:rPr>
              <a:t>ros2 param set /digit_recognizer_morphology kernel horizontal2</a:t>
            </a:r>
          </a:p>
          <a:p xmlns:a="http://schemas.openxmlformats.org/drawingml/2006/main">
            <a:pPr algn="l">
              <a:defRPr sz="551" b="0">
                <a:solidFill>
                  <a:srgbClr val="17324D"/>
                </a:solidFill>
                <a:latin typeface="Courier New"/>
                <a:ea typeface="Courier New"/>
                <a:cs typeface="Courier New"/>
              </a:defRPr>
            </a:pPr>
            <a:r>
              <a:rPr sz="551" b="0">
                <a:solidFill>
                  <a:srgbClr val="17324D"/>
                </a:solidFill>
                <a:latin typeface="Courier New"/>
                <a:ea typeface="Courier New"/>
                <a:cs typeface="Courier New"/>
              </a:rPr>
              <a:t>ros2 param set /digit_recognizer_morphology case_name 3_holes</a:t>
            </a:r>
          </a:p>
          <a:p xmlns:a="http://schemas.openxmlformats.org/drawingml/2006/main">
            <a:pPr algn="l">
              <a:defRPr sz="551" b="0">
                <a:solidFill>
                  <a:srgbClr val="17324D"/>
                </a:solidFill>
                <a:latin typeface="Courier New"/>
                <a:ea typeface="Courier New"/>
                <a:cs typeface="Courier New"/>
              </a:defRPr>
            </a:pPr>
            <a:r>
              <a:rPr sz="551" b="0">
                <a:solidFill>
                  <a:srgbClr val="17324D"/>
                </a:solidFill>
                <a:latin typeface="Courier New"/>
                <a:ea typeface="Courier New"/>
                <a:cs typeface="Courier New"/>
              </a:rPr>
              <a:t>ros2 param set /digit_recognizer_morphology expected_digit 3</a:t>
            </a:r>
          </a:p>
          <a:p xmlns:a="http://schemas.openxmlformats.org/drawingml/2006/main">
            <a:pPr algn="l">
              <a:defRPr sz="551" b="0">
                <a:solidFill>
                  <a:srgbClr val="17324D"/>
                </a:solidFill>
                <a:latin typeface="Courier New"/>
                <a:ea typeface="Courier New"/>
                <a:cs typeface="Courier New"/>
              </a:defRPr>
            </a:pPr>
            <a:r>
              <a:rPr sz="551" b="0">
                <a:solidFill>
                  <a:srgbClr val="17324D"/>
                </a:solidFill>
                <a:latin typeface="Courier New"/>
                <a:ea typeface="Courier New"/>
                <a:cs typeface="Courier New"/>
              </a:rPr>
              <a:t># 4) TERMINAL 3 — publish the 3-holes matrix</a:t>
            </a:r>
          </a:p>
          <a:p xmlns:a="http://schemas.openxmlformats.org/drawingml/2006/main">
            <a:pPr algn="l">
              <a:defRPr sz="551" b="0">
                <a:solidFill>
                  <a:srgbClr val="17324D"/>
                </a:solidFill>
                <a:latin typeface="Courier New"/>
                <a:ea typeface="Courier New"/>
                <a:cs typeface="Courier New"/>
              </a:defRPr>
            </a:pPr>
            <a:r>
              <a:rPr sz="551" b="0">
                <a:solidFill>
                  <a:srgbClr val="17324D"/>
                </a:solidFill>
                <a:latin typeface="Courier New"/>
                <a:ea typeface="Courier New"/>
                <a:cs typeface="Courier New"/>
              </a:rPr>
              <a:t>ros2 topic pub --once /perception/digit_matrix \</a:t>
            </a:r>
          </a:p>
          <a:p xmlns:a="http://schemas.openxmlformats.org/drawingml/2006/main">
            <a:pPr algn="l">
              <a:defRPr sz="551" b="0">
                <a:solidFill>
                  <a:srgbClr val="17324D"/>
                </a:solidFill>
                <a:latin typeface="Courier New"/>
                <a:ea typeface="Courier New"/>
                <a:cs typeface="Courier New"/>
              </a:defRPr>
            </a:pPr>
            <a:r>
              <a:rPr sz="551" b="0">
                <a:solidFill>
                  <a:srgbClr val="17324D"/>
                </a:solidFill>
                <a:latin typeface="Courier New"/>
                <a:ea typeface="Courier New"/>
                <a:cs typeface="Courier New"/>
              </a:rPr>
              <a:t> std_msgs/msg/Int32MultiArray "$(cat msg/d3_holes.yaml)"</a:t>
            </a:r>
          </a:p>
          <a:p xmlns:a="http://schemas.openxmlformats.org/drawingml/2006/main">
            <a:pPr algn="l">
              <a:defRPr sz="551" b="0">
                <a:solidFill>
                  <a:srgbClr val="17324D"/>
                </a:solidFill>
                <a:latin typeface="Courier New"/>
                <a:ea typeface="Courier New"/>
                <a:cs typeface="Courier New"/>
              </a:defRPr>
            </a:pPr>
            <a:r>
              <a:rPr sz="551" b="0">
                <a:solidFill>
                  <a:srgbClr val="17324D"/>
                </a:solidFill>
                <a:latin typeface="Courier New"/>
                <a:ea typeface="Courier New"/>
                <a:cs typeface="Courier New"/>
              </a:rPr>
              <a:t># 5) FINISH — view PNG; Ctrl+C in Terminal 1</a:t>
            </a:r>
          </a:p>
        </p:txBody>
      </p:sp>
      <p:sp>
        <p:nvSpPr>
          <p:cNvPr id="91" name="Echo contains before_prediction=7, prediction=3, status=PASS • Open outputs/morph_3_holes.png">
            <a:extLst xmlns:a="http://schemas.openxmlformats.org/drawingml/2006/main">
              <a:ext uri="{FF2B5EF4-FFF2-40B4-BE49-F238E27FC236}">
                <a16:creationId xmlns:a16="http://schemas.microsoft.com/office/drawing/2014/main" id="{513EEBB3-F2CF-4382-A0D5-0E64F9FF0EB5}"/>
              </a:ext>
            </a:extLst>
          </p:cNvPr>
          <p:cNvSpPr>
            <a:spLocks xmlns:a="http://schemas.openxmlformats.org/drawingml/2006/main" noGrp="1"/>
          </p:cNvSpPr>
          <p:nvPr/>
        </p:nvSpPr>
        <p:spPr>
          <a:xfrm xmlns:a="http://schemas.openxmlformats.org/drawingml/2006/main">
            <a:off x="762000" y="4219575"/>
            <a:ext cx="7620000" cy="476250"/>
          </a:xfrm>
          <a:prstGeom xmlns:a="http://schemas.openxmlformats.org/drawingml/2006/main" prst="roundRect">
            <a:avLst>
              <a:gd name="adj" fmla="val 20000"/>
            </a:avLst>
          </a:prstGeom>
          <a:solidFill xmlns:a="http://schemas.openxmlformats.org/drawingml/2006/main">
            <a:srgbClr val="FFF7E8"/>
          </a:solidFill>
          <a:ln xmlns:a="http://schemas.openxmlformats.org/drawingml/2006/main" w="12383">
            <a:solidFill>
              <a:srgbClr val="EF8200"/>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088" b="1">
                <a:solidFill>
                  <a:srgbClr val="17324D"/>
                </a:solidFill>
                <a:latin typeface="Arial"/>
                <a:ea typeface="Arial"/>
                <a:cs typeface="Arial"/>
              </a:defRPr>
            </a:pPr>
            <a:r>
              <a:rPr sz="1088" b="1">
                <a:solidFill>
                  <a:srgbClr val="17324D"/>
                </a:solidFill>
                <a:latin typeface="Arial"/>
                <a:ea typeface="Arial"/>
                <a:cs typeface="Arial"/>
              </a:rPr>
              <a:t>Echo contains before_prediction=7, prediction=3, status=PASS • Open outputs/morph_3_holes.png</a:t>
            </a:r>
          </a:p>
        </p:txBody>
      </p:sp>
    </p:spTree>
    <p:extLst>
      <p:ext uri="{BB962C8B-B14F-4D97-AF65-F5344CB8AC3E}">
        <p14:creationId xmlns:p14="http://schemas.microsoft.com/office/powerpoint/2010/main" val="62565560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83" name="Google Shape;83;g37bad65a17d_0_0">
            <a:extLst xmlns:a="http://schemas.openxmlformats.org/drawingml/2006/main">
              <a:ext uri="{FF2B5EF4-FFF2-40B4-BE49-F238E27FC236}">
                <a16:creationId xmlns:a16="http://schemas.microsoft.com/office/drawing/2014/main" id="{0CC56B34-6770-45D7-9E5A-4F0C2199F86A}"/>
              </a:ext>
            </a:extLst>
          </p:cNvPr>
          <p:cNvSpPr>
            <a:spLocks xmlns:a="http://schemas.openxmlformats.org/drawingml/2006/main" noGrp="1"/>
          </p:cNvSpPr>
          <p:nvPr>
            <p:ph type="title" idx="0"/>
          </p:nvPr>
        </p:nvSpPr>
        <p:spPr>
          <a:xfrm xmlns:a="http://schemas.openxmlformats.org/drawingml/2006/main">
            <a:off x="457200" y="528638"/>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45720" rIns="91440" bIns="45720" anchor="ctr">
            <a:normAutofit fontScale="91488"/>
          </a:bodyPr>
          <a:lstStyle xmlns:a="http://schemas.openxmlformats.org/drawingml/2006/main"/>
          <a:p xmlns:a="http://schemas.openxmlformats.org/drawingml/2006/main">
            <a:pPr marL="0" lvl="0" indent="0" algn="ctr">
              <a:lnSpc>
                <a:spcPct val="100000"/>
              </a:lnSpc>
              <a:spcBef>
                <a:spcPts val="0"/>
              </a:spcBef>
              <a:spcAft>
                <a:spcPts val="0"/>
              </a:spcAft>
              <a:buSzPts val="1400"/>
              <a:buNone/>
              <a:defRPr sz="2175" b="0">
                <a:solidFill>
                  <a:srgbClr val="00A0DF"/>
                </a:solidFill>
                <a:latin typeface="Arial"/>
                <a:ea typeface="Arial"/>
                <a:cs typeface="Arial"/>
              </a:defRPr>
            </a:pPr>
            <a:r>
              <a:rPr sz="2175" b="0">
                <a:solidFill>
                  <a:srgbClr val="00A0DF"/>
                </a:solidFill>
                <a:latin typeface="Arial"/>
                <a:ea typeface="Arial"/>
                <a:cs typeface="Arial"/>
              </a:rPr>
              <a:t>Morphology repairs masks; edge maps preserve boundary arrangement</a:t>
            </a:r>
            <a:endParaRPr/>
          </a:p>
        </p:txBody>
      </p:sp>
      <p:sp>
        <p:nvSpPr>
          <p:cNvPr id="85" name="Google Shape;85;g37bad65a17d_0_0">
            <a:extLst xmlns:a="http://schemas.openxmlformats.org/drawingml/2006/main">
              <a:ext uri="{FF2B5EF4-FFF2-40B4-BE49-F238E27FC236}">
                <a16:creationId xmlns:a16="http://schemas.microsoft.com/office/drawing/2014/main" id="{31B1C2C2-F77F-4032-9D0A-FF56401D76B3}"/>
              </a:ext>
            </a:extLst>
          </p:cNvPr>
          <p:cNvSpPr>
            <a:spLocks xmlns:a="http://schemas.openxmlformats.org/drawingml/2006/main" noGrp="1"/>
          </p:cNvSpPr>
          <p:nvPr>
            <p:ph type="sldNum" idx="12"/>
          </p:nvPr>
        </p:nvSpPr>
        <p:spPr>
          <a:xfrm xmlns:a="http://schemas.openxmlformats.org/drawingml/2006/main">
            <a:off x="3505200" y="4767263"/>
            <a:ext cx="2133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Clr>
                <a:srgbClr val="000000"/>
              </a:buClr>
              <a:buSzPts val="1200"/>
              <a:buFont typeface="Arial"/>
              <a:buNone/>
              <a:defRPr sz="1200">
                <a:solidFill>
                  <a:srgbClr val="00539F"/>
                </a:solidFill>
                <a:latin typeface="Arial"/>
                <a:ea typeface="Arial"/>
                <a:cs typeface="Arial"/>
              </a:defRPr>
            </a:pPr>
            <a:fld id="{B1C6C81E-38B9-7560-621D-5A151A79DF9B}" type="slidenum">
              <a:rPr sz="1200">
                <a:solidFill>
                  <a:srgbClr val="00539F"/>
                </a:solidFill>
                <a:latin typeface="Arial"/>
                <a:ea typeface="Arial"/>
                <a:cs typeface="Arial"/>
              </a:rPr>
              <a:t>18</a:t>
            </a:fld>
            <a:endParaRPr/>
          </a:p>
        </p:txBody>
      </p:sp>
      <p:sp>
        <p:nvSpPr>
          <p:cNvPr id="86" name="Section tag">
            <a:extLst xmlns:a="http://schemas.openxmlformats.org/drawingml/2006/main">
              <a:ext uri="{FF2B5EF4-FFF2-40B4-BE49-F238E27FC236}">
                <a16:creationId xmlns:a16="http://schemas.microsoft.com/office/drawing/2014/main" id="{6BDA88AF-B6AF-4CE8-BEDA-5A3D1DAC91BB}"/>
              </a:ext>
            </a:extLst>
          </p:cNvPr>
          <p:cNvSpPr>
            <a:spLocks xmlns:a="http://schemas.openxmlformats.org/drawingml/2006/main" noGrp="1"/>
          </p:cNvSpPr>
          <p:nvPr/>
        </p:nvSpPr>
        <p:spPr>
          <a:xfrm xmlns:a="http://schemas.openxmlformats.org/drawingml/2006/main">
            <a:off x="619125" y="1304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WHY MOVE TO EDGES?</a:t>
            </a:r>
          </a:p>
        </p:txBody>
      </p:sp>
      <p:sp>
        <p:nvSpPr>
          <p:cNvPr id="87" name="Morphology">
            <a:extLst xmlns:a="http://schemas.openxmlformats.org/drawingml/2006/main">
              <a:ext uri="{FF2B5EF4-FFF2-40B4-BE49-F238E27FC236}">
                <a16:creationId xmlns:a16="http://schemas.microsoft.com/office/drawing/2014/main" id="{73F427DA-2973-43E4-9941-7581F7EB04B0}"/>
              </a:ext>
            </a:extLst>
          </p:cNvPr>
          <p:cNvSpPr>
            <a:spLocks xmlns:a="http://schemas.openxmlformats.org/drawingml/2006/main" noGrp="1"/>
          </p:cNvSpPr>
          <p:nvPr/>
        </p:nvSpPr>
        <p:spPr>
          <a:xfrm xmlns:a="http://schemas.openxmlformats.org/drawingml/2006/main">
            <a:off x="571500" y="1809750"/>
            <a:ext cx="2552700" cy="438150"/>
          </a:xfrm>
          <a:prstGeom xmlns:a="http://schemas.openxmlformats.org/drawingml/2006/main" prst="roundRect">
            <a:avLst>
              <a:gd name="adj" fmla="val 21739"/>
            </a:avLst>
          </a:prstGeom>
          <a:solidFill xmlns:a="http://schemas.openxmlformats.org/drawingml/2006/main">
            <a:srgbClr val="EAF4FA"/>
          </a:solidFill>
          <a:ln xmlns:a="http://schemas.openxmlformats.org/drawingml/2006/main" w="12383">
            <a:solidFill>
              <a:srgbClr val="00A0DF"/>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1">
                <a:solidFill>
                  <a:srgbClr val="00539F"/>
                </a:solidFill>
                <a:latin typeface="Arial"/>
                <a:ea typeface="Arial"/>
                <a:cs typeface="Arial"/>
              </a:defRPr>
            </a:pPr>
            <a:r>
              <a:rPr sz="1500" b="1">
                <a:solidFill>
                  <a:srgbClr val="00539F"/>
                </a:solidFill>
                <a:latin typeface="Arial"/>
                <a:ea typeface="Arial"/>
                <a:cs typeface="Arial"/>
              </a:rPr>
              <a:t>Morphology</a:t>
            </a:r>
          </a:p>
        </p:txBody>
      </p:sp>
      <p:sp>
        <p:nvSpPr>
          <p:cNvPr id="88" name="Lecture text">
            <a:extLst xmlns:a="http://schemas.openxmlformats.org/drawingml/2006/main">
              <a:ext uri="{FF2B5EF4-FFF2-40B4-BE49-F238E27FC236}">
                <a16:creationId xmlns:a16="http://schemas.microsoft.com/office/drawing/2014/main" id="{60251721-2873-498A-8AE6-E0F4954CA85B}"/>
              </a:ext>
            </a:extLst>
          </p:cNvPr>
          <p:cNvSpPr>
            <a:spLocks xmlns:a="http://schemas.openxmlformats.org/drawingml/2006/main" noGrp="1"/>
          </p:cNvSpPr>
          <p:nvPr/>
        </p:nvSpPr>
        <p:spPr>
          <a:xfrm xmlns:a="http://schemas.openxmlformats.org/drawingml/2006/main">
            <a:off x="609600" y="2343150"/>
            <a:ext cx="2476500" cy="1495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repairs selected local thickness, speck, and gap defects</a:t>
            </a:r>
          </a:p>
        </p:txBody>
      </p:sp>
      <p:sp>
        <p:nvSpPr>
          <p:cNvPr id="89" name="Projection counts">
            <a:extLst xmlns:a="http://schemas.openxmlformats.org/drawingml/2006/main">
              <a:ext uri="{FF2B5EF4-FFF2-40B4-BE49-F238E27FC236}">
                <a16:creationId xmlns:a16="http://schemas.microsoft.com/office/drawing/2014/main" id="{D5E7D984-854F-4356-B319-9743D9016424}"/>
              </a:ext>
            </a:extLst>
          </p:cNvPr>
          <p:cNvSpPr>
            <a:spLocks xmlns:a="http://schemas.openxmlformats.org/drawingml/2006/main" noGrp="1"/>
          </p:cNvSpPr>
          <p:nvPr/>
        </p:nvSpPr>
        <p:spPr>
          <a:xfrm xmlns:a="http://schemas.openxmlformats.org/drawingml/2006/main">
            <a:off x="3295650" y="1809750"/>
            <a:ext cx="2552700" cy="438150"/>
          </a:xfrm>
          <a:prstGeom xmlns:a="http://schemas.openxmlformats.org/drawingml/2006/main" prst="roundRect">
            <a:avLst>
              <a:gd name="adj" fmla="val 21739"/>
            </a:avLst>
          </a:prstGeom>
          <a:solidFill xmlns:a="http://schemas.openxmlformats.org/drawingml/2006/main">
            <a:srgbClr val="FCEAEC"/>
          </a:solidFill>
          <a:ln xmlns:a="http://schemas.openxmlformats.org/drawingml/2006/main" w="12383">
            <a:solidFill>
              <a:srgbClr val="AF1E2D"/>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1">
                <a:solidFill>
                  <a:srgbClr val="00539F"/>
                </a:solidFill>
                <a:latin typeface="Arial"/>
                <a:ea typeface="Arial"/>
                <a:cs typeface="Arial"/>
              </a:defRPr>
            </a:pPr>
            <a:r>
              <a:rPr sz="1500" b="1">
                <a:solidFill>
                  <a:srgbClr val="00539F"/>
                </a:solidFill>
                <a:latin typeface="Arial"/>
                <a:ea typeface="Arial"/>
                <a:cs typeface="Arial"/>
              </a:rPr>
              <a:t>Projection counts</a:t>
            </a:r>
          </a:p>
        </p:txBody>
      </p:sp>
      <p:sp>
        <p:nvSpPr>
          <p:cNvPr id="90" name="Lecture text">
            <a:extLst xmlns:a="http://schemas.openxmlformats.org/drawingml/2006/main">
              <a:ext uri="{FF2B5EF4-FFF2-40B4-BE49-F238E27FC236}">
                <a16:creationId xmlns:a16="http://schemas.microsoft.com/office/drawing/2014/main" id="{F3EF7707-1672-4921-B199-AE46B0098F4A}"/>
              </a:ext>
            </a:extLst>
          </p:cNvPr>
          <p:cNvSpPr>
            <a:spLocks xmlns:a="http://schemas.openxmlformats.org/drawingml/2006/main" noGrp="1"/>
          </p:cNvSpPr>
          <p:nvPr/>
        </p:nvSpPr>
        <p:spPr>
          <a:xfrm xmlns:a="http://schemas.openxmlformats.org/drawingml/2006/main">
            <a:off x="3333750" y="2343150"/>
            <a:ext cx="2476500" cy="1495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still discard where boundary pieces occur</a:t>
            </a:r>
          </a:p>
        </p:txBody>
      </p:sp>
      <p:sp>
        <p:nvSpPr>
          <p:cNvPr id="91" name="Local edge maps">
            <a:extLst xmlns:a="http://schemas.openxmlformats.org/drawingml/2006/main">
              <a:ext uri="{FF2B5EF4-FFF2-40B4-BE49-F238E27FC236}">
                <a16:creationId xmlns:a16="http://schemas.microsoft.com/office/drawing/2014/main" id="{DE1451CE-CBBC-4BB4-AA54-E855D3030F1B}"/>
              </a:ext>
            </a:extLst>
          </p:cNvPr>
          <p:cNvSpPr>
            <a:spLocks xmlns:a="http://schemas.openxmlformats.org/drawingml/2006/main" noGrp="1"/>
          </p:cNvSpPr>
          <p:nvPr/>
        </p:nvSpPr>
        <p:spPr>
          <a:xfrm xmlns:a="http://schemas.openxmlformats.org/drawingml/2006/main">
            <a:off x="6019800" y="1809750"/>
            <a:ext cx="2552700" cy="438150"/>
          </a:xfrm>
          <a:prstGeom xmlns:a="http://schemas.openxmlformats.org/drawingml/2006/main" prst="roundRect">
            <a:avLst>
              <a:gd name="adj" fmla="val 21739"/>
            </a:avLst>
          </a:prstGeom>
          <a:solidFill xmlns:a="http://schemas.openxmlformats.org/drawingml/2006/main">
            <a:srgbClr val="FFF7E8"/>
          </a:solidFill>
          <a:ln xmlns:a="http://schemas.openxmlformats.org/drawingml/2006/main" w="12383">
            <a:solidFill>
              <a:srgbClr val="EF8200"/>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1">
                <a:solidFill>
                  <a:srgbClr val="00539F"/>
                </a:solidFill>
                <a:latin typeface="Arial"/>
                <a:ea typeface="Arial"/>
                <a:cs typeface="Arial"/>
              </a:defRPr>
            </a:pPr>
            <a:r>
              <a:rPr sz="1500" b="1">
                <a:solidFill>
                  <a:srgbClr val="00539F"/>
                </a:solidFill>
                <a:latin typeface="Arial"/>
                <a:ea typeface="Arial"/>
                <a:cs typeface="Arial"/>
              </a:rPr>
              <a:t>Local edge maps</a:t>
            </a:r>
          </a:p>
        </p:txBody>
      </p:sp>
      <p:sp>
        <p:nvSpPr>
          <p:cNvPr id="92" name="Lecture text">
            <a:extLst xmlns:a="http://schemas.openxmlformats.org/drawingml/2006/main">
              <a:ext uri="{FF2B5EF4-FFF2-40B4-BE49-F238E27FC236}">
                <a16:creationId xmlns:a16="http://schemas.microsoft.com/office/drawing/2014/main" id="{E14E2EC7-1B53-4474-9FA4-36C035471083}"/>
              </a:ext>
            </a:extLst>
          </p:cNvPr>
          <p:cNvSpPr>
            <a:spLocks xmlns:a="http://schemas.openxmlformats.org/drawingml/2006/main" noGrp="1"/>
          </p:cNvSpPr>
          <p:nvPr/>
        </p:nvSpPr>
        <p:spPr>
          <a:xfrm xmlns:a="http://schemas.openxmlformats.org/drawingml/2006/main">
            <a:off x="6057900" y="2343150"/>
            <a:ext cx="2476500" cy="1495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retain where horizontal and vertical changes occur</a:t>
            </a:r>
          </a:p>
        </p:txBody>
      </p:sp>
      <p:sp>
        <p:nvSpPr>
          <p:cNvPr id="93" name="Alignment is separate: the later edge node supplies simple centering for translation.">
            <a:extLst xmlns:a="http://schemas.openxmlformats.org/drawingml/2006/main">
              <a:ext uri="{FF2B5EF4-FFF2-40B4-BE49-F238E27FC236}">
                <a16:creationId xmlns:a16="http://schemas.microsoft.com/office/drawing/2014/main" id="{59FD3B9B-EACF-49C1-A916-C85C516715D7}"/>
              </a:ext>
            </a:extLst>
          </p:cNvPr>
          <p:cNvSpPr>
            <a:spLocks xmlns:a="http://schemas.openxmlformats.org/drawingml/2006/main" noGrp="1"/>
          </p:cNvSpPr>
          <p:nvPr/>
        </p:nvSpPr>
        <p:spPr>
          <a:xfrm xmlns:a="http://schemas.openxmlformats.org/drawingml/2006/main">
            <a:off x="1000125" y="4324350"/>
            <a:ext cx="7143750" cy="381000"/>
          </a:xfrm>
          <a:prstGeom xmlns:a="http://schemas.openxmlformats.org/drawingml/2006/main" prst="roundRect">
            <a:avLst>
              <a:gd name="adj" fmla="val 25000"/>
            </a:avLst>
          </a:prstGeom>
          <a:solidFill xmlns:a="http://schemas.openxmlformats.org/drawingml/2006/main">
            <a:srgbClr val="EAF4FA"/>
          </a:solidFill>
          <a:ln xmlns:a="http://schemas.openxmlformats.org/drawingml/2006/main" w="12383">
            <a:solidFill>
              <a:srgbClr val="00539F"/>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350" b="1">
                <a:solidFill>
                  <a:srgbClr val="00539F"/>
                </a:solidFill>
                <a:latin typeface="Arial"/>
                <a:ea typeface="Arial"/>
                <a:cs typeface="Arial"/>
              </a:defRPr>
            </a:pPr>
            <a:r>
              <a:rPr sz="1350" b="1">
                <a:solidFill>
                  <a:srgbClr val="00539F"/>
                </a:solidFill>
                <a:latin typeface="Arial"/>
                <a:ea typeface="Arial"/>
                <a:cs typeface="Arial"/>
              </a:rPr>
              <a:t>Alignment is separate: the later edge node supplies simple centering for translation.</a:t>
            </a:r>
          </a:p>
        </p:txBody>
      </p:sp>
    </p:spTree>
    <p:extLst>
      <p:ext uri="{BB962C8B-B14F-4D97-AF65-F5344CB8AC3E}">
        <p14:creationId xmlns:p14="http://schemas.microsoft.com/office/powerpoint/2010/main" val="625655601"/>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83" name="Google Shape;83;g37bad65a17d_0_0">
            <a:extLst xmlns:a="http://schemas.openxmlformats.org/drawingml/2006/main">
              <a:ext uri="{FF2B5EF4-FFF2-40B4-BE49-F238E27FC236}">
                <a16:creationId xmlns:a16="http://schemas.microsoft.com/office/drawing/2014/main" id="{0CC56B34-6770-45D7-9E5A-4F0C2199F86A}"/>
              </a:ext>
            </a:extLst>
          </p:cNvPr>
          <p:cNvSpPr>
            <a:spLocks xmlns:a="http://schemas.openxmlformats.org/drawingml/2006/main" noGrp="1"/>
          </p:cNvSpPr>
          <p:nvPr>
            <p:ph type="title" idx="0"/>
          </p:nvPr>
        </p:nvSpPr>
        <p:spPr>
          <a:xfrm xmlns:a="http://schemas.openxmlformats.org/drawingml/2006/main">
            <a:off x="457200" y="528638"/>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45720" rIns="91440" bIns="4572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1400"/>
              <a:buNone/>
              <a:defRPr sz="2475" b="0">
                <a:solidFill>
                  <a:srgbClr val="00A0DF"/>
                </a:solidFill>
                <a:latin typeface="Arial"/>
                <a:ea typeface="Arial"/>
                <a:cs typeface="Arial"/>
              </a:defRPr>
            </a:pPr>
            <a:r>
              <a:rPr sz="2475" b="0">
                <a:solidFill>
                  <a:srgbClr val="00A0DF"/>
                </a:solidFill>
                <a:latin typeface="Arial"/>
                <a:ea typeface="Arial"/>
                <a:cs typeface="Arial"/>
              </a:rPr>
              <a:t>A kernel asks one local question by multiply-and-sum</a:t>
            </a:r>
            <a:endParaRPr/>
          </a:p>
        </p:txBody>
      </p:sp>
      <p:sp>
        <p:nvSpPr>
          <p:cNvPr id="85" name="Google Shape;85;g37bad65a17d_0_0">
            <a:extLst xmlns:a="http://schemas.openxmlformats.org/drawingml/2006/main">
              <a:ext uri="{FF2B5EF4-FFF2-40B4-BE49-F238E27FC236}">
                <a16:creationId xmlns:a16="http://schemas.microsoft.com/office/drawing/2014/main" id="{31B1C2C2-F77F-4032-9D0A-FF56401D76B3}"/>
              </a:ext>
            </a:extLst>
          </p:cNvPr>
          <p:cNvSpPr>
            <a:spLocks xmlns:a="http://schemas.openxmlformats.org/drawingml/2006/main" noGrp="1"/>
          </p:cNvSpPr>
          <p:nvPr>
            <p:ph type="sldNum" idx="12"/>
          </p:nvPr>
        </p:nvSpPr>
        <p:spPr>
          <a:xfrm xmlns:a="http://schemas.openxmlformats.org/drawingml/2006/main">
            <a:off x="3505200" y="4767263"/>
            <a:ext cx="2133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Clr>
                <a:srgbClr val="000000"/>
              </a:buClr>
              <a:buSzPts val="1200"/>
              <a:buFont typeface="Arial"/>
              <a:buNone/>
              <a:defRPr sz="1200">
                <a:solidFill>
                  <a:srgbClr val="00539F"/>
                </a:solidFill>
                <a:latin typeface="Arial"/>
                <a:ea typeface="Arial"/>
                <a:cs typeface="Arial"/>
              </a:defRPr>
            </a:pPr>
            <a:fld id="{CCF91274-D221-1BB4-3BF9-836E3AD31EBE}" type="slidenum">
              <a:rPr sz="1200">
                <a:solidFill>
                  <a:srgbClr val="00539F"/>
                </a:solidFill>
                <a:latin typeface="Arial"/>
                <a:ea typeface="Arial"/>
                <a:cs typeface="Arial"/>
              </a:rPr>
              <a:t>19</a:t>
            </a:fld>
            <a:endParaRPr/>
          </a:p>
        </p:txBody>
      </p:sp>
      <p:sp>
        <p:nvSpPr>
          <p:cNvPr id="86" name="Section tag">
            <a:extLst xmlns:a="http://schemas.openxmlformats.org/drawingml/2006/main">
              <a:ext uri="{FF2B5EF4-FFF2-40B4-BE49-F238E27FC236}">
                <a16:creationId xmlns:a16="http://schemas.microsoft.com/office/drawing/2014/main" id="{1E7C09AC-0A01-42AA-9D0A-133519B422F6}"/>
              </a:ext>
            </a:extLst>
          </p:cNvPr>
          <p:cNvSpPr>
            <a:spLocks xmlns:a="http://schemas.openxmlformats.org/drawingml/2006/main" noGrp="1"/>
          </p:cNvSpPr>
          <p:nvPr/>
        </p:nvSpPr>
        <p:spPr>
          <a:xfrm xmlns:a="http://schemas.openxmlformats.org/drawingml/2006/main">
            <a:off x="619125" y="1304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BASIC EDGE KERNELS</a:t>
            </a:r>
          </a:p>
        </p:txBody>
      </p:sp>
      <p:sp>
        <p:nvSpPr>
          <p:cNvPr id="87" name="place 3×3&#10;on a patch">
            <a:extLst xmlns:a="http://schemas.openxmlformats.org/drawingml/2006/main">
              <a:ext uri="{FF2B5EF4-FFF2-40B4-BE49-F238E27FC236}">
                <a16:creationId xmlns:a16="http://schemas.microsoft.com/office/drawing/2014/main" id="{0A6FFF23-EF29-40AF-A009-941ED69F2CE7}"/>
              </a:ext>
            </a:extLst>
          </p:cNvPr>
          <p:cNvSpPr>
            <a:spLocks xmlns:a="http://schemas.openxmlformats.org/drawingml/2006/main" noGrp="1"/>
          </p:cNvSpPr>
          <p:nvPr/>
        </p:nvSpPr>
        <p:spPr>
          <a:xfrm xmlns:a="http://schemas.openxmlformats.org/drawingml/2006/main">
            <a:off x="981075" y="2095500"/>
            <a:ext cx="1524000" cy="781050"/>
          </a:xfrm>
          <a:prstGeom xmlns:a="http://schemas.openxmlformats.org/drawingml/2006/main" prst="roundRect">
            <a:avLst>
              <a:gd name="adj" fmla="val 12195"/>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place 3×3</a:t>
            </a:r>
          </a:p>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on a patch</a:t>
            </a:r>
          </a:p>
        </p:txBody>
      </p:sp>
      <p:sp>
        <p:nvSpPr>
          <p:cNvPr id="88" name="multiply&#10;matching cells">
            <a:extLst xmlns:a="http://schemas.openxmlformats.org/drawingml/2006/main">
              <a:ext uri="{FF2B5EF4-FFF2-40B4-BE49-F238E27FC236}">
                <a16:creationId xmlns:a16="http://schemas.microsoft.com/office/drawing/2014/main" id="{3EE12F99-6E50-4B85-84CE-810643FEDCE6}"/>
              </a:ext>
            </a:extLst>
          </p:cNvPr>
          <p:cNvSpPr>
            <a:spLocks xmlns:a="http://schemas.openxmlformats.org/drawingml/2006/main" noGrp="1"/>
          </p:cNvSpPr>
          <p:nvPr/>
        </p:nvSpPr>
        <p:spPr>
          <a:xfrm xmlns:a="http://schemas.openxmlformats.org/drawingml/2006/main">
            <a:off x="2867025" y="2095500"/>
            <a:ext cx="1524000" cy="781050"/>
          </a:xfrm>
          <a:prstGeom xmlns:a="http://schemas.openxmlformats.org/drawingml/2006/main" prst="roundRect">
            <a:avLst>
              <a:gd name="adj" fmla="val 12195"/>
            </a:avLst>
          </a:prstGeom>
          <a:solidFill xmlns:a="http://schemas.openxmlformats.org/drawingml/2006/main">
            <a:srgbClr val="EAF4FA"/>
          </a:solidFill>
          <a:ln xmlns:a="http://schemas.openxmlformats.org/drawingml/2006/main" w="12383">
            <a:solidFill>
              <a:srgbClr val="00A0DF"/>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multiply</a:t>
            </a:r>
          </a:p>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matching cells</a:t>
            </a:r>
          </a:p>
        </p:txBody>
      </p:sp>
      <p:sp>
        <p:nvSpPr>
          <p:cNvPr id="89" name="add all&#10;products">
            <a:extLst xmlns:a="http://schemas.openxmlformats.org/drawingml/2006/main">
              <a:ext uri="{FF2B5EF4-FFF2-40B4-BE49-F238E27FC236}">
                <a16:creationId xmlns:a16="http://schemas.microsoft.com/office/drawing/2014/main" id="{24A95774-3D53-406F-9F03-CA9A71F765B0}"/>
              </a:ext>
            </a:extLst>
          </p:cNvPr>
          <p:cNvSpPr>
            <a:spLocks xmlns:a="http://schemas.openxmlformats.org/drawingml/2006/main" noGrp="1"/>
          </p:cNvSpPr>
          <p:nvPr/>
        </p:nvSpPr>
        <p:spPr>
          <a:xfrm xmlns:a="http://schemas.openxmlformats.org/drawingml/2006/main">
            <a:off x="4752975" y="2095500"/>
            <a:ext cx="1524000" cy="781050"/>
          </a:xfrm>
          <a:prstGeom xmlns:a="http://schemas.openxmlformats.org/drawingml/2006/main" prst="roundRect">
            <a:avLst>
              <a:gd name="adj" fmla="val 12195"/>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add all</a:t>
            </a:r>
          </a:p>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products</a:t>
            </a:r>
          </a:p>
        </p:txBody>
      </p:sp>
      <p:sp>
        <p:nvSpPr>
          <p:cNvPr id="90" name="large value =&#10;pattern found">
            <a:extLst xmlns:a="http://schemas.openxmlformats.org/drawingml/2006/main">
              <a:ext uri="{FF2B5EF4-FFF2-40B4-BE49-F238E27FC236}">
                <a16:creationId xmlns:a16="http://schemas.microsoft.com/office/drawing/2014/main" id="{B481BE38-2252-4506-8C06-2F3E6033DA53}"/>
              </a:ext>
            </a:extLst>
          </p:cNvPr>
          <p:cNvSpPr>
            <a:spLocks xmlns:a="http://schemas.openxmlformats.org/drawingml/2006/main" noGrp="1"/>
          </p:cNvSpPr>
          <p:nvPr/>
        </p:nvSpPr>
        <p:spPr>
          <a:xfrm xmlns:a="http://schemas.openxmlformats.org/drawingml/2006/main">
            <a:off x="6638925" y="2095500"/>
            <a:ext cx="1524000" cy="781050"/>
          </a:xfrm>
          <a:prstGeom xmlns:a="http://schemas.openxmlformats.org/drawingml/2006/main" prst="roundRect">
            <a:avLst>
              <a:gd name="adj" fmla="val 12195"/>
            </a:avLst>
          </a:prstGeom>
          <a:solidFill xmlns:a="http://schemas.openxmlformats.org/drawingml/2006/main">
            <a:srgbClr val="EAF4FA"/>
          </a:solidFill>
          <a:ln xmlns:a="http://schemas.openxmlformats.org/drawingml/2006/main" w="12383">
            <a:solidFill>
              <a:srgbClr val="00A0DF"/>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large value =</a:t>
            </a:r>
          </a:p>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pattern found</a:t>
            </a:r>
          </a:p>
        </p:txBody>
      </p:sp>
      <p:cxnSp>
        <p:nvCxnSpPr>
          <p:cNvPr id="103" name=""/>
          <p:cNvCxnSpPr>
            <a:stCxn xmlns:a="http://schemas.openxmlformats.org/drawingml/2006/main" id="87" idx="3"/>
            <a:endCxn xmlns:a="http://schemas.openxmlformats.org/drawingml/2006/main" id="88" idx="1"/>
          </p:cNvCxnSpPr>
          <p:nvPr/>
        </p:nvCxnSpPr>
        <p:spPr>
          <a:xfrm xmlns:a="http://schemas.openxmlformats.org/drawingml/2006/main">
            <a:off x="2505075" y="2486025"/>
            <a:ext cx="361950" cy="0"/>
          </a:xfrm>
          <a:prstGeom xmlns:a="http://schemas.openxmlformats.org/drawingml/2006/main" prst="straightConnector1">
            <a:avLst/>
          </a:prstGeom>
          <a:ln xmlns:a="http://schemas.openxmlformats.org/drawingml/2006/main" w="19050">
            <a:solidFill>
              <a:srgbClr val="4B6072"/>
            </a:solidFill>
            <a:prstDash val="solid"/>
            <a:tailEnd type="triangle" w="sm" len="sm"/>
          </a:ln>
        </p:spPr>
      </p:cxnSp>
      <p:cxnSp>
        <p:nvCxnSpPr>
          <p:cNvPr id="104" name=""/>
          <p:cNvCxnSpPr>
            <a:stCxn xmlns:a="http://schemas.openxmlformats.org/drawingml/2006/main" id="88" idx="3"/>
            <a:endCxn xmlns:a="http://schemas.openxmlformats.org/drawingml/2006/main" id="89" idx="1"/>
          </p:cNvCxnSpPr>
          <p:nvPr/>
        </p:nvCxnSpPr>
        <p:spPr>
          <a:xfrm xmlns:a="http://schemas.openxmlformats.org/drawingml/2006/main">
            <a:off x="4391025" y="2486025"/>
            <a:ext cx="361950" cy="0"/>
          </a:xfrm>
          <a:prstGeom xmlns:a="http://schemas.openxmlformats.org/drawingml/2006/main" prst="straightConnector1">
            <a:avLst/>
          </a:prstGeom>
          <a:ln xmlns:a="http://schemas.openxmlformats.org/drawingml/2006/main" w="19050">
            <a:solidFill>
              <a:srgbClr val="4B6072"/>
            </a:solidFill>
            <a:prstDash val="solid"/>
            <a:tailEnd type="triangle" w="sm" len="sm"/>
          </a:ln>
        </p:spPr>
      </p:cxnSp>
      <p:cxnSp>
        <p:nvCxnSpPr>
          <p:cNvPr id="105" name=""/>
          <p:cNvCxnSpPr>
            <a:stCxn xmlns:a="http://schemas.openxmlformats.org/drawingml/2006/main" id="89" idx="3"/>
            <a:endCxn xmlns:a="http://schemas.openxmlformats.org/drawingml/2006/main" id="90" idx="1"/>
          </p:cNvCxnSpPr>
          <p:nvPr/>
        </p:nvCxnSpPr>
        <p:spPr>
          <a:xfrm xmlns:a="http://schemas.openxmlformats.org/drawingml/2006/main">
            <a:off x="6276975" y="2486025"/>
            <a:ext cx="361950" cy="0"/>
          </a:xfrm>
          <a:prstGeom xmlns:a="http://schemas.openxmlformats.org/drawingml/2006/main" prst="straightConnector1">
            <a:avLst/>
          </a:prstGeom>
          <a:ln xmlns:a="http://schemas.openxmlformats.org/drawingml/2006/main" w="19050">
            <a:solidFill>
              <a:srgbClr val="4B6072"/>
            </a:solidFill>
            <a:prstDash val="solid"/>
            <a:tailEnd type="triangle" w="sm" len="sm"/>
          </a:ln>
        </p:spPr>
      </p:cxnSp>
      <p:sp>
        <p:nvSpPr>
          <p:cNvPr id="94" name="Runnable code">
            <a:extLst xmlns:a="http://schemas.openxmlformats.org/drawingml/2006/main">
              <a:ext uri="{FF2B5EF4-FFF2-40B4-BE49-F238E27FC236}">
                <a16:creationId xmlns:a16="http://schemas.microsoft.com/office/drawing/2014/main" id="{922BA1FC-29E9-493C-AC76-6362718A0C7D}"/>
              </a:ext>
            </a:extLst>
          </p:cNvPr>
          <p:cNvSpPr>
            <a:spLocks xmlns:a="http://schemas.openxmlformats.org/drawingml/2006/main" noGrp="1"/>
          </p:cNvSpPr>
          <p:nvPr/>
        </p:nvSpPr>
        <p:spPr>
          <a:xfrm xmlns:a="http://schemas.openxmlformats.org/drawingml/2006/main">
            <a:off x="1428750" y="3333750"/>
            <a:ext cx="6286500" cy="590550"/>
          </a:xfrm>
          <a:prstGeom xmlns:a="http://schemas.openxmlformats.org/drawingml/2006/main" prst="roundRect">
            <a:avLst>
              <a:gd name="adj" fmla="val 12903"/>
            </a:avLst>
          </a:prstGeom>
          <a:solidFill xmlns:a="http://schemas.openxmlformats.org/drawingml/2006/main">
            <a:srgbClr val="F3F7FA"/>
          </a:solidFill>
          <a:ln xmlns:a="http://schemas.openxmlformats.org/drawingml/2006/main" w="11430">
            <a:solidFill>
              <a:srgbClr val="C8D7E1"/>
            </a:solidFill>
            <a:prstDash val="solid"/>
          </a:ln>
        </p:spPr>
        <p:txBody>
          <a:bodyPr xmlns:a="http://schemas.openxmlformats.org/drawingml/2006/main" wrap="square" lIns="114300" tIns="95250" rIns="114300" bIns="95250" anchor="t">
            <a:normAutofit fontScale="100000"/>
          </a:bodyPr>
          <a:lstStyle xmlns:a="http://schemas.openxmlformats.org/drawingml/2006/main"/>
          <a:p xmlns:a="http://schemas.openxmlformats.org/drawingml/2006/main">
            <a:pPr algn="l">
              <a:defRPr sz="1500" b="0">
                <a:solidFill>
                  <a:srgbClr val="17324D"/>
                </a:solidFill>
                <a:latin typeface="Courier New"/>
                <a:ea typeface="Courier New"/>
                <a:cs typeface="Courier New"/>
              </a:defRPr>
            </a:pPr>
            <a:r>
              <a:rPr sz="1500" b="0">
                <a:solidFill>
                  <a:srgbClr val="17324D"/>
                </a:solidFill>
                <a:latin typeface="Courier New"/>
                <a:ea typeface="Courier New"/>
                <a:cs typeface="Courier New"/>
              </a:rPr>
              <a:t>response[y,x] = Σ kernel[i,j] × image[y+i,x+j]</a:t>
            </a:r>
          </a:p>
        </p:txBody>
      </p:sp>
      <p:sp>
        <p:nvSpPr>
          <p:cNvPr id="95" name="Unlike a histogram, a kernel preserves where a local brightness change occurs.">
            <a:extLst xmlns:a="http://schemas.openxmlformats.org/drawingml/2006/main">
              <a:ext uri="{FF2B5EF4-FFF2-40B4-BE49-F238E27FC236}">
                <a16:creationId xmlns:a16="http://schemas.microsoft.com/office/drawing/2014/main" id="{4D673AAA-58D4-449C-8916-2E3C39229984}"/>
              </a:ext>
            </a:extLst>
          </p:cNvPr>
          <p:cNvSpPr>
            <a:spLocks xmlns:a="http://schemas.openxmlformats.org/drawingml/2006/main" noGrp="1"/>
          </p:cNvSpPr>
          <p:nvPr/>
        </p:nvSpPr>
        <p:spPr>
          <a:xfrm xmlns:a="http://schemas.openxmlformats.org/drawingml/2006/main">
            <a:off x="1000125" y="4324350"/>
            <a:ext cx="7143750" cy="381000"/>
          </a:xfrm>
          <a:prstGeom xmlns:a="http://schemas.openxmlformats.org/drawingml/2006/main" prst="roundRect">
            <a:avLst>
              <a:gd name="adj" fmla="val 25000"/>
            </a:avLst>
          </a:prstGeom>
          <a:solidFill xmlns:a="http://schemas.openxmlformats.org/drawingml/2006/main">
            <a:srgbClr val="EAF4FA"/>
          </a:solidFill>
          <a:ln xmlns:a="http://schemas.openxmlformats.org/drawingml/2006/main" w="12383">
            <a:solidFill>
              <a:srgbClr val="00539F"/>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350" b="1">
                <a:solidFill>
                  <a:srgbClr val="00539F"/>
                </a:solidFill>
                <a:latin typeface="Arial"/>
                <a:ea typeface="Arial"/>
                <a:cs typeface="Arial"/>
              </a:defRPr>
            </a:pPr>
            <a:r>
              <a:rPr sz="1350" b="1">
                <a:solidFill>
                  <a:srgbClr val="00539F"/>
                </a:solidFill>
                <a:latin typeface="Arial"/>
                <a:ea typeface="Arial"/>
                <a:cs typeface="Arial"/>
              </a:rPr>
              <a:t>Unlike a histogram, a kernel preserves where a local brightness change occurs.</a:t>
            </a:r>
          </a:p>
        </p:txBody>
      </p:sp>
    </p:spTree>
    <p:extLst>
      <p:ext uri="{BB962C8B-B14F-4D97-AF65-F5344CB8AC3E}">
        <p14:creationId xmlns:p14="http://schemas.microsoft.com/office/powerpoint/2010/main" val="625655601"/>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83" name="Google Shape;83;g37bad65a17d_0_0">
            <a:extLst xmlns:a="http://schemas.openxmlformats.org/drawingml/2006/main">
              <a:ext uri="{FF2B5EF4-FFF2-40B4-BE49-F238E27FC236}">
                <a16:creationId xmlns:a16="http://schemas.microsoft.com/office/drawing/2014/main" id="{0CC56B34-6770-45D7-9E5A-4F0C2199F86A}"/>
              </a:ext>
            </a:extLst>
          </p:cNvPr>
          <p:cNvSpPr>
            <a:spLocks xmlns:a="http://schemas.openxmlformats.org/drawingml/2006/main" noGrp="1"/>
          </p:cNvSpPr>
          <p:nvPr>
            <p:ph type="title" idx="0"/>
          </p:nvPr>
        </p:nvSpPr>
        <p:spPr>
          <a:xfrm xmlns:a="http://schemas.openxmlformats.org/drawingml/2006/main">
            <a:off x="457200" y="528638"/>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45720" rIns="91440" bIns="4572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1400"/>
              <a:buNone/>
              <a:defRPr sz="2250" b="0">
                <a:solidFill>
                  <a:srgbClr val="00A0DF"/>
                </a:solidFill>
                <a:latin typeface="Arial"/>
                <a:ea typeface="Arial"/>
                <a:cs typeface="Arial"/>
              </a:defRPr>
            </a:pPr>
            <a:r>
              <a:rPr sz="2250" b="0">
                <a:solidFill>
                  <a:srgbClr val="00A0DF"/>
                </a:solidFill>
                <a:latin typeface="Arial"/>
                <a:ea typeface="Arial"/>
                <a:cs typeface="Arial"/>
              </a:rPr>
              <a:t>Two simple kernels reveal vertical and horizontal boundaries</a:t>
            </a:r>
            <a:endParaRPr/>
          </a:p>
        </p:txBody>
      </p:sp>
      <p:sp>
        <p:nvSpPr>
          <p:cNvPr id="85" name="Google Shape;85;g37bad65a17d_0_0">
            <a:extLst xmlns:a="http://schemas.openxmlformats.org/drawingml/2006/main">
              <a:ext uri="{FF2B5EF4-FFF2-40B4-BE49-F238E27FC236}">
                <a16:creationId xmlns:a16="http://schemas.microsoft.com/office/drawing/2014/main" id="{31B1C2C2-F77F-4032-9D0A-FF56401D76B3}"/>
              </a:ext>
            </a:extLst>
          </p:cNvPr>
          <p:cNvSpPr>
            <a:spLocks xmlns:a="http://schemas.openxmlformats.org/drawingml/2006/main" noGrp="1"/>
          </p:cNvSpPr>
          <p:nvPr>
            <p:ph type="sldNum" idx="12"/>
          </p:nvPr>
        </p:nvSpPr>
        <p:spPr>
          <a:xfrm xmlns:a="http://schemas.openxmlformats.org/drawingml/2006/main">
            <a:off x="3505200" y="4767263"/>
            <a:ext cx="2133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Clr>
                <a:srgbClr val="000000"/>
              </a:buClr>
              <a:buSzPts val="1200"/>
              <a:buFont typeface="Arial"/>
              <a:buNone/>
              <a:defRPr sz="1200">
                <a:solidFill>
                  <a:srgbClr val="00539F"/>
                </a:solidFill>
                <a:latin typeface="Arial"/>
                <a:ea typeface="Arial"/>
                <a:cs typeface="Arial"/>
              </a:defRPr>
            </a:pPr>
            <a:fld id="{844E025A-983C-6D44-79C6-4612AACD43FC}" type="slidenum">
              <a:rPr sz="1200">
                <a:solidFill>
                  <a:srgbClr val="00539F"/>
                </a:solidFill>
                <a:latin typeface="Arial"/>
                <a:ea typeface="Arial"/>
                <a:cs typeface="Arial"/>
              </a:rPr>
              <a:t>20</a:t>
            </a:fld>
            <a:endParaRPr/>
          </a:p>
        </p:txBody>
      </p:sp>
      <p:sp>
        <p:nvSpPr>
          <p:cNvPr id="86" name="Section tag">
            <a:extLst xmlns:a="http://schemas.openxmlformats.org/drawingml/2006/main">
              <a:ext uri="{FF2B5EF4-FFF2-40B4-BE49-F238E27FC236}">
                <a16:creationId xmlns:a16="http://schemas.microsoft.com/office/drawing/2014/main" id="{5B2C5D33-AEA4-49CE-AB9F-C2AB5F4885BE}"/>
              </a:ext>
            </a:extLst>
          </p:cNvPr>
          <p:cNvSpPr>
            <a:spLocks xmlns:a="http://schemas.openxmlformats.org/drawingml/2006/main" noGrp="1"/>
          </p:cNvSpPr>
          <p:nvPr/>
        </p:nvSpPr>
        <p:spPr>
          <a:xfrm xmlns:a="http://schemas.openxmlformats.org/drawingml/2006/main">
            <a:off x="619125" y="1304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BASIC EDGE KERNELS</a:t>
            </a:r>
          </a:p>
        </p:txBody>
      </p:sp>
      <p:sp>
        <p:nvSpPr>
          <p:cNvPr id="87" name="Lecture text">
            <a:extLst xmlns:a="http://schemas.openxmlformats.org/drawingml/2006/main">
              <a:ext uri="{FF2B5EF4-FFF2-40B4-BE49-F238E27FC236}">
                <a16:creationId xmlns:a16="http://schemas.microsoft.com/office/drawing/2014/main" id="{A2945F4E-B81A-48AF-B364-B44FE8C20CE5}"/>
              </a:ext>
            </a:extLst>
          </p:cNvPr>
          <p:cNvSpPr>
            <a:spLocks xmlns:a="http://schemas.openxmlformats.org/drawingml/2006/main" noGrp="1"/>
          </p:cNvSpPr>
          <p:nvPr/>
        </p:nvSpPr>
        <p:spPr>
          <a:xfrm xmlns:a="http://schemas.openxmlformats.org/drawingml/2006/main">
            <a:off x="1285875" y="1905000"/>
            <a:ext cx="16287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54029"/>
          </a:bodyPr>
          <a:lstStyle xmlns:a="http://schemas.openxmlformats.org/drawingml/2006/main"/>
          <a:p xmlns:a="http://schemas.openxmlformats.org/drawingml/2006/main">
            <a:pPr algn="ctr">
              <a:defRPr sz="1425" b="1">
                <a:solidFill>
                  <a:srgbClr val="00539F"/>
                </a:solidFill>
                <a:latin typeface="Arial"/>
                <a:ea typeface="Arial"/>
                <a:cs typeface="Arial"/>
              </a:defRPr>
            </a:pPr>
            <a:r>
              <a:rPr sz="1425" b="1">
                <a:solidFill>
                  <a:srgbClr val="00539F"/>
                </a:solidFill>
                <a:latin typeface="Arial"/>
                <a:ea typeface="Arial"/>
                <a:cs typeface="Arial"/>
              </a:rPr>
              <a:t>left-right change → vertical edge</a:t>
            </a:r>
          </a:p>
        </p:txBody>
      </p:sp>
      <p:sp>
        <p:nvSpPr>
          <p:cNvPr id="88" name="-1">
            <a:extLst xmlns:a="http://schemas.openxmlformats.org/drawingml/2006/main">
              <a:ext uri="{FF2B5EF4-FFF2-40B4-BE49-F238E27FC236}">
                <a16:creationId xmlns:a16="http://schemas.microsoft.com/office/drawing/2014/main" id="{BD6E0757-60B1-46EA-B95D-DC64C0A52B4C}"/>
              </a:ext>
            </a:extLst>
          </p:cNvPr>
          <p:cNvSpPr>
            <a:spLocks xmlns:a="http://schemas.openxmlformats.org/drawingml/2006/main" noGrp="1"/>
          </p:cNvSpPr>
          <p:nvPr/>
        </p:nvSpPr>
        <p:spPr>
          <a:xfrm xmlns:a="http://schemas.openxmlformats.org/drawingml/2006/main">
            <a:off x="1285875" y="2238375"/>
            <a:ext cx="523875" cy="523875"/>
          </a:xfrm>
          <a:prstGeom xmlns:a="http://schemas.openxmlformats.org/drawingml/2006/main" prst="rect">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0">
                <a:solidFill>
                  <a:srgbClr val="17324D"/>
                </a:solidFill>
                <a:latin typeface="Arial"/>
                <a:ea typeface="Arial"/>
                <a:cs typeface="Arial"/>
              </a:defRPr>
            </a:pPr>
            <a:r>
              <a:rPr sz="1500" b="0">
                <a:solidFill>
                  <a:srgbClr val="17324D"/>
                </a:solidFill>
                <a:latin typeface="Arial"/>
                <a:ea typeface="Arial"/>
                <a:cs typeface="Arial"/>
              </a:rPr>
              <a:t>-1</a:t>
            </a:r>
          </a:p>
        </p:txBody>
      </p:sp>
      <p:sp>
        <p:nvSpPr>
          <p:cNvPr id="89" name="0">
            <a:extLst xmlns:a="http://schemas.openxmlformats.org/drawingml/2006/main">
              <a:ext uri="{FF2B5EF4-FFF2-40B4-BE49-F238E27FC236}">
                <a16:creationId xmlns:a16="http://schemas.microsoft.com/office/drawing/2014/main" id="{DAD0E90B-EBFC-4776-AA40-7E0DD16D37F5}"/>
              </a:ext>
            </a:extLst>
          </p:cNvPr>
          <p:cNvSpPr>
            <a:spLocks xmlns:a="http://schemas.openxmlformats.org/drawingml/2006/main" noGrp="1"/>
          </p:cNvSpPr>
          <p:nvPr/>
        </p:nvSpPr>
        <p:spPr>
          <a:xfrm xmlns:a="http://schemas.openxmlformats.org/drawingml/2006/main">
            <a:off x="1828800" y="2238375"/>
            <a:ext cx="523875" cy="523875"/>
          </a:xfrm>
          <a:prstGeom xmlns:a="http://schemas.openxmlformats.org/drawingml/2006/main" prst="rect">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0">
                <a:solidFill>
                  <a:srgbClr val="17324D"/>
                </a:solidFill>
                <a:latin typeface="Arial"/>
                <a:ea typeface="Arial"/>
                <a:cs typeface="Arial"/>
              </a:defRPr>
            </a:pPr>
            <a:r>
              <a:rPr sz="1500" b="0">
                <a:solidFill>
                  <a:srgbClr val="17324D"/>
                </a:solidFill>
                <a:latin typeface="Arial"/>
                <a:ea typeface="Arial"/>
                <a:cs typeface="Arial"/>
              </a:rPr>
              <a:t>0</a:t>
            </a:r>
          </a:p>
        </p:txBody>
      </p:sp>
      <p:sp>
        <p:nvSpPr>
          <p:cNvPr id="90" name="1">
            <a:extLst xmlns:a="http://schemas.openxmlformats.org/drawingml/2006/main">
              <a:ext uri="{FF2B5EF4-FFF2-40B4-BE49-F238E27FC236}">
                <a16:creationId xmlns:a16="http://schemas.microsoft.com/office/drawing/2014/main" id="{F86A8EA1-C5C3-4E39-981D-FE609C591565}"/>
              </a:ext>
            </a:extLst>
          </p:cNvPr>
          <p:cNvSpPr>
            <a:spLocks xmlns:a="http://schemas.openxmlformats.org/drawingml/2006/main" noGrp="1"/>
          </p:cNvSpPr>
          <p:nvPr/>
        </p:nvSpPr>
        <p:spPr>
          <a:xfrm xmlns:a="http://schemas.openxmlformats.org/drawingml/2006/main">
            <a:off x="2371725" y="2238375"/>
            <a:ext cx="523875" cy="523875"/>
          </a:xfrm>
          <a:prstGeom xmlns:a="http://schemas.openxmlformats.org/drawingml/2006/main" prst="rect">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0">
                <a:solidFill>
                  <a:srgbClr val="17324D"/>
                </a:solidFill>
                <a:latin typeface="Arial"/>
                <a:ea typeface="Arial"/>
                <a:cs typeface="Arial"/>
              </a:defRPr>
            </a:pPr>
            <a:r>
              <a:rPr sz="1500" b="0">
                <a:solidFill>
                  <a:srgbClr val="17324D"/>
                </a:solidFill>
                <a:latin typeface="Arial"/>
                <a:ea typeface="Arial"/>
                <a:cs typeface="Arial"/>
              </a:rPr>
              <a:t>1</a:t>
            </a:r>
          </a:p>
        </p:txBody>
      </p:sp>
      <p:sp>
        <p:nvSpPr>
          <p:cNvPr id="91" name="-1">
            <a:extLst xmlns:a="http://schemas.openxmlformats.org/drawingml/2006/main">
              <a:ext uri="{FF2B5EF4-FFF2-40B4-BE49-F238E27FC236}">
                <a16:creationId xmlns:a16="http://schemas.microsoft.com/office/drawing/2014/main" id="{618FD301-9160-4051-AA2D-232669F1F54D}"/>
              </a:ext>
            </a:extLst>
          </p:cNvPr>
          <p:cNvSpPr>
            <a:spLocks xmlns:a="http://schemas.openxmlformats.org/drawingml/2006/main" noGrp="1"/>
          </p:cNvSpPr>
          <p:nvPr/>
        </p:nvSpPr>
        <p:spPr>
          <a:xfrm xmlns:a="http://schemas.openxmlformats.org/drawingml/2006/main">
            <a:off x="1285875" y="2781300"/>
            <a:ext cx="523875" cy="523875"/>
          </a:xfrm>
          <a:prstGeom xmlns:a="http://schemas.openxmlformats.org/drawingml/2006/main" prst="rect">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0">
                <a:solidFill>
                  <a:srgbClr val="17324D"/>
                </a:solidFill>
                <a:latin typeface="Arial"/>
                <a:ea typeface="Arial"/>
                <a:cs typeface="Arial"/>
              </a:defRPr>
            </a:pPr>
            <a:r>
              <a:rPr sz="1500" b="0">
                <a:solidFill>
                  <a:srgbClr val="17324D"/>
                </a:solidFill>
                <a:latin typeface="Arial"/>
                <a:ea typeface="Arial"/>
                <a:cs typeface="Arial"/>
              </a:rPr>
              <a:t>-1</a:t>
            </a:r>
          </a:p>
        </p:txBody>
      </p:sp>
      <p:sp>
        <p:nvSpPr>
          <p:cNvPr id="92" name="0">
            <a:extLst xmlns:a="http://schemas.openxmlformats.org/drawingml/2006/main">
              <a:ext uri="{FF2B5EF4-FFF2-40B4-BE49-F238E27FC236}">
                <a16:creationId xmlns:a16="http://schemas.microsoft.com/office/drawing/2014/main" id="{58BFD127-F69E-47EE-ACC0-E000FCDB35FE}"/>
              </a:ext>
            </a:extLst>
          </p:cNvPr>
          <p:cNvSpPr>
            <a:spLocks xmlns:a="http://schemas.openxmlformats.org/drawingml/2006/main" noGrp="1"/>
          </p:cNvSpPr>
          <p:nvPr/>
        </p:nvSpPr>
        <p:spPr>
          <a:xfrm xmlns:a="http://schemas.openxmlformats.org/drawingml/2006/main">
            <a:off x="1828800" y="2781300"/>
            <a:ext cx="523875" cy="523875"/>
          </a:xfrm>
          <a:prstGeom xmlns:a="http://schemas.openxmlformats.org/drawingml/2006/main" prst="rect">
            <a:avLst/>
          </a:prstGeom>
          <a:solidFill xmlns:a="http://schemas.openxmlformats.org/drawingml/2006/main">
            <a:srgbClr val="EAF4FA"/>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0">
                <a:solidFill>
                  <a:srgbClr val="17324D"/>
                </a:solidFill>
                <a:latin typeface="Arial"/>
                <a:ea typeface="Arial"/>
                <a:cs typeface="Arial"/>
              </a:defRPr>
            </a:pPr>
            <a:r>
              <a:rPr sz="1500" b="0">
                <a:solidFill>
                  <a:srgbClr val="17324D"/>
                </a:solidFill>
                <a:latin typeface="Arial"/>
                <a:ea typeface="Arial"/>
                <a:cs typeface="Arial"/>
              </a:rPr>
              <a:t>0</a:t>
            </a:r>
          </a:p>
        </p:txBody>
      </p:sp>
      <p:sp>
        <p:nvSpPr>
          <p:cNvPr id="93" name="1">
            <a:extLst xmlns:a="http://schemas.openxmlformats.org/drawingml/2006/main">
              <a:ext uri="{FF2B5EF4-FFF2-40B4-BE49-F238E27FC236}">
                <a16:creationId xmlns:a16="http://schemas.microsoft.com/office/drawing/2014/main" id="{2265E7B1-4154-4E87-897A-8D70D118719D}"/>
              </a:ext>
            </a:extLst>
          </p:cNvPr>
          <p:cNvSpPr>
            <a:spLocks xmlns:a="http://schemas.openxmlformats.org/drawingml/2006/main" noGrp="1"/>
          </p:cNvSpPr>
          <p:nvPr/>
        </p:nvSpPr>
        <p:spPr>
          <a:xfrm xmlns:a="http://schemas.openxmlformats.org/drawingml/2006/main">
            <a:off x="2371725" y="2781300"/>
            <a:ext cx="523875" cy="523875"/>
          </a:xfrm>
          <a:prstGeom xmlns:a="http://schemas.openxmlformats.org/drawingml/2006/main" prst="rect">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0">
                <a:solidFill>
                  <a:srgbClr val="17324D"/>
                </a:solidFill>
                <a:latin typeface="Arial"/>
                <a:ea typeface="Arial"/>
                <a:cs typeface="Arial"/>
              </a:defRPr>
            </a:pPr>
            <a:r>
              <a:rPr sz="1500" b="0">
                <a:solidFill>
                  <a:srgbClr val="17324D"/>
                </a:solidFill>
                <a:latin typeface="Arial"/>
                <a:ea typeface="Arial"/>
                <a:cs typeface="Arial"/>
              </a:rPr>
              <a:t>1</a:t>
            </a:r>
          </a:p>
        </p:txBody>
      </p:sp>
      <p:sp>
        <p:nvSpPr>
          <p:cNvPr id="94" name="-1">
            <a:extLst xmlns:a="http://schemas.openxmlformats.org/drawingml/2006/main">
              <a:ext uri="{FF2B5EF4-FFF2-40B4-BE49-F238E27FC236}">
                <a16:creationId xmlns:a16="http://schemas.microsoft.com/office/drawing/2014/main" id="{EE12A458-7725-4212-A8D6-56FA36AA3199}"/>
              </a:ext>
            </a:extLst>
          </p:cNvPr>
          <p:cNvSpPr>
            <a:spLocks xmlns:a="http://schemas.openxmlformats.org/drawingml/2006/main" noGrp="1"/>
          </p:cNvSpPr>
          <p:nvPr/>
        </p:nvSpPr>
        <p:spPr>
          <a:xfrm xmlns:a="http://schemas.openxmlformats.org/drawingml/2006/main">
            <a:off x="1285875" y="3324225"/>
            <a:ext cx="523875" cy="523875"/>
          </a:xfrm>
          <a:prstGeom xmlns:a="http://schemas.openxmlformats.org/drawingml/2006/main" prst="rect">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0">
                <a:solidFill>
                  <a:srgbClr val="17324D"/>
                </a:solidFill>
                <a:latin typeface="Arial"/>
                <a:ea typeface="Arial"/>
                <a:cs typeface="Arial"/>
              </a:defRPr>
            </a:pPr>
            <a:r>
              <a:rPr sz="1500" b="0">
                <a:solidFill>
                  <a:srgbClr val="17324D"/>
                </a:solidFill>
                <a:latin typeface="Arial"/>
                <a:ea typeface="Arial"/>
                <a:cs typeface="Arial"/>
              </a:rPr>
              <a:t>-1</a:t>
            </a:r>
          </a:p>
        </p:txBody>
      </p:sp>
      <p:sp>
        <p:nvSpPr>
          <p:cNvPr id="95" name="0">
            <a:extLst xmlns:a="http://schemas.openxmlformats.org/drawingml/2006/main">
              <a:ext uri="{FF2B5EF4-FFF2-40B4-BE49-F238E27FC236}">
                <a16:creationId xmlns:a16="http://schemas.microsoft.com/office/drawing/2014/main" id="{51293E79-2F50-4CB8-BF53-551D9387F90D}"/>
              </a:ext>
            </a:extLst>
          </p:cNvPr>
          <p:cNvSpPr>
            <a:spLocks xmlns:a="http://schemas.openxmlformats.org/drawingml/2006/main" noGrp="1"/>
          </p:cNvSpPr>
          <p:nvPr/>
        </p:nvSpPr>
        <p:spPr>
          <a:xfrm xmlns:a="http://schemas.openxmlformats.org/drawingml/2006/main">
            <a:off x="1828800" y="3324225"/>
            <a:ext cx="523875" cy="523875"/>
          </a:xfrm>
          <a:prstGeom xmlns:a="http://schemas.openxmlformats.org/drawingml/2006/main" prst="rect">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0">
                <a:solidFill>
                  <a:srgbClr val="17324D"/>
                </a:solidFill>
                <a:latin typeface="Arial"/>
                <a:ea typeface="Arial"/>
                <a:cs typeface="Arial"/>
              </a:defRPr>
            </a:pPr>
            <a:r>
              <a:rPr sz="1500" b="0">
                <a:solidFill>
                  <a:srgbClr val="17324D"/>
                </a:solidFill>
                <a:latin typeface="Arial"/>
                <a:ea typeface="Arial"/>
                <a:cs typeface="Arial"/>
              </a:rPr>
              <a:t>0</a:t>
            </a:r>
          </a:p>
        </p:txBody>
      </p:sp>
      <p:sp>
        <p:nvSpPr>
          <p:cNvPr id="96" name="1">
            <a:extLst xmlns:a="http://schemas.openxmlformats.org/drawingml/2006/main">
              <a:ext uri="{FF2B5EF4-FFF2-40B4-BE49-F238E27FC236}">
                <a16:creationId xmlns:a16="http://schemas.microsoft.com/office/drawing/2014/main" id="{9C0BAA78-AF46-45DB-B85C-4DC07C42D9A3}"/>
              </a:ext>
            </a:extLst>
          </p:cNvPr>
          <p:cNvSpPr>
            <a:spLocks xmlns:a="http://schemas.openxmlformats.org/drawingml/2006/main" noGrp="1"/>
          </p:cNvSpPr>
          <p:nvPr/>
        </p:nvSpPr>
        <p:spPr>
          <a:xfrm xmlns:a="http://schemas.openxmlformats.org/drawingml/2006/main">
            <a:off x="2371725" y="3324225"/>
            <a:ext cx="523875" cy="523875"/>
          </a:xfrm>
          <a:prstGeom xmlns:a="http://schemas.openxmlformats.org/drawingml/2006/main" prst="rect">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0">
                <a:solidFill>
                  <a:srgbClr val="17324D"/>
                </a:solidFill>
                <a:latin typeface="Arial"/>
                <a:ea typeface="Arial"/>
                <a:cs typeface="Arial"/>
              </a:defRPr>
            </a:pPr>
            <a:r>
              <a:rPr sz="1500" b="0">
                <a:solidFill>
                  <a:srgbClr val="17324D"/>
                </a:solidFill>
                <a:latin typeface="Arial"/>
                <a:ea typeface="Arial"/>
                <a:cs typeface="Arial"/>
              </a:rPr>
              <a:t>1</a:t>
            </a:r>
          </a:p>
        </p:txBody>
      </p:sp>
      <p:sp>
        <p:nvSpPr>
          <p:cNvPr id="97" name="Lecture text">
            <a:extLst xmlns:a="http://schemas.openxmlformats.org/drawingml/2006/main">
              <a:ext uri="{FF2B5EF4-FFF2-40B4-BE49-F238E27FC236}">
                <a16:creationId xmlns:a16="http://schemas.microsoft.com/office/drawing/2014/main" id="{7B62B3FC-AC68-4498-9A53-CA29BAADCD0E}"/>
              </a:ext>
            </a:extLst>
          </p:cNvPr>
          <p:cNvSpPr>
            <a:spLocks xmlns:a="http://schemas.openxmlformats.org/drawingml/2006/main" noGrp="1"/>
          </p:cNvSpPr>
          <p:nvPr/>
        </p:nvSpPr>
        <p:spPr>
          <a:xfrm xmlns:a="http://schemas.openxmlformats.org/drawingml/2006/main">
            <a:off x="6143625" y="1905000"/>
            <a:ext cx="16287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46550"/>
          </a:bodyPr>
          <a:lstStyle xmlns:a="http://schemas.openxmlformats.org/drawingml/2006/main"/>
          <a:p xmlns:a="http://schemas.openxmlformats.org/drawingml/2006/main">
            <a:pPr algn="ctr">
              <a:defRPr sz="1425" b="1">
                <a:solidFill>
                  <a:srgbClr val="00539F"/>
                </a:solidFill>
                <a:latin typeface="Arial"/>
                <a:ea typeface="Arial"/>
                <a:cs typeface="Arial"/>
              </a:defRPr>
            </a:pPr>
            <a:r>
              <a:rPr sz="1425" b="1">
                <a:solidFill>
                  <a:srgbClr val="00539F"/>
                </a:solidFill>
                <a:latin typeface="Arial"/>
                <a:ea typeface="Arial"/>
                <a:cs typeface="Arial"/>
              </a:rPr>
              <a:t>top-bottom change → horizontal edge</a:t>
            </a:r>
          </a:p>
        </p:txBody>
      </p:sp>
      <p:sp>
        <p:nvSpPr>
          <p:cNvPr id="98" name="-1">
            <a:extLst xmlns:a="http://schemas.openxmlformats.org/drawingml/2006/main">
              <a:ext uri="{FF2B5EF4-FFF2-40B4-BE49-F238E27FC236}">
                <a16:creationId xmlns:a16="http://schemas.microsoft.com/office/drawing/2014/main" id="{41703E81-AC96-4D08-A9A3-90E25377A278}"/>
              </a:ext>
            </a:extLst>
          </p:cNvPr>
          <p:cNvSpPr>
            <a:spLocks xmlns:a="http://schemas.openxmlformats.org/drawingml/2006/main" noGrp="1"/>
          </p:cNvSpPr>
          <p:nvPr/>
        </p:nvSpPr>
        <p:spPr>
          <a:xfrm xmlns:a="http://schemas.openxmlformats.org/drawingml/2006/main">
            <a:off x="6143625" y="2238375"/>
            <a:ext cx="523875" cy="523875"/>
          </a:xfrm>
          <a:prstGeom xmlns:a="http://schemas.openxmlformats.org/drawingml/2006/main" prst="rect">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0">
                <a:solidFill>
                  <a:srgbClr val="17324D"/>
                </a:solidFill>
                <a:latin typeface="Arial"/>
                <a:ea typeface="Arial"/>
                <a:cs typeface="Arial"/>
              </a:defRPr>
            </a:pPr>
            <a:r>
              <a:rPr sz="1500" b="0">
                <a:solidFill>
                  <a:srgbClr val="17324D"/>
                </a:solidFill>
                <a:latin typeface="Arial"/>
                <a:ea typeface="Arial"/>
                <a:cs typeface="Arial"/>
              </a:rPr>
              <a:t>-1</a:t>
            </a:r>
          </a:p>
        </p:txBody>
      </p:sp>
      <p:sp>
        <p:nvSpPr>
          <p:cNvPr id="99" name="-1">
            <a:extLst xmlns:a="http://schemas.openxmlformats.org/drawingml/2006/main">
              <a:ext uri="{FF2B5EF4-FFF2-40B4-BE49-F238E27FC236}">
                <a16:creationId xmlns:a16="http://schemas.microsoft.com/office/drawing/2014/main" id="{D4FEC92F-C75A-4C3E-80BD-0D79485BD8A5}"/>
              </a:ext>
            </a:extLst>
          </p:cNvPr>
          <p:cNvSpPr>
            <a:spLocks xmlns:a="http://schemas.openxmlformats.org/drawingml/2006/main" noGrp="1"/>
          </p:cNvSpPr>
          <p:nvPr/>
        </p:nvSpPr>
        <p:spPr>
          <a:xfrm xmlns:a="http://schemas.openxmlformats.org/drawingml/2006/main">
            <a:off x="6686550" y="2238375"/>
            <a:ext cx="523875" cy="523875"/>
          </a:xfrm>
          <a:prstGeom xmlns:a="http://schemas.openxmlformats.org/drawingml/2006/main" prst="rect">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0">
                <a:solidFill>
                  <a:srgbClr val="17324D"/>
                </a:solidFill>
                <a:latin typeface="Arial"/>
                <a:ea typeface="Arial"/>
                <a:cs typeface="Arial"/>
              </a:defRPr>
            </a:pPr>
            <a:r>
              <a:rPr sz="1500" b="0">
                <a:solidFill>
                  <a:srgbClr val="17324D"/>
                </a:solidFill>
                <a:latin typeface="Arial"/>
                <a:ea typeface="Arial"/>
                <a:cs typeface="Arial"/>
              </a:rPr>
              <a:t>-1</a:t>
            </a:r>
          </a:p>
        </p:txBody>
      </p:sp>
      <p:sp>
        <p:nvSpPr>
          <p:cNvPr id="100" name="-1">
            <a:extLst xmlns:a="http://schemas.openxmlformats.org/drawingml/2006/main">
              <a:ext uri="{FF2B5EF4-FFF2-40B4-BE49-F238E27FC236}">
                <a16:creationId xmlns:a16="http://schemas.microsoft.com/office/drawing/2014/main" id="{B6575CB8-04A8-4AB9-922C-03BB80507112}"/>
              </a:ext>
            </a:extLst>
          </p:cNvPr>
          <p:cNvSpPr>
            <a:spLocks xmlns:a="http://schemas.openxmlformats.org/drawingml/2006/main" noGrp="1"/>
          </p:cNvSpPr>
          <p:nvPr/>
        </p:nvSpPr>
        <p:spPr>
          <a:xfrm xmlns:a="http://schemas.openxmlformats.org/drawingml/2006/main">
            <a:off x="7229475" y="2238375"/>
            <a:ext cx="523875" cy="523875"/>
          </a:xfrm>
          <a:prstGeom xmlns:a="http://schemas.openxmlformats.org/drawingml/2006/main" prst="rect">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0">
                <a:solidFill>
                  <a:srgbClr val="17324D"/>
                </a:solidFill>
                <a:latin typeface="Arial"/>
                <a:ea typeface="Arial"/>
                <a:cs typeface="Arial"/>
              </a:defRPr>
            </a:pPr>
            <a:r>
              <a:rPr sz="1500" b="0">
                <a:solidFill>
                  <a:srgbClr val="17324D"/>
                </a:solidFill>
                <a:latin typeface="Arial"/>
                <a:ea typeface="Arial"/>
                <a:cs typeface="Arial"/>
              </a:rPr>
              <a:t>-1</a:t>
            </a:r>
          </a:p>
        </p:txBody>
      </p:sp>
      <p:sp>
        <p:nvSpPr>
          <p:cNvPr id="101" name="0">
            <a:extLst xmlns:a="http://schemas.openxmlformats.org/drawingml/2006/main">
              <a:ext uri="{FF2B5EF4-FFF2-40B4-BE49-F238E27FC236}">
                <a16:creationId xmlns:a16="http://schemas.microsoft.com/office/drawing/2014/main" id="{047FB3E1-15D1-4914-B31F-FECA8D5EA363}"/>
              </a:ext>
            </a:extLst>
          </p:cNvPr>
          <p:cNvSpPr>
            <a:spLocks xmlns:a="http://schemas.openxmlformats.org/drawingml/2006/main" noGrp="1"/>
          </p:cNvSpPr>
          <p:nvPr/>
        </p:nvSpPr>
        <p:spPr>
          <a:xfrm xmlns:a="http://schemas.openxmlformats.org/drawingml/2006/main">
            <a:off x="6143625" y="2781300"/>
            <a:ext cx="523875" cy="523875"/>
          </a:xfrm>
          <a:prstGeom xmlns:a="http://schemas.openxmlformats.org/drawingml/2006/main" prst="rect">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0">
                <a:solidFill>
                  <a:srgbClr val="17324D"/>
                </a:solidFill>
                <a:latin typeface="Arial"/>
                <a:ea typeface="Arial"/>
                <a:cs typeface="Arial"/>
              </a:defRPr>
            </a:pPr>
            <a:r>
              <a:rPr sz="1500" b="0">
                <a:solidFill>
                  <a:srgbClr val="17324D"/>
                </a:solidFill>
                <a:latin typeface="Arial"/>
                <a:ea typeface="Arial"/>
                <a:cs typeface="Arial"/>
              </a:rPr>
              <a:t>0</a:t>
            </a:r>
          </a:p>
        </p:txBody>
      </p:sp>
      <p:sp>
        <p:nvSpPr>
          <p:cNvPr id="102" name="0">
            <a:extLst xmlns:a="http://schemas.openxmlformats.org/drawingml/2006/main">
              <a:ext uri="{FF2B5EF4-FFF2-40B4-BE49-F238E27FC236}">
                <a16:creationId xmlns:a16="http://schemas.microsoft.com/office/drawing/2014/main" id="{3B4E876D-B8A7-456C-B124-635776487770}"/>
              </a:ext>
            </a:extLst>
          </p:cNvPr>
          <p:cNvSpPr>
            <a:spLocks xmlns:a="http://schemas.openxmlformats.org/drawingml/2006/main" noGrp="1"/>
          </p:cNvSpPr>
          <p:nvPr/>
        </p:nvSpPr>
        <p:spPr>
          <a:xfrm xmlns:a="http://schemas.openxmlformats.org/drawingml/2006/main">
            <a:off x="6686550" y="2781300"/>
            <a:ext cx="523875" cy="523875"/>
          </a:xfrm>
          <a:prstGeom xmlns:a="http://schemas.openxmlformats.org/drawingml/2006/main" prst="rect">
            <a:avLst/>
          </a:prstGeom>
          <a:solidFill xmlns:a="http://schemas.openxmlformats.org/drawingml/2006/main">
            <a:srgbClr val="EAF4FA"/>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0">
                <a:solidFill>
                  <a:srgbClr val="17324D"/>
                </a:solidFill>
                <a:latin typeface="Arial"/>
                <a:ea typeface="Arial"/>
                <a:cs typeface="Arial"/>
              </a:defRPr>
            </a:pPr>
            <a:r>
              <a:rPr sz="1500" b="0">
                <a:solidFill>
                  <a:srgbClr val="17324D"/>
                </a:solidFill>
                <a:latin typeface="Arial"/>
                <a:ea typeface="Arial"/>
                <a:cs typeface="Arial"/>
              </a:rPr>
              <a:t>0</a:t>
            </a:r>
          </a:p>
        </p:txBody>
      </p:sp>
      <p:sp>
        <p:nvSpPr>
          <p:cNvPr id="103" name="0">
            <a:extLst xmlns:a="http://schemas.openxmlformats.org/drawingml/2006/main">
              <a:ext uri="{FF2B5EF4-FFF2-40B4-BE49-F238E27FC236}">
                <a16:creationId xmlns:a16="http://schemas.microsoft.com/office/drawing/2014/main" id="{0F896525-4C99-494A-AD47-443E83774C19}"/>
              </a:ext>
            </a:extLst>
          </p:cNvPr>
          <p:cNvSpPr>
            <a:spLocks xmlns:a="http://schemas.openxmlformats.org/drawingml/2006/main" noGrp="1"/>
          </p:cNvSpPr>
          <p:nvPr/>
        </p:nvSpPr>
        <p:spPr>
          <a:xfrm xmlns:a="http://schemas.openxmlformats.org/drawingml/2006/main">
            <a:off x="7229475" y="2781300"/>
            <a:ext cx="523875" cy="523875"/>
          </a:xfrm>
          <a:prstGeom xmlns:a="http://schemas.openxmlformats.org/drawingml/2006/main" prst="rect">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0">
                <a:solidFill>
                  <a:srgbClr val="17324D"/>
                </a:solidFill>
                <a:latin typeface="Arial"/>
                <a:ea typeface="Arial"/>
                <a:cs typeface="Arial"/>
              </a:defRPr>
            </a:pPr>
            <a:r>
              <a:rPr sz="1500" b="0">
                <a:solidFill>
                  <a:srgbClr val="17324D"/>
                </a:solidFill>
                <a:latin typeface="Arial"/>
                <a:ea typeface="Arial"/>
                <a:cs typeface="Arial"/>
              </a:rPr>
              <a:t>0</a:t>
            </a:r>
          </a:p>
        </p:txBody>
      </p:sp>
      <p:sp>
        <p:nvSpPr>
          <p:cNvPr id="104" name="1">
            <a:extLst xmlns:a="http://schemas.openxmlformats.org/drawingml/2006/main">
              <a:ext uri="{FF2B5EF4-FFF2-40B4-BE49-F238E27FC236}">
                <a16:creationId xmlns:a16="http://schemas.microsoft.com/office/drawing/2014/main" id="{345DF75F-1051-491C-858F-F26B18A67DB8}"/>
              </a:ext>
            </a:extLst>
          </p:cNvPr>
          <p:cNvSpPr>
            <a:spLocks xmlns:a="http://schemas.openxmlformats.org/drawingml/2006/main" noGrp="1"/>
          </p:cNvSpPr>
          <p:nvPr/>
        </p:nvSpPr>
        <p:spPr>
          <a:xfrm xmlns:a="http://schemas.openxmlformats.org/drawingml/2006/main">
            <a:off x="6143625" y="3324225"/>
            <a:ext cx="523875" cy="523875"/>
          </a:xfrm>
          <a:prstGeom xmlns:a="http://schemas.openxmlformats.org/drawingml/2006/main" prst="rect">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0">
                <a:solidFill>
                  <a:srgbClr val="17324D"/>
                </a:solidFill>
                <a:latin typeface="Arial"/>
                <a:ea typeface="Arial"/>
                <a:cs typeface="Arial"/>
              </a:defRPr>
            </a:pPr>
            <a:r>
              <a:rPr sz="1500" b="0">
                <a:solidFill>
                  <a:srgbClr val="17324D"/>
                </a:solidFill>
                <a:latin typeface="Arial"/>
                <a:ea typeface="Arial"/>
                <a:cs typeface="Arial"/>
              </a:rPr>
              <a:t>1</a:t>
            </a:r>
          </a:p>
        </p:txBody>
      </p:sp>
      <p:sp>
        <p:nvSpPr>
          <p:cNvPr id="105" name="1">
            <a:extLst xmlns:a="http://schemas.openxmlformats.org/drawingml/2006/main">
              <a:ext uri="{FF2B5EF4-FFF2-40B4-BE49-F238E27FC236}">
                <a16:creationId xmlns:a16="http://schemas.microsoft.com/office/drawing/2014/main" id="{73D91A30-BA5F-4C55-981A-58EC6F29FAFB}"/>
              </a:ext>
            </a:extLst>
          </p:cNvPr>
          <p:cNvSpPr>
            <a:spLocks xmlns:a="http://schemas.openxmlformats.org/drawingml/2006/main" noGrp="1"/>
          </p:cNvSpPr>
          <p:nvPr/>
        </p:nvSpPr>
        <p:spPr>
          <a:xfrm xmlns:a="http://schemas.openxmlformats.org/drawingml/2006/main">
            <a:off x="6686550" y="3324225"/>
            <a:ext cx="523875" cy="523875"/>
          </a:xfrm>
          <a:prstGeom xmlns:a="http://schemas.openxmlformats.org/drawingml/2006/main" prst="rect">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0">
                <a:solidFill>
                  <a:srgbClr val="17324D"/>
                </a:solidFill>
                <a:latin typeface="Arial"/>
                <a:ea typeface="Arial"/>
                <a:cs typeface="Arial"/>
              </a:defRPr>
            </a:pPr>
            <a:r>
              <a:rPr sz="1500" b="0">
                <a:solidFill>
                  <a:srgbClr val="17324D"/>
                </a:solidFill>
                <a:latin typeface="Arial"/>
                <a:ea typeface="Arial"/>
                <a:cs typeface="Arial"/>
              </a:rPr>
              <a:t>1</a:t>
            </a:r>
          </a:p>
        </p:txBody>
      </p:sp>
      <p:sp>
        <p:nvSpPr>
          <p:cNvPr id="106" name="1">
            <a:extLst xmlns:a="http://schemas.openxmlformats.org/drawingml/2006/main">
              <a:ext uri="{FF2B5EF4-FFF2-40B4-BE49-F238E27FC236}">
                <a16:creationId xmlns:a16="http://schemas.microsoft.com/office/drawing/2014/main" id="{B955C9B5-F789-4D4C-8A1C-2B84E57C27C3}"/>
              </a:ext>
            </a:extLst>
          </p:cNvPr>
          <p:cNvSpPr>
            <a:spLocks xmlns:a="http://schemas.openxmlformats.org/drawingml/2006/main" noGrp="1"/>
          </p:cNvSpPr>
          <p:nvPr/>
        </p:nvSpPr>
        <p:spPr>
          <a:xfrm xmlns:a="http://schemas.openxmlformats.org/drawingml/2006/main">
            <a:off x="7229475" y="3324225"/>
            <a:ext cx="523875" cy="523875"/>
          </a:xfrm>
          <a:prstGeom xmlns:a="http://schemas.openxmlformats.org/drawingml/2006/main" prst="rect">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0">
                <a:solidFill>
                  <a:srgbClr val="17324D"/>
                </a:solidFill>
                <a:latin typeface="Arial"/>
                <a:ea typeface="Arial"/>
                <a:cs typeface="Arial"/>
              </a:defRPr>
            </a:pPr>
            <a:r>
              <a:rPr sz="1500" b="0">
                <a:solidFill>
                  <a:srgbClr val="17324D"/>
                </a:solidFill>
                <a:latin typeface="Arial"/>
                <a:ea typeface="Arial"/>
                <a:cs typeface="Arial"/>
              </a:rPr>
              <a:t>1</a:t>
            </a:r>
          </a:p>
        </p:txBody>
      </p:sp>
      <p:sp>
        <p:nvSpPr>
          <p:cNvPr id="107" name="Lecture text">
            <a:extLst xmlns:a="http://schemas.openxmlformats.org/drawingml/2006/main">
              <a:ext uri="{FF2B5EF4-FFF2-40B4-BE49-F238E27FC236}">
                <a16:creationId xmlns:a16="http://schemas.microsoft.com/office/drawing/2014/main" id="{219C84C8-C67A-4BF2-AFE1-29D68150545E}"/>
              </a:ext>
            </a:extLst>
          </p:cNvPr>
          <p:cNvSpPr>
            <a:spLocks xmlns:a="http://schemas.openxmlformats.org/drawingml/2006/main" noGrp="1"/>
          </p:cNvSpPr>
          <p:nvPr/>
        </p:nvSpPr>
        <p:spPr>
          <a:xfrm xmlns:a="http://schemas.openxmlformats.org/drawingml/2006/main">
            <a:off x="2381250" y="390525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rmAutofit fontScale="72098"/>
          </a:bodyPr>
          <a:lstStyle xmlns:a="http://schemas.openxmlformats.org/drawingml/2006/main"/>
          <a:p xmlns:a="http://schemas.openxmlformats.org/drawingml/2006/main">
            <a:pPr algn="ctr">
              <a:defRPr sz="1575" b="1">
                <a:solidFill>
                  <a:srgbClr val="EF8200"/>
                </a:solidFill>
                <a:latin typeface="Arial"/>
                <a:ea typeface="Arial"/>
                <a:cs typeface="Arial"/>
              </a:defRPr>
            </a:pPr>
            <a:r>
              <a:rPr sz="1575" b="1">
                <a:solidFill>
                  <a:srgbClr val="EF8200"/>
                </a:solidFill>
                <a:latin typeface="Arial"/>
                <a:ea typeface="Arial"/>
                <a:cs typeface="Arial"/>
              </a:rPr>
              <a:t>The direction we compare is perpendicular to the visible edge.</a:t>
            </a:r>
          </a:p>
        </p:txBody>
      </p:sp>
      <p:sp>
        <p:nvSpPr>
          <p:cNvPr id="108" name="Store both response maps and compare them with edge templates for digits 0–9.">
            <a:extLst xmlns:a="http://schemas.openxmlformats.org/drawingml/2006/main">
              <a:ext uri="{FF2B5EF4-FFF2-40B4-BE49-F238E27FC236}">
                <a16:creationId xmlns:a16="http://schemas.microsoft.com/office/drawing/2014/main" id="{AD617BF2-DE1F-40DF-8314-B89696FB5C17}"/>
              </a:ext>
            </a:extLst>
          </p:cNvPr>
          <p:cNvSpPr>
            <a:spLocks xmlns:a="http://schemas.openxmlformats.org/drawingml/2006/main" noGrp="1"/>
          </p:cNvSpPr>
          <p:nvPr/>
        </p:nvSpPr>
        <p:spPr>
          <a:xfrm xmlns:a="http://schemas.openxmlformats.org/drawingml/2006/main">
            <a:off x="1000125" y="4324350"/>
            <a:ext cx="7143750" cy="381000"/>
          </a:xfrm>
          <a:prstGeom xmlns:a="http://schemas.openxmlformats.org/drawingml/2006/main" prst="roundRect">
            <a:avLst>
              <a:gd name="adj" fmla="val 25000"/>
            </a:avLst>
          </a:prstGeom>
          <a:solidFill xmlns:a="http://schemas.openxmlformats.org/drawingml/2006/main">
            <a:srgbClr val="EAF4FA"/>
          </a:solidFill>
          <a:ln xmlns:a="http://schemas.openxmlformats.org/drawingml/2006/main" w="12383">
            <a:solidFill>
              <a:srgbClr val="00539F"/>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350" b="1">
                <a:solidFill>
                  <a:srgbClr val="00539F"/>
                </a:solidFill>
                <a:latin typeface="Arial"/>
                <a:ea typeface="Arial"/>
                <a:cs typeface="Arial"/>
              </a:defRPr>
            </a:pPr>
            <a:r>
              <a:rPr sz="1350" b="1">
                <a:solidFill>
                  <a:srgbClr val="00539F"/>
                </a:solidFill>
                <a:latin typeface="Arial"/>
                <a:ea typeface="Arial"/>
                <a:cs typeface="Arial"/>
              </a:rPr>
              <a:t>Store both response maps and compare them with edge templates for digits 0–9.</a:t>
            </a:r>
          </a:p>
        </p:txBody>
      </p:sp>
    </p:spTree>
    <p:extLst>
      <p:ext uri="{BB962C8B-B14F-4D97-AF65-F5344CB8AC3E}">
        <p14:creationId xmlns:p14="http://schemas.microsoft.com/office/powerpoint/2010/main" val="625655601"/>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83" name="Google Shape;83;g37bad65a17d_0_0">
            <a:extLst xmlns:a="http://schemas.openxmlformats.org/drawingml/2006/main">
              <a:ext uri="{FF2B5EF4-FFF2-40B4-BE49-F238E27FC236}">
                <a16:creationId xmlns:a16="http://schemas.microsoft.com/office/drawing/2014/main" id="{0CC56B34-6770-45D7-9E5A-4F0C2199F86A}"/>
              </a:ext>
            </a:extLst>
          </p:cNvPr>
          <p:cNvSpPr>
            <a:spLocks xmlns:a="http://schemas.openxmlformats.org/drawingml/2006/main" noGrp="1"/>
          </p:cNvSpPr>
          <p:nvPr>
            <p:ph type="title" idx="0"/>
          </p:nvPr>
        </p:nvSpPr>
        <p:spPr>
          <a:xfrm xmlns:a="http://schemas.openxmlformats.org/drawingml/2006/main">
            <a:off x="457200" y="528638"/>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45720" rIns="91440" bIns="4572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1400"/>
              <a:buNone/>
              <a:defRPr sz="2100" b="0">
                <a:solidFill>
                  <a:srgbClr val="00A0DF"/>
                </a:solidFill>
                <a:latin typeface="Arial"/>
                <a:ea typeface="Arial"/>
                <a:cs typeface="Arial"/>
              </a:defRPr>
            </a:pPr>
            <a:r>
              <a:rPr sz="2100" b="0">
                <a:solidFill>
                  <a:srgbClr val="00A0DF"/>
                </a:solidFill>
                <a:latin typeface="Arial"/>
                <a:ea typeface="Arial"/>
                <a:cs typeface="Arial"/>
              </a:rPr>
              <a:t>Hands-on 4: publish slanted and curved digits</a:t>
            </a:r>
            <a:endParaRPr/>
          </a:p>
        </p:txBody>
      </p:sp>
      <p:sp>
        <p:nvSpPr>
          <p:cNvPr id="85" name="Google Shape;85;g37bad65a17d_0_0">
            <a:extLst xmlns:a="http://schemas.openxmlformats.org/drawingml/2006/main">
              <a:ext uri="{FF2B5EF4-FFF2-40B4-BE49-F238E27FC236}">
                <a16:creationId xmlns:a16="http://schemas.microsoft.com/office/drawing/2014/main" id="{31B1C2C2-F77F-4032-9D0A-FF56401D76B3}"/>
              </a:ext>
            </a:extLst>
          </p:cNvPr>
          <p:cNvSpPr>
            <a:spLocks xmlns:a="http://schemas.openxmlformats.org/drawingml/2006/main" noGrp="1"/>
          </p:cNvSpPr>
          <p:nvPr>
            <p:ph type="sldNum" idx="12"/>
          </p:nvPr>
        </p:nvSpPr>
        <p:spPr>
          <a:xfrm xmlns:a="http://schemas.openxmlformats.org/drawingml/2006/main">
            <a:off x="3505200" y="4767263"/>
            <a:ext cx="2133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Clr>
                <a:srgbClr val="000000"/>
              </a:buClr>
              <a:buSzPts val="1200"/>
              <a:buFont typeface="Arial"/>
              <a:buNone/>
              <a:defRPr sz="1200">
                <a:solidFill>
                  <a:srgbClr val="00539F"/>
                </a:solidFill>
                <a:latin typeface="Arial"/>
                <a:ea typeface="Arial"/>
                <a:cs typeface="Arial"/>
              </a:defRPr>
            </a:pPr>
            <a:fld id="{F6DF2BE2-2DFA-1C03-677D-BDC2260D6D92}" type="slidenum">
              <a:rPr sz="1200">
                <a:solidFill>
                  <a:srgbClr val="00539F"/>
                </a:solidFill>
                <a:latin typeface="Arial"/>
                <a:ea typeface="Arial"/>
                <a:cs typeface="Arial"/>
              </a:rPr>
              <a:t>21</a:t>
            </a:fld>
            <a:endParaRPr/>
          </a:p>
        </p:txBody>
      </p:sp>
      <p:sp>
        <p:nvSpPr>
          <p:cNvPr id="86" name="Section tag">
            <a:extLst xmlns:a="http://schemas.openxmlformats.org/drawingml/2006/main">
              <a:ext uri="{FF2B5EF4-FFF2-40B4-BE49-F238E27FC236}">
                <a16:creationId xmlns:a16="http://schemas.microsoft.com/office/drawing/2014/main" id="{BE18FD7C-9438-4794-90DB-C9820800808E}"/>
              </a:ext>
            </a:extLst>
          </p:cNvPr>
          <p:cNvSpPr>
            <a:spLocks xmlns:a="http://schemas.openxmlformats.org/drawingml/2006/main" noGrp="1"/>
          </p:cNvSpPr>
          <p:nvPr/>
        </p:nvSpPr>
        <p:spPr>
          <a:xfrm xmlns:a="http://schemas.openxmlformats.org/drawingml/2006/main">
            <a:off x="619125" y="1304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HANDS-ON CHECKPOINT</a:t>
            </a:r>
          </a:p>
        </p:txBody>
      </p:sp>
      <p:pic>
        <p:nvPicPr>
          <p:cNvPr id="95" name=""/>
          <p:cNvPicPr>
            <a:picLocks xmlns:a="http://schemas.openxmlformats.org/drawingml/2006/main" noChangeAspect="1"/>
          </p:cNvPicPr>
          <p:nvPr/>
        </p:nvPicPr>
        <p:blipFill>
          <a:blip xmlns:r="http://schemas.openxmlformats.org/officeDocument/2006/relationships" xmlns:a="http://schemas.openxmlformats.org/drawingml/2006/main" r:embed="R8d13bb38f5fe41a8"/>
          <a:stretch xmlns:a="http://schemas.openxmlformats.org/drawingml/2006/main"/>
        </p:blipFill>
        <p:spPr>
          <a:xfrm xmlns:a="http://schemas.openxmlformats.org/drawingml/2006/main">
            <a:off x="514350" y="1756569"/>
            <a:ext cx="3905250" cy="2278063"/>
          </a:xfrm>
          <a:prstGeom xmlns:a="http://schemas.openxmlformats.org/drawingml/2006/main" prst="rect">
            <a:avLst/>
          </a:prstGeom>
        </p:spPr>
      </p:pic>
      <p:sp>
        <p:nvSpPr>
          <p:cNvPr id="88" name="Student coding task">
            <a:extLst xmlns:a="http://schemas.openxmlformats.org/drawingml/2006/main">
              <a:ext uri="{FF2B5EF4-FFF2-40B4-BE49-F238E27FC236}">
                <a16:creationId xmlns:a16="http://schemas.microsoft.com/office/drawing/2014/main" id="{11F52A7E-AC0A-4BCC-9CED-51F11D87937D}"/>
              </a:ext>
            </a:extLst>
          </p:cNvPr>
          <p:cNvSpPr>
            <a:spLocks xmlns:a="http://schemas.openxmlformats.org/drawingml/2006/main" noGrp="1"/>
          </p:cNvSpPr>
          <p:nvPr/>
        </p:nvSpPr>
        <p:spPr>
          <a:xfrm xmlns:a="http://schemas.openxmlformats.org/drawingml/2006/main">
            <a:off x="4714875" y="1657350"/>
            <a:ext cx="3857625" cy="685800"/>
          </a:xfrm>
          <a:prstGeom xmlns:a="http://schemas.openxmlformats.org/drawingml/2006/main" prst="roundRect">
            <a:avLst>
              <a:gd name="adj" fmla="val 13889"/>
            </a:avLst>
          </a:prstGeom>
          <a:solidFill xmlns:a="http://schemas.openxmlformats.org/drawingml/2006/main">
            <a:srgbClr val="FFF7E8"/>
          </a:solidFill>
          <a:ln xmlns:a="http://schemas.openxmlformats.org/drawingml/2006/main" w="12383">
            <a:solidFill>
              <a:srgbClr val="EF8200"/>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938" b="1">
                <a:solidFill>
                  <a:srgbClr val="17324D"/>
                </a:solidFill>
                <a:latin typeface="Arial"/>
                <a:ea typeface="Arial"/>
                <a:cs typeface="Arial"/>
              </a:defRPr>
            </a:pPr>
            <a:r>
              <a:rPr sz="938" b="1">
                <a:solidFill>
                  <a:srgbClr val="17324D"/>
                </a:solidFill>
                <a:latin typeface="Arial"/>
                <a:ea typeface="Arial"/>
                <a:cs typeface="Arial"/>
              </a:rPr>
              <a:t>EDIT: ws/src/cv_lab/cv_lab/</a:t>
            </a:r>
          </a:p>
          <a:p xmlns:a="http://schemas.openxmlformats.org/drawingml/2006/main">
            <a:pPr algn="ctr">
              <a:defRPr sz="938" b="1">
                <a:solidFill>
                  <a:srgbClr val="17324D"/>
                </a:solidFill>
                <a:latin typeface="Arial"/>
                <a:ea typeface="Arial"/>
                <a:cs typeface="Arial"/>
              </a:defRPr>
            </a:pPr>
            <a:r>
              <a:rPr sz="938" b="1">
                <a:solidFill>
                  <a:srgbClr val="17324D"/>
                </a:solidFill>
                <a:latin typeface="Arial"/>
                <a:ea typeface="Arial"/>
                <a:cs typeface="Arial"/>
              </a:rPr>
              <a:t>digit_kernel_node.py</a:t>
            </a:r>
          </a:p>
          <a:p xmlns:a="http://schemas.openxmlformats.org/drawingml/2006/main">
            <a:pPr algn="ctr">
              <a:defRPr sz="938" b="1">
                <a:solidFill>
                  <a:srgbClr val="17324D"/>
                </a:solidFill>
                <a:latin typeface="Arial"/>
                <a:ea typeface="Arial"/>
                <a:cs typeface="Arial"/>
              </a:defRPr>
            </a:pPr>
            <a:r>
              <a:rPr sz="938" b="1">
                <a:solidFill>
                  <a:srgbClr val="17324D"/>
                </a:solidFill>
                <a:latin typeface="Arial"/>
                <a:ea typeface="Arial"/>
                <a:cs typeface="Arial"/>
              </a:rPr>
              <a:t>TODOs: KERNEL-ROS • KERNEL-CV • KERNEL-PUB</a:t>
            </a:r>
          </a:p>
        </p:txBody>
      </p:sp>
      <p:sp>
        <p:nvSpPr>
          <p:cNvPr id="89" name="Lecture text">
            <a:extLst xmlns:a="http://schemas.openxmlformats.org/drawingml/2006/main">
              <a:ext uri="{FF2B5EF4-FFF2-40B4-BE49-F238E27FC236}">
                <a16:creationId xmlns:a16="http://schemas.microsoft.com/office/drawing/2014/main" id="{F4B6773C-F86F-42FC-AD9D-C8B842D512A6}"/>
              </a:ext>
            </a:extLst>
          </p:cNvPr>
          <p:cNvSpPr>
            <a:spLocks xmlns:a="http://schemas.openxmlformats.org/drawingml/2006/main" noGrp="1"/>
          </p:cNvSpPr>
          <p:nvPr/>
        </p:nvSpPr>
        <p:spPr>
          <a:xfrm xmlns:a="http://schemas.openxmlformats.org/drawingml/2006/main">
            <a:off x="4810125" y="2381250"/>
            <a:ext cx="3667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Finish TODOs → rebuild + source → run 1–5.</a:t>
            </a:r>
          </a:p>
        </p:txBody>
      </p:sp>
      <p:sp>
        <p:nvSpPr>
          <p:cNvPr id="90" name="Runnable code">
            <a:extLst xmlns:a="http://schemas.openxmlformats.org/drawingml/2006/main">
              <a:ext uri="{FF2B5EF4-FFF2-40B4-BE49-F238E27FC236}">
                <a16:creationId xmlns:a16="http://schemas.microsoft.com/office/drawing/2014/main" id="{E1E2E43D-7EFA-4561-B3AE-E3D9A17DB098}"/>
              </a:ext>
            </a:extLst>
          </p:cNvPr>
          <p:cNvSpPr>
            <a:spLocks xmlns:a="http://schemas.openxmlformats.org/drawingml/2006/main" noGrp="1"/>
          </p:cNvSpPr>
          <p:nvPr/>
        </p:nvSpPr>
        <p:spPr>
          <a:xfrm xmlns:a="http://schemas.openxmlformats.org/drawingml/2006/main">
            <a:off x="4714875" y="2667000"/>
            <a:ext cx="3857625" cy="1381125"/>
          </a:xfrm>
          <a:prstGeom xmlns:a="http://schemas.openxmlformats.org/drawingml/2006/main" prst="roundRect">
            <a:avLst>
              <a:gd name="adj" fmla="val 5517"/>
            </a:avLst>
          </a:prstGeom>
          <a:solidFill xmlns:a="http://schemas.openxmlformats.org/drawingml/2006/main">
            <a:srgbClr val="F3F7FA"/>
          </a:solidFill>
          <a:ln xmlns:a="http://schemas.openxmlformats.org/drawingml/2006/main" w="11430">
            <a:solidFill>
              <a:srgbClr val="C8D7E1"/>
            </a:solidFill>
            <a:prstDash val="solid"/>
          </a:ln>
        </p:spPr>
        <p:txBody>
          <a:bodyPr xmlns:a="http://schemas.openxmlformats.org/drawingml/2006/main" wrap="square" lIns="114300" tIns="95250" rIns="114300" bIns="95250" anchor="t">
            <a:normAutofit fontScale="100000"/>
          </a:bodyPr>
          <a:lstStyle xmlns:a="http://schemas.openxmlformats.org/drawingml/2006/main"/>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 1) TERMINAL 1 — start node; leave running</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ros2 run cv_lab digit_kernel_node --ros-args \</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 -p output_dir:="$PWD/outputs"</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 2) TERMINAL 2 — show both reports; leave running</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ros2 topic echo /perception/kernel_digit_report</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 3) TERMINAL 3 — publish the slanted 7; view PNG</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ros2 topic pub --once /perception/digit_matrix \</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 std_msgs/msg/Int32MultiArray "$(cat msg/d7_slant.yaml)"</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 4) TERMINAL 3 — publish the curved 3; refresh PNG</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ros2 topic pub --once /perception/digit_matrix \</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 std_msgs/msg/Int32MultiArray "$(cat msg/d3_curve.yaml)"</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 5) FINISH — Ctrl+C in Terminals 2 and 1</a:t>
            </a:r>
          </a:p>
        </p:txBody>
      </p:sp>
      <p:sp>
        <p:nvSpPr>
          <p:cNvPr id="91" name="Reports: slanted 7→1, then curved 3→3 • Each run replaces outputs/kernel_digit.png">
            <a:extLst xmlns:a="http://schemas.openxmlformats.org/drawingml/2006/main">
              <a:ext uri="{FF2B5EF4-FFF2-40B4-BE49-F238E27FC236}">
                <a16:creationId xmlns:a16="http://schemas.microsoft.com/office/drawing/2014/main" id="{BC8239D6-0173-4062-8BE2-31F21162E373}"/>
              </a:ext>
            </a:extLst>
          </p:cNvPr>
          <p:cNvSpPr>
            <a:spLocks xmlns:a="http://schemas.openxmlformats.org/drawingml/2006/main" noGrp="1"/>
          </p:cNvSpPr>
          <p:nvPr/>
        </p:nvSpPr>
        <p:spPr>
          <a:xfrm xmlns:a="http://schemas.openxmlformats.org/drawingml/2006/main">
            <a:off x="762000" y="4219575"/>
            <a:ext cx="7620000" cy="476250"/>
          </a:xfrm>
          <a:prstGeom xmlns:a="http://schemas.openxmlformats.org/drawingml/2006/main" prst="roundRect">
            <a:avLst>
              <a:gd name="adj" fmla="val 20000"/>
            </a:avLst>
          </a:prstGeom>
          <a:solidFill xmlns:a="http://schemas.openxmlformats.org/drawingml/2006/main">
            <a:srgbClr val="FFF7E8"/>
          </a:solidFill>
          <a:ln xmlns:a="http://schemas.openxmlformats.org/drawingml/2006/main" w="12383">
            <a:solidFill>
              <a:srgbClr val="EF8200"/>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088" b="1">
                <a:solidFill>
                  <a:srgbClr val="17324D"/>
                </a:solidFill>
                <a:latin typeface="Arial"/>
                <a:ea typeface="Arial"/>
                <a:cs typeface="Arial"/>
              </a:defRPr>
            </a:pPr>
            <a:r>
              <a:rPr sz="1088" b="1">
                <a:solidFill>
                  <a:srgbClr val="17324D"/>
                </a:solidFill>
                <a:latin typeface="Arial"/>
                <a:ea typeface="Arial"/>
                <a:cs typeface="Arial"/>
              </a:rPr>
              <a:t>Reports: slanted 7→1, then curved 3→3 • Each run replaces outputs/kernel_digit.png</a:t>
            </a:r>
          </a:p>
        </p:txBody>
      </p:sp>
    </p:spTree>
    <p:extLst>
      <p:ext uri="{BB962C8B-B14F-4D97-AF65-F5344CB8AC3E}">
        <p14:creationId xmlns:p14="http://schemas.microsoft.com/office/powerpoint/2010/main" val="62565560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83" name="Google Shape;83;g37bad65a17d_0_0">
            <a:extLst xmlns:a="http://schemas.openxmlformats.org/drawingml/2006/main">
              <a:ext uri="{FF2B5EF4-FFF2-40B4-BE49-F238E27FC236}">
                <a16:creationId xmlns:a16="http://schemas.microsoft.com/office/drawing/2014/main" id="{0CC56B34-6770-45D7-9E5A-4F0C2199F86A}"/>
              </a:ext>
            </a:extLst>
          </p:cNvPr>
          <p:cNvSpPr>
            <a:spLocks xmlns:a="http://schemas.openxmlformats.org/drawingml/2006/main" noGrp="1"/>
          </p:cNvSpPr>
          <p:nvPr>
            <p:ph type="title" idx="0"/>
          </p:nvPr>
        </p:nvSpPr>
        <p:spPr>
          <a:xfrm xmlns:a="http://schemas.openxmlformats.org/drawingml/2006/main">
            <a:off x="457200" y="528638"/>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45720" rIns="91440" bIns="4572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1400"/>
              <a:buNone/>
              <a:defRPr sz="2400" b="0">
                <a:solidFill>
                  <a:srgbClr val="00A0DF"/>
                </a:solidFill>
                <a:latin typeface="Arial"/>
                <a:ea typeface="Arial"/>
                <a:cs typeface="Arial"/>
              </a:defRPr>
            </a:pPr>
            <a:r>
              <a:rPr sz="2400" b="0">
                <a:solidFill>
                  <a:srgbClr val="00A0DF"/>
                </a:solidFill>
                <a:latin typeface="Arial"/>
                <a:ea typeface="Arial"/>
                <a:cs typeface="Arial"/>
              </a:rPr>
              <a:t>But handwriting contains diagonal and curved strokes</a:t>
            </a:r>
            <a:endParaRPr/>
          </a:p>
        </p:txBody>
      </p:sp>
      <p:sp>
        <p:nvSpPr>
          <p:cNvPr id="85" name="Google Shape;85;g37bad65a17d_0_0">
            <a:extLst xmlns:a="http://schemas.openxmlformats.org/drawingml/2006/main">
              <a:ext uri="{FF2B5EF4-FFF2-40B4-BE49-F238E27FC236}">
                <a16:creationId xmlns:a16="http://schemas.microsoft.com/office/drawing/2014/main" id="{31B1C2C2-F77F-4032-9D0A-FF56401D76B3}"/>
              </a:ext>
            </a:extLst>
          </p:cNvPr>
          <p:cNvSpPr>
            <a:spLocks xmlns:a="http://schemas.openxmlformats.org/drawingml/2006/main" noGrp="1"/>
          </p:cNvSpPr>
          <p:nvPr>
            <p:ph type="sldNum" idx="12"/>
          </p:nvPr>
        </p:nvSpPr>
        <p:spPr>
          <a:xfrm xmlns:a="http://schemas.openxmlformats.org/drawingml/2006/main">
            <a:off x="3505200" y="4767263"/>
            <a:ext cx="2133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Clr>
                <a:srgbClr val="000000"/>
              </a:buClr>
              <a:buSzPts val="1200"/>
              <a:buFont typeface="Arial"/>
              <a:buNone/>
              <a:defRPr sz="1200">
                <a:solidFill>
                  <a:srgbClr val="00539F"/>
                </a:solidFill>
                <a:latin typeface="Arial"/>
                <a:ea typeface="Arial"/>
                <a:cs typeface="Arial"/>
              </a:defRPr>
            </a:pPr>
            <a:fld id="{0BB18BA8-60F4-C50D-CD9B-1BB87D3E8506}" type="slidenum">
              <a:rPr sz="1200">
                <a:solidFill>
                  <a:srgbClr val="00539F"/>
                </a:solidFill>
                <a:latin typeface="Arial"/>
                <a:ea typeface="Arial"/>
                <a:cs typeface="Arial"/>
              </a:rPr>
              <a:t>22</a:t>
            </a:fld>
            <a:endParaRPr/>
          </a:p>
        </p:txBody>
      </p:sp>
      <p:sp>
        <p:nvSpPr>
          <p:cNvPr id="86" name="Section tag">
            <a:extLst xmlns:a="http://schemas.openxmlformats.org/drawingml/2006/main">
              <a:ext uri="{FF2B5EF4-FFF2-40B4-BE49-F238E27FC236}">
                <a16:creationId xmlns:a16="http://schemas.microsoft.com/office/drawing/2014/main" id="{3963C3C8-E898-4BCB-95C9-AD61D5D0DADA}"/>
              </a:ext>
            </a:extLst>
          </p:cNvPr>
          <p:cNvSpPr>
            <a:spLocks xmlns:a="http://schemas.openxmlformats.org/drawingml/2006/main" noGrp="1"/>
          </p:cNvSpPr>
          <p:nvPr/>
        </p:nvSpPr>
        <p:spPr>
          <a:xfrm xmlns:a="http://schemas.openxmlformats.org/drawingml/2006/main">
            <a:off x="619125" y="1304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61328"/>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WHY BASIC KERNELS ARE NOT ENOUGH</a:t>
            </a:r>
          </a:p>
        </p:txBody>
      </p:sp>
      <p:sp>
        <p:nvSpPr>
          <p:cNvPr id="87" name="diagonal-stroke-0">
            <a:extLst xmlns:a="http://schemas.openxmlformats.org/drawingml/2006/main">
              <a:ext uri="{FF2B5EF4-FFF2-40B4-BE49-F238E27FC236}">
                <a16:creationId xmlns:a16="http://schemas.microsoft.com/office/drawing/2014/main" id="{224F4D80-4185-4CE4-8C4A-DE7CBE850CE0}"/>
              </a:ext>
            </a:extLst>
          </p:cNvPr>
          <p:cNvSpPr>
            <a:spLocks xmlns:a="http://schemas.openxmlformats.org/drawingml/2006/main" noGrp="1"/>
          </p:cNvSpPr>
          <p:nvPr/>
        </p:nvSpPr>
        <p:spPr>
          <a:xfrm xmlns:a="http://schemas.openxmlformats.org/drawingml/2006/main" flipH="0" flipV="1">
            <a:off x="1000125" y="3000375"/>
            <a:ext cx="666750" cy="714375"/>
          </a:xfrm>
          <a:prstGeom xmlns:a="http://schemas.openxmlformats.org/drawingml/2006/main" prst="line">
            <a:avLst/>
          </a:prstGeom>
          <a:noFill xmlns:a="http://schemas.openxmlformats.org/drawingml/2006/main"/>
          <a:ln xmlns:a="http://schemas.openxmlformats.org/drawingml/2006/main" w="95250">
            <a:solidFill>
              <a:srgbClr val="00539F"/>
            </a:solidFill>
            <a:prstDash val="solid"/>
          </a:ln>
        </p:spPr>
      </p:sp>
      <p:sp>
        <p:nvSpPr>
          <p:cNvPr id="88" name="diagonal-stroke-1">
            <a:extLst xmlns:a="http://schemas.openxmlformats.org/drawingml/2006/main">
              <a:ext uri="{FF2B5EF4-FFF2-40B4-BE49-F238E27FC236}">
                <a16:creationId xmlns:a16="http://schemas.microsoft.com/office/drawing/2014/main" id="{BC51FE51-A646-4C98-AF43-0BC089D24632}"/>
              </a:ext>
            </a:extLst>
          </p:cNvPr>
          <p:cNvSpPr>
            <a:spLocks xmlns:a="http://schemas.openxmlformats.org/drawingml/2006/main" noGrp="1"/>
          </p:cNvSpPr>
          <p:nvPr/>
        </p:nvSpPr>
        <p:spPr>
          <a:xfrm xmlns:a="http://schemas.openxmlformats.org/drawingml/2006/main" flipH="0" flipV="1">
            <a:off x="1666875" y="2381250"/>
            <a:ext cx="666750" cy="619125"/>
          </a:xfrm>
          <a:prstGeom xmlns:a="http://schemas.openxmlformats.org/drawingml/2006/main" prst="line">
            <a:avLst/>
          </a:prstGeom>
          <a:noFill xmlns:a="http://schemas.openxmlformats.org/drawingml/2006/main"/>
          <a:ln xmlns:a="http://schemas.openxmlformats.org/drawingml/2006/main" w="95250">
            <a:solidFill>
              <a:srgbClr val="00539F"/>
            </a:solidFill>
            <a:prstDash val="solid"/>
          </a:ln>
        </p:spPr>
      </p:sp>
      <p:sp>
        <p:nvSpPr>
          <p:cNvPr id="89" name="diagonal-stroke-2">
            <a:extLst xmlns:a="http://schemas.openxmlformats.org/drawingml/2006/main">
              <a:ext uri="{FF2B5EF4-FFF2-40B4-BE49-F238E27FC236}">
                <a16:creationId xmlns:a16="http://schemas.microsoft.com/office/drawing/2014/main" id="{ABC674AF-5917-4BA5-9B53-5A8AC9CDF5D4}"/>
              </a:ext>
            </a:extLst>
          </p:cNvPr>
          <p:cNvSpPr>
            <a:spLocks xmlns:a="http://schemas.openxmlformats.org/drawingml/2006/main" noGrp="1"/>
          </p:cNvSpPr>
          <p:nvPr/>
        </p:nvSpPr>
        <p:spPr>
          <a:xfrm xmlns:a="http://schemas.openxmlformats.org/drawingml/2006/main" flipH="0" flipV="1">
            <a:off x="2333625" y="1809750"/>
            <a:ext cx="714375" cy="571500"/>
          </a:xfrm>
          <a:prstGeom xmlns:a="http://schemas.openxmlformats.org/drawingml/2006/main" prst="line">
            <a:avLst/>
          </a:prstGeom>
          <a:noFill xmlns:a="http://schemas.openxmlformats.org/drawingml/2006/main"/>
          <a:ln xmlns:a="http://schemas.openxmlformats.org/drawingml/2006/main" w="95250">
            <a:solidFill>
              <a:srgbClr val="00539F"/>
            </a:solidFill>
            <a:prstDash val="solid"/>
          </a:ln>
        </p:spPr>
      </p:sp>
      <p:sp>
        <p:nvSpPr>
          <p:cNvPr id="90" name="curved-stroke-0">
            <a:extLst xmlns:a="http://schemas.openxmlformats.org/drawingml/2006/main">
              <a:ext uri="{FF2B5EF4-FFF2-40B4-BE49-F238E27FC236}">
                <a16:creationId xmlns:a16="http://schemas.microsoft.com/office/drawing/2014/main" id="{D61B50A4-DF11-457D-B957-C2CCE9692BB9}"/>
              </a:ext>
            </a:extLst>
          </p:cNvPr>
          <p:cNvSpPr>
            <a:spLocks xmlns:a="http://schemas.openxmlformats.org/drawingml/2006/main" noGrp="1"/>
          </p:cNvSpPr>
          <p:nvPr/>
        </p:nvSpPr>
        <p:spPr>
          <a:xfrm xmlns:a="http://schemas.openxmlformats.org/drawingml/2006/main" flipH="0" flipV="0">
            <a:off x="5334000" y="1857375"/>
            <a:ext cx="571500" cy="95250"/>
          </a:xfrm>
          <a:prstGeom xmlns:a="http://schemas.openxmlformats.org/drawingml/2006/main" prst="line">
            <a:avLst/>
          </a:prstGeom>
          <a:noFill xmlns:a="http://schemas.openxmlformats.org/drawingml/2006/main"/>
          <a:ln xmlns:a="http://schemas.openxmlformats.org/drawingml/2006/main" w="95250">
            <a:solidFill>
              <a:srgbClr val="EF8200"/>
            </a:solidFill>
            <a:prstDash val="solid"/>
          </a:ln>
        </p:spPr>
      </p:sp>
      <p:sp>
        <p:nvSpPr>
          <p:cNvPr id="91" name="curved-stroke-1">
            <a:extLst xmlns:a="http://schemas.openxmlformats.org/drawingml/2006/main">
              <a:ext uri="{FF2B5EF4-FFF2-40B4-BE49-F238E27FC236}">
                <a16:creationId xmlns:a16="http://schemas.microsoft.com/office/drawing/2014/main" id="{D7E25F1F-BD18-41E8-B88F-75B862B49805}"/>
              </a:ext>
            </a:extLst>
          </p:cNvPr>
          <p:cNvSpPr>
            <a:spLocks xmlns:a="http://schemas.openxmlformats.org/drawingml/2006/main" noGrp="1"/>
          </p:cNvSpPr>
          <p:nvPr/>
        </p:nvSpPr>
        <p:spPr>
          <a:xfrm xmlns:a="http://schemas.openxmlformats.org/drawingml/2006/main" flipH="0" flipV="0">
            <a:off x="5905500" y="1952625"/>
            <a:ext cx="619125" cy="428625"/>
          </a:xfrm>
          <a:prstGeom xmlns:a="http://schemas.openxmlformats.org/drawingml/2006/main" prst="line">
            <a:avLst/>
          </a:prstGeom>
          <a:noFill xmlns:a="http://schemas.openxmlformats.org/drawingml/2006/main"/>
          <a:ln xmlns:a="http://schemas.openxmlformats.org/drawingml/2006/main" w="95250">
            <a:solidFill>
              <a:srgbClr val="EF8200"/>
            </a:solidFill>
            <a:prstDash val="solid"/>
          </a:ln>
        </p:spPr>
      </p:sp>
      <p:sp>
        <p:nvSpPr>
          <p:cNvPr id="92" name="curved-stroke-2">
            <a:extLst xmlns:a="http://schemas.openxmlformats.org/drawingml/2006/main">
              <a:ext uri="{FF2B5EF4-FFF2-40B4-BE49-F238E27FC236}">
                <a16:creationId xmlns:a16="http://schemas.microsoft.com/office/drawing/2014/main" id="{74009C66-1278-44A4-933B-717080DC6E58}"/>
              </a:ext>
            </a:extLst>
          </p:cNvPr>
          <p:cNvSpPr>
            <a:spLocks xmlns:a="http://schemas.openxmlformats.org/drawingml/2006/main" noGrp="1"/>
          </p:cNvSpPr>
          <p:nvPr/>
        </p:nvSpPr>
        <p:spPr>
          <a:xfrm xmlns:a="http://schemas.openxmlformats.org/drawingml/2006/main" flipH="0" flipV="0">
            <a:off x="6524625" y="2381250"/>
            <a:ext cx="238125" cy="666750"/>
          </a:xfrm>
          <a:prstGeom xmlns:a="http://schemas.openxmlformats.org/drawingml/2006/main" prst="line">
            <a:avLst/>
          </a:prstGeom>
          <a:noFill xmlns:a="http://schemas.openxmlformats.org/drawingml/2006/main"/>
          <a:ln xmlns:a="http://schemas.openxmlformats.org/drawingml/2006/main" w="95250">
            <a:solidFill>
              <a:srgbClr val="EF8200"/>
            </a:solidFill>
            <a:prstDash val="solid"/>
          </a:ln>
        </p:spPr>
      </p:sp>
      <p:sp>
        <p:nvSpPr>
          <p:cNvPr id="93" name="curved-stroke-3">
            <a:extLst xmlns:a="http://schemas.openxmlformats.org/drawingml/2006/main">
              <a:ext uri="{FF2B5EF4-FFF2-40B4-BE49-F238E27FC236}">
                <a16:creationId xmlns:a16="http://schemas.microsoft.com/office/drawing/2014/main" id="{A6A32C5D-7BA9-4642-9636-C36521DA0881}"/>
              </a:ext>
            </a:extLst>
          </p:cNvPr>
          <p:cNvSpPr>
            <a:spLocks xmlns:a="http://schemas.openxmlformats.org/drawingml/2006/main" noGrp="1"/>
          </p:cNvSpPr>
          <p:nvPr/>
        </p:nvSpPr>
        <p:spPr>
          <a:xfrm xmlns:a="http://schemas.openxmlformats.org/drawingml/2006/main" flipH="1" flipV="0">
            <a:off x="6477000" y="3048000"/>
            <a:ext cx="285750" cy="666750"/>
          </a:xfrm>
          <a:prstGeom xmlns:a="http://schemas.openxmlformats.org/drawingml/2006/main" prst="line">
            <a:avLst/>
          </a:prstGeom>
          <a:noFill xmlns:a="http://schemas.openxmlformats.org/drawingml/2006/main"/>
          <a:ln xmlns:a="http://schemas.openxmlformats.org/drawingml/2006/main" w="95250">
            <a:solidFill>
              <a:srgbClr val="EF8200"/>
            </a:solidFill>
            <a:prstDash val="solid"/>
          </a:ln>
        </p:spPr>
      </p:sp>
      <p:sp>
        <p:nvSpPr>
          <p:cNvPr id="94" name="curved-stroke-4">
            <a:extLst xmlns:a="http://schemas.openxmlformats.org/drawingml/2006/main">
              <a:ext uri="{FF2B5EF4-FFF2-40B4-BE49-F238E27FC236}">
                <a16:creationId xmlns:a16="http://schemas.microsoft.com/office/drawing/2014/main" id="{8A8198B0-C352-445F-BB74-C7F3C989D860}"/>
              </a:ext>
            </a:extLst>
          </p:cNvPr>
          <p:cNvSpPr>
            <a:spLocks xmlns:a="http://schemas.openxmlformats.org/drawingml/2006/main" noGrp="1"/>
          </p:cNvSpPr>
          <p:nvPr/>
        </p:nvSpPr>
        <p:spPr>
          <a:xfrm xmlns:a="http://schemas.openxmlformats.org/drawingml/2006/main" flipH="1" flipV="0">
            <a:off x="5857875" y="3714750"/>
            <a:ext cx="619125" cy="238125"/>
          </a:xfrm>
          <a:prstGeom xmlns:a="http://schemas.openxmlformats.org/drawingml/2006/main" prst="line">
            <a:avLst/>
          </a:prstGeom>
          <a:noFill xmlns:a="http://schemas.openxmlformats.org/drawingml/2006/main"/>
          <a:ln xmlns:a="http://schemas.openxmlformats.org/drawingml/2006/main" w="95250">
            <a:solidFill>
              <a:srgbClr val="EF8200"/>
            </a:solidFill>
            <a:prstDash val="solid"/>
          </a:ln>
        </p:spPr>
      </p:sp>
      <p:sp>
        <p:nvSpPr>
          <p:cNvPr id="95" name="curved-stroke-5">
            <a:extLst xmlns:a="http://schemas.openxmlformats.org/drawingml/2006/main">
              <a:ext uri="{FF2B5EF4-FFF2-40B4-BE49-F238E27FC236}">
                <a16:creationId xmlns:a16="http://schemas.microsoft.com/office/drawing/2014/main" id="{7ABBFBFA-212D-4937-B9BE-9FF7CFB2E2F0}"/>
              </a:ext>
            </a:extLst>
          </p:cNvPr>
          <p:cNvSpPr>
            <a:spLocks xmlns:a="http://schemas.openxmlformats.org/drawingml/2006/main" noGrp="1"/>
          </p:cNvSpPr>
          <p:nvPr/>
        </p:nvSpPr>
        <p:spPr>
          <a:xfrm xmlns:a="http://schemas.openxmlformats.org/drawingml/2006/main" flipH="1" flipV="1">
            <a:off x="5286375" y="3733800"/>
            <a:ext cx="571500" cy="219075"/>
          </a:xfrm>
          <a:prstGeom xmlns:a="http://schemas.openxmlformats.org/drawingml/2006/main" prst="line">
            <a:avLst/>
          </a:prstGeom>
          <a:noFill xmlns:a="http://schemas.openxmlformats.org/drawingml/2006/main"/>
          <a:ln xmlns:a="http://schemas.openxmlformats.org/drawingml/2006/main" w="95250">
            <a:solidFill>
              <a:srgbClr val="EF8200"/>
            </a:solidFill>
            <a:prstDash val="solid"/>
          </a:ln>
        </p:spPr>
      </p:sp>
      <p:sp>
        <p:nvSpPr>
          <p:cNvPr id="96" name="Only two directions">
            <a:extLst xmlns:a="http://schemas.openxmlformats.org/drawingml/2006/main">
              <a:ext uri="{FF2B5EF4-FFF2-40B4-BE49-F238E27FC236}">
                <a16:creationId xmlns:a16="http://schemas.microsoft.com/office/drawing/2014/main" id="{EA5A4B3E-BA22-45A5-B9D3-43A184ADCE23}"/>
              </a:ext>
            </a:extLst>
          </p:cNvPr>
          <p:cNvSpPr>
            <a:spLocks xmlns:a="http://schemas.openxmlformats.org/drawingml/2006/main" noGrp="1"/>
          </p:cNvSpPr>
          <p:nvPr/>
        </p:nvSpPr>
        <p:spPr>
          <a:xfrm xmlns:a="http://schemas.openxmlformats.org/drawingml/2006/main">
            <a:off x="714375" y="1666875"/>
            <a:ext cx="2667000" cy="523875"/>
          </a:xfrm>
          <a:prstGeom xmlns:a="http://schemas.openxmlformats.org/drawingml/2006/main" prst="roundRect">
            <a:avLst>
              <a:gd name="adj" fmla="val 18182"/>
            </a:avLst>
          </a:prstGeom>
          <a:solidFill xmlns:a="http://schemas.openxmlformats.org/drawingml/2006/main">
            <a:srgbClr val="EAF4FA"/>
          </a:solidFill>
          <a:ln xmlns:a="http://schemas.openxmlformats.org/drawingml/2006/main" w="12383">
            <a:solidFill>
              <a:srgbClr val="00A0DF"/>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725" b="1">
                <a:solidFill>
                  <a:srgbClr val="00539F"/>
                </a:solidFill>
                <a:latin typeface="Arial"/>
                <a:ea typeface="Arial"/>
                <a:cs typeface="Arial"/>
              </a:defRPr>
            </a:pPr>
            <a:r>
              <a:rPr sz="1725" b="1">
                <a:solidFill>
                  <a:srgbClr val="00539F"/>
                </a:solidFill>
                <a:latin typeface="Arial"/>
                <a:ea typeface="Arial"/>
                <a:cs typeface="Arial"/>
              </a:rPr>
              <a:t>Only two directions</a:t>
            </a:r>
          </a:p>
        </p:txBody>
      </p:sp>
      <p:sp>
        <p:nvSpPr>
          <p:cNvPr id="97" name="Many possible directions">
            <a:extLst xmlns:a="http://schemas.openxmlformats.org/drawingml/2006/main">
              <a:ext uri="{FF2B5EF4-FFF2-40B4-BE49-F238E27FC236}">
                <a16:creationId xmlns:a16="http://schemas.microsoft.com/office/drawing/2014/main" id="{B3BE67A8-8A42-4C89-B365-78CE11CA629A}"/>
              </a:ext>
            </a:extLst>
          </p:cNvPr>
          <p:cNvSpPr>
            <a:spLocks xmlns:a="http://schemas.openxmlformats.org/drawingml/2006/main" noGrp="1"/>
          </p:cNvSpPr>
          <p:nvPr/>
        </p:nvSpPr>
        <p:spPr>
          <a:xfrm xmlns:a="http://schemas.openxmlformats.org/drawingml/2006/main">
            <a:off x="5048250" y="1666875"/>
            <a:ext cx="2762250" cy="523875"/>
          </a:xfrm>
          <a:prstGeom xmlns:a="http://schemas.openxmlformats.org/drawingml/2006/main" prst="roundRect">
            <a:avLst>
              <a:gd name="adj" fmla="val 18182"/>
            </a:avLst>
          </a:prstGeom>
          <a:solidFill xmlns:a="http://schemas.openxmlformats.org/drawingml/2006/main">
            <a:srgbClr val="FFF7E8"/>
          </a:solidFill>
          <a:ln xmlns:a="http://schemas.openxmlformats.org/drawingml/2006/main" w="12383">
            <a:solidFill>
              <a:srgbClr val="EF8200"/>
            </a:solidFill>
            <a:prstDash val="solid"/>
          </a:ln>
        </p:spPr>
        <p:txBody>
          <a:bodyPr xmlns:a="http://schemas.openxmlformats.org/drawingml/2006/main" wrap="square" lIns="66675" tIns="57150" rIns="66675" bIns="57150" anchor="ctr">
            <a:normAutofit fontScale="98372"/>
          </a:bodyPr>
          <a:lstStyle xmlns:a="http://schemas.openxmlformats.org/drawingml/2006/main"/>
          <a:p xmlns:a="http://schemas.openxmlformats.org/drawingml/2006/main">
            <a:pPr algn="ctr">
              <a:defRPr sz="1725" b="1">
                <a:solidFill>
                  <a:srgbClr val="EF8200"/>
                </a:solidFill>
                <a:latin typeface="Arial"/>
                <a:ea typeface="Arial"/>
                <a:cs typeface="Arial"/>
              </a:defRPr>
            </a:pPr>
            <a:r>
              <a:rPr sz="1725" b="1">
                <a:solidFill>
                  <a:srgbClr val="EF8200"/>
                </a:solidFill>
                <a:latin typeface="Arial"/>
                <a:ea typeface="Arial"/>
                <a:cs typeface="Arial"/>
              </a:rPr>
              <a:t>Many possible directions</a:t>
            </a:r>
          </a:p>
        </p:txBody>
      </p:sp>
      <p:sp>
        <p:nvSpPr>
          <p:cNvPr id="98" name="Sobel measures any direction; Canny thins supported edges; Hough groups straight pieces.">
            <a:extLst xmlns:a="http://schemas.openxmlformats.org/drawingml/2006/main">
              <a:ext uri="{FF2B5EF4-FFF2-40B4-BE49-F238E27FC236}">
                <a16:creationId xmlns:a16="http://schemas.microsoft.com/office/drawing/2014/main" id="{7C1D4A1E-3A6A-41D9-A313-7671B7DC18B0}"/>
              </a:ext>
            </a:extLst>
          </p:cNvPr>
          <p:cNvSpPr>
            <a:spLocks xmlns:a="http://schemas.openxmlformats.org/drawingml/2006/main" noGrp="1"/>
          </p:cNvSpPr>
          <p:nvPr/>
        </p:nvSpPr>
        <p:spPr>
          <a:xfrm xmlns:a="http://schemas.openxmlformats.org/drawingml/2006/main">
            <a:off x="1000125" y="4324350"/>
            <a:ext cx="7143750" cy="381000"/>
          </a:xfrm>
          <a:prstGeom xmlns:a="http://schemas.openxmlformats.org/drawingml/2006/main" prst="roundRect">
            <a:avLst>
              <a:gd name="adj" fmla="val 25000"/>
            </a:avLst>
          </a:prstGeom>
          <a:solidFill xmlns:a="http://schemas.openxmlformats.org/drawingml/2006/main">
            <a:srgbClr val="EAF4FA"/>
          </a:solidFill>
          <a:ln xmlns:a="http://schemas.openxmlformats.org/drawingml/2006/main" w="12383">
            <a:solidFill>
              <a:srgbClr val="AF1E2D"/>
            </a:solidFill>
            <a:prstDash val="solid"/>
          </a:ln>
        </p:spPr>
        <p:txBody>
          <a:bodyPr xmlns:a="http://schemas.openxmlformats.org/drawingml/2006/main" wrap="square" lIns="66675" tIns="57150" rIns="66675" bIns="57150" anchor="ctr">
            <a:normAutofit fontScale="92447"/>
          </a:bodyPr>
          <a:lstStyle xmlns:a="http://schemas.openxmlformats.org/drawingml/2006/main"/>
          <a:p xmlns:a="http://schemas.openxmlformats.org/drawingml/2006/main">
            <a:pPr algn="ctr">
              <a:defRPr sz="1350" b="1">
                <a:solidFill>
                  <a:srgbClr val="AF1E2D"/>
                </a:solidFill>
                <a:latin typeface="Arial"/>
                <a:ea typeface="Arial"/>
                <a:cs typeface="Arial"/>
              </a:defRPr>
            </a:pPr>
            <a:r>
              <a:rPr sz="1350" b="1">
                <a:solidFill>
                  <a:srgbClr val="AF1E2D"/>
                </a:solidFill>
                <a:latin typeface="Arial"/>
                <a:ea typeface="Arial"/>
                <a:cs typeface="Arial"/>
              </a:rPr>
              <a:t>Sobel measures any direction; Canny thins supported edges; Hough groups straight pieces.</a:t>
            </a:r>
          </a:p>
        </p:txBody>
      </p:sp>
    </p:spTree>
    <p:extLst>
      <p:ext uri="{BB962C8B-B14F-4D97-AF65-F5344CB8AC3E}">
        <p14:creationId xmlns:p14="http://schemas.microsoft.com/office/powerpoint/2010/main" val="625655601"/>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83" name="Google Shape;83;g37bad65a17d_0_0">
            <a:extLst xmlns:a="http://schemas.openxmlformats.org/drawingml/2006/main">
              <a:ext uri="{FF2B5EF4-FFF2-40B4-BE49-F238E27FC236}">
                <a16:creationId xmlns:a16="http://schemas.microsoft.com/office/drawing/2014/main" id="{0CC56B34-6770-45D7-9E5A-4F0C2199F86A}"/>
              </a:ext>
            </a:extLst>
          </p:cNvPr>
          <p:cNvSpPr>
            <a:spLocks xmlns:a="http://schemas.openxmlformats.org/drawingml/2006/main" noGrp="1"/>
          </p:cNvSpPr>
          <p:nvPr>
            <p:ph type="title" idx="0"/>
          </p:nvPr>
        </p:nvSpPr>
        <p:spPr>
          <a:xfrm xmlns:a="http://schemas.openxmlformats.org/drawingml/2006/main">
            <a:off x="457200" y="528638"/>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45720" rIns="91440" bIns="4572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1400"/>
              <a:buNone/>
              <a:defRPr sz="2475" b="0">
                <a:solidFill>
                  <a:srgbClr val="00A0DF"/>
                </a:solidFill>
                <a:latin typeface="Arial"/>
                <a:ea typeface="Arial"/>
                <a:cs typeface="Arial"/>
              </a:defRPr>
            </a:pPr>
            <a:r>
              <a:rPr sz="2475" b="0">
                <a:solidFill>
                  <a:srgbClr val="00A0DF"/>
                </a:solidFill>
                <a:latin typeface="Arial"/>
                <a:ea typeface="Arial"/>
                <a:cs typeface="Arial"/>
              </a:rPr>
              <a:t>Sobel combines left-right and top-bottom change</a:t>
            </a:r>
            <a:endParaRPr/>
          </a:p>
        </p:txBody>
      </p:sp>
      <p:sp>
        <p:nvSpPr>
          <p:cNvPr id="85" name="Google Shape;85;g37bad65a17d_0_0">
            <a:extLst xmlns:a="http://schemas.openxmlformats.org/drawingml/2006/main">
              <a:ext uri="{FF2B5EF4-FFF2-40B4-BE49-F238E27FC236}">
                <a16:creationId xmlns:a16="http://schemas.microsoft.com/office/drawing/2014/main" id="{31B1C2C2-F77F-4032-9D0A-FF56401D76B3}"/>
              </a:ext>
            </a:extLst>
          </p:cNvPr>
          <p:cNvSpPr>
            <a:spLocks xmlns:a="http://schemas.openxmlformats.org/drawingml/2006/main" noGrp="1"/>
          </p:cNvSpPr>
          <p:nvPr>
            <p:ph type="sldNum" idx="12"/>
          </p:nvPr>
        </p:nvSpPr>
        <p:spPr>
          <a:xfrm xmlns:a="http://schemas.openxmlformats.org/drawingml/2006/main">
            <a:off x="3505200" y="4767263"/>
            <a:ext cx="2133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Clr>
                <a:srgbClr val="000000"/>
              </a:buClr>
              <a:buSzPts val="1200"/>
              <a:buFont typeface="Arial"/>
              <a:buNone/>
              <a:defRPr sz="1200">
                <a:solidFill>
                  <a:srgbClr val="00539F"/>
                </a:solidFill>
                <a:latin typeface="Arial"/>
                <a:ea typeface="Arial"/>
                <a:cs typeface="Arial"/>
              </a:defRPr>
            </a:pPr>
            <a:fld id="{A4E99CEF-AF55-BA3C-ADF8-4E52E186DD8F}" type="slidenum">
              <a:rPr sz="1200">
                <a:solidFill>
                  <a:srgbClr val="00539F"/>
                </a:solidFill>
                <a:latin typeface="Arial"/>
                <a:ea typeface="Arial"/>
                <a:cs typeface="Arial"/>
              </a:rPr>
              <a:t>23</a:t>
            </a:fld>
            <a:endParaRPr/>
          </a:p>
        </p:txBody>
      </p:sp>
      <p:sp>
        <p:nvSpPr>
          <p:cNvPr id="86" name="Section tag">
            <a:extLst xmlns:a="http://schemas.openxmlformats.org/drawingml/2006/main">
              <a:ext uri="{FF2B5EF4-FFF2-40B4-BE49-F238E27FC236}">
                <a16:creationId xmlns:a16="http://schemas.microsoft.com/office/drawing/2014/main" id="{7B10C685-2416-47F8-9B92-C209C99398E0}"/>
              </a:ext>
            </a:extLst>
          </p:cNvPr>
          <p:cNvSpPr>
            <a:spLocks xmlns:a="http://schemas.openxmlformats.org/drawingml/2006/main" noGrp="1"/>
          </p:cNvSpPr>
          <p:nvPr/>
        </p:nvSpPr>
        <p:spPr>
          <a:xfrm xmlns:a="http://schemas.openxmlformats.org/drawingml/2006/main">
            <a:off x="619125" y="1304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SOBEL</a:t>
            </a:r>
          </a:p>
        </p:txBody>
      </p:sp>
      <p:sp>
        <p:nvSpPr>
          <p:cNvPr id="87" name="Gx">
            <a:extLst xmlns:a="http://schemas.openxmlformats.org/drawingml/2006/main">
              <a:ext uri="{FF2B5EF4-FFF2-40B4-BE49-F238E27FC236}">
                <a16:creationId xmlns:a16="http://schemas.microsoft.com/office/drawing/2014/main" id="{02069802-BCE9-4425-97DE-601348B7755A}"/>
              </a:ext>
            </a:extLst>
          </p:cNvPr>
          <p:cNvSpPr>
            <a:spLocks xmlns:a="http://schemas.openxmlformats.org/drawingml/2006/main" noGrp="1"/>
          </p:cNvSpPr>
          <p:nvPr/>
        </p:nvSpPr>
        <p:spPr>
          <a:xfrm xmlns:a="http://schemas.openxmlformats.org/drawingml/2006/main">
            <a:off x="571500" y="1790700"/>
            <a:ext cx="1871663" cy="438150"/>
          </a:xfrm>
          <a:prstGeom xmlns:a="http://schemas.openxmlformats.org/drawingml/2006/main" prst="roundRect">
            <a:avLst>
              <a:gd name="adj" fmla="val 21739"/>
            </a:avLst>
          </a:prstGeom>
          <a:solidFill xmlns:a="http://schemas.openxmlformats.org/drawingml/2006/main">
            <a:srgbClr val="EAF4FA"/>
          </a:solidFill>
          <a:ln xmlns:a="http://schemas.openxmlformats.org/drawingml/2006/main" w="12383">
            <a:solidFill>
              <a:srgbClr val="00A0DF"/>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1">
                <a:solidFill>
                  <a:srgbClr val="00539F"/>
                </a:solidFill>
                <a:latin typeface="Arial"/>
                <a:ea typeface="Arial"/>
                <a:cs typeface="Arial"/>
              </a:defRPr>
            </a:pPr>
            <a:r>
              <a:rPr sz="1500" b="1">
                <a:solidFill>
                  <a:srgbClr val="00539F"/>
                </a:solidFill>
                <a:latin typeface="Arial"/>
                <a:ea typeface="Arial"/>
                <a:cs typeface="Arial"/>
              </a:rPr>
              <a:t>Gx</a:t>
            </a:r>
          </a:p>
        </p:txBody>
      </p:sp>
      <p:sp>
        <p:nvSpPr>
          <p:cNvPr id="88" name="Lecture text">
            <a:extLst xmlns:a="http://schemas.openxmlformats.org/drawingml/2006/main">
              <a:ext uri="{FF2B5EF4-FFF2-40B4-BE49-F238E27FC236}">
                <a16:creationId xmlns:a16="http://schemas.microsoft.com/office/drawing/2014/main" id="{C443EB76-245A-4594-9140-539B356E4A9D}"/>
              </a:ext>
            </a:extLst>
          </p:cNvPr>
          <p:cNvSpPr>
            <a:spLocks xmlns:a="http://schemas.openxmlformats.org/drawingml/2006/main" noGrp="1"/>
          </p:cNvSpPr>
          <p:nvPr/>
        </p:nvSpPr>
        <p:spPr>
          <a:xfrm xmlns:a="http://schemas.openxmlformats.org/drawingml/2006/main">
            <a:off x="609600" y="2324100"/>
            <a:ext cx="1795463"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left-right brightness change</a:t>
            </a:r>
          </a:p>
        </p:txBody>
      </p:sp>
      <p:sp>
        <p:nvSpPr>
          <p:cNvPr id="89" name="Gy">
            <a:extLst xmlns:a="http://schemas.openxmlformats.org/drawingml/2006/main">
              <a:ext uri="{FF2B5EF4-FFF2-40B4-BE49-F238E27FC236}">
                <a16:creationId xmlns:a16="http://schemas.microsoft.com/office/drawing/2014/main" id="{107BF103-4BFA-4666-95FB-8594F6ABC33F}"/>
              </a:ext>
            </a:extLst>
          </p:cNvPr>
          <p:cNvSpPr>
            <a:spLocks xmlns:a="http://schemas.openxmlformats.org/drawingml/2006/main" noGrp="1"/>
          </p:cNvSpPr>
          <p:nvPr/>
        </p:nvSpPr>
        <p:spPr>
          <a:xfrm xmlns:a="http://schemas.openxmlformats.org/drawingml/2006/main">
            <a:off x="2614613" y="1790700"/>
            <a:ext cx="1871663" cy="438150"/>
          </a:xfrm>
          <a:prstGeom xmlns:a="http://schemas.openxmlformats.org/drawingml/2006/main" prst="roundRect">
            <a:avLst>
              <a:gd name="adj" fmla="val 21739"/>
            </a:avLst>
          </a:prstGeom>
          <a:solidFill xmlns:a="http://schemas.openxmlformats.org/drawingml/2006/main">
            <a:srgbClr val="FFF7E8"/>
          </a:solidFill>
          <a:ln xmlns:a="http://schemas.openxmlformats.org/drawingml/2006/main" w="12383">
            <a:solidFill>
              <a:srgbClr val="EF8200"/>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1">
                <a:solidFill>
                  <a:srgbClr val="00539F"/>
                </a:solidFill>
                <a:latin typeface="Arial"/>
                <a:ea typeface="Arial"/>
                <a:cs typeface="Arial"/>
              </a:defRPr>
            </a:pPr>
            <a:r>
              <a:rPr sz="1500" b="1">
                <a:solidFill>
                  <a:srgbClr val="00539F"/>
                </a:solidFill>
                <a:latin typeface="Arial"/>
                <a:ea typeface="Arial"/>
                <a:cs typeface="Arial"/>
              </a:rPr>
              <a:t>Gy</a:t>
            </a:r>
          </a:p>
        </p:txBody>
      </p:sp>
      <p:sp>
        <p:nvSpPr>
          <p:cNvPr id="90" name="Lecture text">
            <a:extLst xmlns:a="http://schemas.openxmlformats.org/drawingml/2006/main">
              <a:ext uri="{FF2B5EF4-FFF2-40B4-BE49-F238E27FC236}">
                <a16:creationId xmlns:a16="http://schemas.microsoft.com/office/drawing/2014/main" id="{3A8C452E-0750-49C0-B9D6-7C2F0D52E7C9}"/>
              </a:ext>
            </a:extLst>
          </p:cNvPr>
          <p:cNvSpPr>
            <a:spLocks xmlns:a="http://schemas.openxmlformats.org/drawingml/2006/main" noGrp="1"/>
          </p:cNvSpPr>
          <p:nvPr/>
        </p:nvSpPr>
        <p:spPr>
          <a:xfrm xmlns:a="http://schemas.openxmlformats.org/drawingml/2006/main">
            <a:off x="2652713" y="2324100"/>
            <a:ext cx="1795463"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top-bottom brightness change</a:t>
            </a:r>
          </a:p>
        </p:txBody>
      </p:sp>
      <p:sp>
        <p:nvSpPr>
          <p:cNvPr id="91" name="Magnitude">
            <a:extLst xmlns:a="http://schemas.openxmlformats.org/drawingml/2006/main">
              <a:ext uri="{FF2B5EF4-FFF2-40B4-BE49-F238E27FC236}">
                <a16:creationId xmlns:a16="http://schemas.microsoft.com/office/drawing/2014/main" id="{DD9E55A0-D1C2-450D-8D72-3747CEBC919C}"/>
              </a:ext>
            </a:extLst>
          </p:cNvPr>
          <p:cNvSpPr>
            <a:spLocks xmlns:a="http://schemas.openxmlformats.org/drawingml/2006/main" noGrp="1"/>
          </p:cNvSpPr>
          <p:nvPr/>
        </p:nvSpPr>
        <p:spPr>
          <a:xfrm xmlns:a="http://schemas.openxmlformats.org/drawingml/2006/main">
            <a:off x="4657725" y="1790700"/>
            <a:ext cx="1871663" cy="438150"/>
          </a:xfrm>
          <a:prstGeom xmlns:a="http://schemas.openxmlformats.org/drawingml/2006/main" prst="roundRect">
            <a:avLst>
              <a:gd name="adj" fmla="val 21739"/>
            </a:avLst>
          </a:prstGeom>
          <a:solidFill xmlns:a="http://schemas.openxmlformats.org/drawingml/2006/main">
            <a:srgbClr val="EEF7EA"/>
          </a:solidFill>
          <a:ln xmlns:a="http://schemas.openxmlformats.org/drawingml/2006/main" w="12383">
            <a:solidFill>
              <a:srgbClr val="5A8E22"/>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1">
                <a:solidFill>
                  <a:srgbClr val="00539F"/>
                </a:solidFill>
                <a:latin typeface="Arial"/>
                <a:ea typeface="Arial"/>
                <a:cs typeface="Arial"/>
              </a:defRPr>
            </a:pPr>
            <a:r>
              <a:rPr sz="1500" b="1">
                <a:solidFill>
                  <a:srgbClr val="00539F"/>
                </a:solidFill>
                <a:latin typeface="Arial"/>
                <a:ea typeface="Arial"/>
                <a:cs typeface="Arial"/>
              </a:rPr>
              <a:t>Magnitude</a:t>
            </a:r>
          </a:p>
        </p:txBody>
      </p:sp>
      <p:sp>
        <p:nvSpPr>
          <p:cNvPr id="92" name="Lecture text">
            <a:extLst xmlns:a="http://schemas.openxmlformats.org/drawingml/2006/main">
              <a:ext uri="{FF2B5EF4-FFF2-40B4-BE49-F238E27FC236}">
                <a16:creationId xmlns:a16="http://schemas.microsoft.com/office/drawing/2014/main" id="{7F518365-B336-4063-97CA-A3544088F6FD}"/>
              </a:ext>
            </a:extLst>
          </p:cNvPr>
          <p:cNvSpPr>
            <a:spLocks xmlns:a="http://schemas.openxmlformats.org/drawingml/2006/main" noGrp="1"/>
          </p:cNvSpPr>
          <p:nvPr/>
        </p:nvSpPr>
        <p:spPr>
          <a:xfrm xmlns:a="http://schemas.openxmlformats.org/drawingml/2006/main">
            <a:off x="4695825" y="2324100"/>
            <a:ext cx="1795463"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sqrt(Gx² + Gy²)</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edge strength</a:t>
            </a:r>
          </a:p>
        </p:txBody>
      </p:sp>
      <p:sp>
        <p:nvSpPr>
          <p:cNvPr id="93" name="Direction">
            <a:extLst xmlns:a="http://schemas.openxmlformats.org/drawingml/2006/main">
              <a:ext uri="{FF2B5EF4-FFF2-40B4-BE49-F238E27FC236}">
                <a16:creationId xmlns:a16="http://schemas.microsoft.com/office/drawing/2014/main" id="{0DA55479-AF26-428C-A753-04A317B2723F}"/>
              </a:ext>
            </a:extLst>
          </p:cNvPr>
          <p:cNvSpPr>
            <a:spLocks xmlns:a="http://schemas.openxmlformats.org/drawingml/2006/main" noGrp="1"/>
          </p:cNvSpPr>
          <p:nvPr/>
        </p:nvSpPr>
        <p:spPr>
          <a:xfrm xmlns:a="http://schemas.openxmlformats.org/drawingml/2006/main">
            <a:off x="6700838" y="1790700"/>
            <a:ext cx="1871663" cy="438150"/>
          </a:xfrm>
          <a:prstGeom xmlns:a="http://schemas.openxmlformats.org/drawingml/2006/main" prst="roundRect">
            <a:avLst>
              <a:gd name="adj" fmla="val 21739"/>
            </a:avLst>
          </a:prstGeom>
          <a:solidFill xmlns:a="http://schemas.openxmlformats.org/drawingml/2006/main">
            <a:srgbClr val="FCEAEC"/>
          </a:solidFill>
          <a:ln xmlns:a="http://schemas.openxmlformats.org/drawingml/2006/main" w="12383">
            <a:solidFill>
              <a:srgbClr val="AF1E2D"/>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1">
                <a:solidFill>
                  <a:srgbClr val="00539F"/>
                </a:solidFill>
                <a:latin typeface="Arial"/>
                <a:ea typeface="Arial"/>
                <a:cs typeface="Arial"/>
              </a:defRPr>
            </a:pPr>
            <a:r>
              <a:rPr sz="1500" b="1">
                <a:solidFill>
                  <a:srgbClr val="00539F"/>
                </a:solidFill>
                <a:latin typeface="Arial"/>
                <a:ea typeface="Arial"/>
                <a:cs typeface="Arial"/>
              </a:rPr>
              <a:t>Direction</a:t>
            </a:r>
          </a:p>
        </p:txBody>
      </p:sp>
      <p:sp>
        <p:nvSpPr>
          <p:cNvPr id="94" name="Lecture text">
            <a:extLst xmlns:a="http://schemas.openxmlformats.org/drawingml/2006/main">
              <a:ext uri="{FF2B5EF4-FFF2-40B4-BE49-F238E27FC236}">
                <a16:creationId xmlns:a16="http://schemas.microsoft.com/office/drawing/2014/main" id="{6A87C5D7-A0A2-43DB-96FB-7AB0BEA30275}"/>
              </a:ext>
            </a:extLst>
          </p:cNvPr>
          <p:cNvSpPr>
            <a:spLocks xmlns:a="http://schemas.openxmlformats.org/drawingml/2006/main" noGrp="1"/>
          </p:cNvSpPr>
          <p:nvPr/>
        </p:nvSpPr>
        <p:spPr>
          <a:xfrm xmlns:a="http://schemas.openxmlformats.org/drawingml/2006/main">
            <a:off x="6738938" y="2324100"/>
            <a:ext cx="1795463"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atan2(Gy,Gx)</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change direction</a:t>
            </a:r>
          </a:p>
        </p:txBody>
      </p:sp>
      <p:sp>
        <p:nvSpPr>
          <p:cNvPr id="95" name="A diagonal edge activates both Gx and Gy; magnitude keeps the combined strength.">
            <a:extLst xmlns:a="http://schemas.openxmlformats.org/drawingml/2006/main">
              <a:ext uri="{FF2B5EF4-FFF2-40B4-BE49-F238E27FC236}">
                <a16:creationId xmlns:a16="http://schemas.microsoft.com/office/drawing/2014/main" id="{A81EC181-4513-4979-9E50-9D569D35D020}"/>
              </a:ext>
            </a:extLst>
          </p:cNvPr>
          <p:cNvSpPr>
            <a:spLocks xmlns:a="http://schemas.openxmlformats.org/drawingml/2006/main" noGrp="1"/>
          </p:cNvSpPr>
          <p:nvPr/>
        </p:nvSpPr>
        <p:spPr>
          <a:xfrm xmlns:a="http://schemas.openxmlformats.org/drawingml/2006/main">
            <a:off x="1000125" y="4324350"/>
            <a:ext cx="7143750" cy="381000"/>
          </a:xfrm>
          <a:prstGeom xmlns:a="http://schemas.openxmlformats.org/drawingml/2006/main" prst="roundRect">
            <a:avLst>
              <a:gd name="adj" fmla="val 25000"/>
            </a:avLst>
          </a:prstGeom>
          <a:solidFill xmlns:a="http://schemas.openxmlformats.org/drawingml/2006/main">
            <a:srgbClr val="EAF4FA"/>
          </a:solidFill>
          <a:ln xmlns:a="http://schemas.openxmlformats.org/drawingml/2006/main" w="12383">
            <a:solidFill>
              <a:srgbClr val="00539F"/>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350" b="1">
                <a:solidFill>
                  <a:srgbClr val="00539F"/>
                </a:solidFill>
                <a:latin typeface="Arial"/>
                <a:ea typeface="Arial"/>
                <a:cs typeface="Arial"/>
              </a:defRPr>
            </a:pPr>
            <a:r>
              <a:rPr sz="1350" b="1">
                <a:solidFill>
                  <a:srgbClr val="00539F"/>
                </a:solidFill>
                <a:latin typeface="Arial"/>
                <a:ea typeface="Arial"/>
                <a:cs typeface="Arial"/>
              </a:rPr>
              <a:t>A diagonal edge activates both Gx and Gy; magnitude keeps the combined strength.</a:t>
            </a:r>
          </a:p>
        </p:txBody>
      </p:sp>
    </p:spTree>
    <p:extLst>
      <p:ext uri="{BB962C8B-B14F-4D97-AF65-F5344CB8AC3E}">
        <p14:creationId xmlns:p14="http://schemas.microsoft.com/office/powerpoint/2010/main" val="625655601"/>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83" name="Google Shape;83;g37bad65a17d_0_0">
            <a:extLst xmlns:a="http://schemas.openxmlformats.org/drawingml/2006/main">
              <a:ext uri="{FF2B5EF4-FFF2-40B4-BE49-F238E27FC236}">
                <a16:creationId xmlns:a16="http://schemas.microsoft.com/office/drawing/2014/main" id="{0CC56B34-6770-45D7-9E5A-4F0C2199F86A}"/>
              </a:ext>
            </a:extLst>
          </p:cNvPr>
          <p:cNvSpPr>
            <a:spLocks xmlns:a="http://schemas.openxmlformats.org/drawingml/2006/main" noGrp="1"/>
          </p:cNvSpPr>
          <p:nvPr>
            <p:ph type="title" idx="0"/>
          </p:nvPr>
        </p:nvSpPr>
        <p:spPr>
          <a:xfrm xmlns:a="http://schemas.openxmlformats.org/drawingml/2006/main">
            <a:off x="457200" y="528638"/>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45720" rIns="91440" bIns="4572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1400"/>
              <a:buNone/>
              <a:defRPr sz="2325" b="0">
                <a:solidFill>
                  <a:srgbClr val="00A0DF"/>
                </a:solidFill>
                <a:latin typeface="Arial"/>
                <a:ea typeface="Arial"/>
                <a:cs typeface="Arial"/>
              </a:defRPr>
            </a:pPr>
            <a:r>
              <a:rPr sz="2325" b="0">
                <a:solidFill>
                  <a:srgbClr val="00A0DF"/>
                </a:solidFill>
                <a:latin typeface="Arial"/>
                <a:ea typeface="Arial"/>
                <a:cs typeface="Arial"/>
              </a:rPr>
              <a:t>Canny turns many noisy responses into thin connected edges</a:t>
            </a:r>
            <a:endParaRPr/>
          </a:p>
        </p:txBody>
      </p:sp>
      <p:sp>
        <p:nvSpPr>
          <p:cNvPr id="85" name="Google Shape;85;g37bad65a17d_0_0">
            <a:extLst xmlns:a="http://schemas.openxmlformats.org/drawingml/2006/main">
              <a:ext uri="{FF2B5EF4-FFF2-40B4-BE49-F238E27FC236}">
                <a16:creationId xmlns:a16="http://schemas.microsoft.com/office/drawing/2014/main" id="{31B1C2C2-F77F-4032-9D0A-FF56401D76B3}"/>
              </a:ext>
            </a:extLst>
          </p:cNvPr>
          <p:cNvSpPr>
            <a:spLocks xmlns:a="http://schemas.openxmlformats.org/drawingml/2006/main" noGrp="1"/>
          </p:cNvSpPr>
          <p:nvPr>
            <p:ph type="sldNum" idx="12"/>
          </p:nvPr>
        </p:nvSpPr>
        <p:spPr>
          <a:xfrm xmlns:a="http://schemas.openxmlformats.org/drawingml/2006/main">
            <a:off x="3505200" y="4767263"/>
            <a:ext cx="2133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Clr>
                <a:srgbClr val="000000"/>
              </a:buClr>
              <a:buSzPts val="1200"/>
              <a:buFont typeface="Arial"/>
              <a:buNone/>
              <a:defRPr sz="1200">
                <a:solidFill>
                  <a:srgbClr val="00539F"/>
                </a:solidFill>
                <a:latin typeface="Arial"/>
                <a:ea typeface="Arial"/>
                <a:cs typeface="Arial"/>
              </a:defRPr>
            </a:pPr>
            <a:fld id="{4A59AF09-D197-0193-A7DE-FAAF0B691058}" type="slidenum">
              <a:rPr sz="1200">
                <a:solidFill>
                  <a:srgbClr val="00539F"/>
                </a:solidFill>
                <a:latin typeface="Arial"/>
                <a:ea typeface="Arial"/>
                <a:cs typeface="Arial"/>
              </a:rPr>
              <a:t>24</a:t>
            </a:fld>
            <a:endParaRPr/>
          </a:p>
        </p:txBody>
      </p:sp>
      <p:sp>
        <p:nvSpPr>
          <p:cNvPr id="86" name="Section tag">
            <a:extLst xmlns:a="http://schemas.openxmlformats.org/drawingml/2006/main">
              <a:ext uri="{FF2B5EF4-FFF2-40B4-BE49-F238E27FC236}">
                <a16:creationId xmlns:a16="http://schemas.microsoft.com/office/drawing/2014/main" id="{BFFACC6D-538D-44F5-8EE9-98634532601B}"/>
              </a:ext>
            </a:extLst>
          </p:cNvPr>
          <p:cNvSpPr>
            <a:spLocks xmlns:a="http://schemas.openxmlformats.org/drawingml/2006/main" noGrp="1"/>
          </p:cNvSpPr>
          <p:nvPr/>
        </p:nvSpPr>
        <p:spPr>
          <a:xfrm xmlns:a="http://schemas.openxmlformats.org/drawingml/2006/main">
            <a:off x="619125" y="1304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CANNY</a:t>
            </a:r>
          </a:p>
        </p:txBody>
      </p:sp>
      <p:sp>
        <p:nvSpPr>
          <p:cNvPr id="87" name="blur&#10;reduce noise">
            <a:extLst xmlns:a="http://schemas.openxmlformats.org/drawingml/2006/main">
              <a:ext uri="{FF2B5EF4-FFF2-40B4-BE49-F238E27FC236}">
                <a16:creationId xmlns:a16="http://schemas.microsoft.com/office/drawing/2014/main" id="{13C8CF27-8C03-4A35-9EF9-AF223DD1B624}"/>
              </a:ext>
            </a:extLst>
          </p:cNvPr>
          <p:cNvSpPr>
            <a:spLocks xmlns:a="http://schemas.openxmlformats.org/drawingml/2006/main" noGrp="1"/>
          </p:cNvSpPr>
          <p:nvPr/>
        </p:nvSpPr>
        <p:spPr>
          <a:xfrm xmlns:a="http://schemas.openxmlformats.org/drawingml/2006/main">
            <a:off x="809625" y="2047875"/>
            <a:ext cx="1215390" cy="781050"/>
          </a:xfrm>
          <a:prstGeom xmlns:a="http://schemas.openxmlformats.org/drawingml/2006/main" prst="roundRect">
            <a:avLst>
              <a:gd name="adj" fmla="val 12195"/>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93775"/>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blur</a:t>
            </a:r>
          </a:p>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reduce noise</a:t>
            </a:r>
          </a:p>
        </p:txBody>
      </p:sp>
      <p:sp>
        <p:nvSpPr>
          <p:cNvPr id="88" name="Sobel&#10;find change">
            <a:extLst xmlns:a="http://schemas.openxmlformats.org/drawingml/2006/main">
              <a:ext uri="{FF2B5EF4-FFF2-40B4-BE49-F238E27FC236}">
                <a16:creationId xmlns:a16="http://schemas.microsoft.com/office/drawing/2014/main" id="{DB4AEC05-7DDD-42DF-BDF5-7AE868BD1116}"/>
              </a:ext>
            </a:extLst>
          </p:cNvPr>
          <p:cNvSpPr>
            <a:spLocks xmlns:a="http://schemas.openxmlformats.org/drawingml/2006/main" noGrp="1"/>
          </p:cNvSpPr>
          <p:nvPr/>
        </p:nvSpPr>
        <p:spPr>
          <a:xfrm xmlns:a="http://schemas.openxmlformats.org/drawingml/2006/main">
            <a:off x="2386965" y="2047875"/>
            <a:ext cx="1215390" cy="781050"/>
          </a:xfrm>
          <a:prstGeom xmlns:a="http://schemas.openxmlformats.org/drawingml/2006/main" prst="roundRect">
            <a:avLst>
              <a:gd name="adj" fmla="val 12195"/>
            </a:avLst>
          </a:prstGeom>
          <a:solidFill xmlns:a="http://schemas.openxmlformats.org/drawingml/2006/main">
            <a:srgbClr val="EAF4FA"/>
          </a:solidFill>
          <a:ln xmlns:a="http://schemas.openxmlformats.org/drawingml/2006/main" w="12383">
            <a:solidFill>
              <a:srgbClr val="00A0DF"/>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Sobel</a:t>
            </a:r>
          </a:p>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find change</a:t>
            </a:r>
          </a:p>
        </p:txBody>
      </p:sp>
      <p:sp>
        <p:nvSpPr>
          <p:cNvPr id="89" name="thin&#10;keep local peaks">
            <a:extLst xmlns:a="http://schemas.openxmlformats.org/drawingml/2006/main">
              <a:ext uri="{FF2B5EF4-FFF2-40B4-BE49-F238E27FC236}">
                <a16:creationId xmlns:a16="http://schemas.microsoft.com/office/drawing/2014/main" id="{662CEB24-7014-4764-995E-900EB28B558C}"/>
              </a:ext>
            </a:extLst>
          </p:cNvPr>
          <p:cNvSpPr>
            <a:spLocks xmlns:a="http://schemas.openxmlformats.org/drawingml/2006/main" noGrp="1"/>
          </p:cNvSpPr>
          <p:nvPr/>
        </p:nvSpPr>
        <p:spPr>
          <a:xfrm xmlns:a="http://schemas.openxmlformats.org/drawingml/2006/main">
            <a:off x="3964305" y="2047875"/>
            <a:ext cx="1215390" cy="781050"/>
          </a:xfrm>
          <a:prstGeom xmlns:a="http://schemas.openxmlformats.org/drawingml/2006/main" prst="roundRect">
            <a:avLst>
              <a:gd name="adj" fmla="val 12195"/>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93775"/>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thin</a:t>
            </a:r>
          </a:p>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keep local peaks</a:t>
            </a:r>
          </a:p>
        </p:txBody>
      </p:sp>
      <p:sp>
        <p:nvSpPr>
          <p:cNvPr id="90" name="two thresholds&#10;strong + weak">
            <a:extLst xmlns:a="http://schemas.openxmlformats.org/drawingml/2006/main">
              <a:ext uri="{FF2B5EF4-FFF2-40B4-BE49-F238E27FC236}">
                <a16:creationId xmlns:a16="http://schemas.microsoft.com/office/drawing/2014/main" id="{DBF25B50-4C1B-4A7A-89A4-D2FA62DAB85B}"/>
              </a:ext>
            </a:extLst>
          </p:cNvPr>
          <p:cNvSpPr>
            <a:spLocks xmlns:a="http://schemas.openxmlformats.org/drawingml/2006/main" noGrp="1"/>
          </p:cNvSpPr>
          <p:nvPr/>
        </p:nvSpPr>
        <p:spPr>
          <a:xfrm xmlns:a="http://schemas.openxmlformats.org/drawingml/2006/main">
            <a:off x="5541645" y="2047875"/>
            <a:ext cx="1215390" cy="781050"/>
          </a:xfrm>
          <a:prstGeom xmlns:a="http://schemas.openxmlformats.org/drawingml/2006/main" prst="roundRect">
            <a:avLst>
              <a:gd name="adj" fmla="val 12195"/>
            </a:avLst>
          </a:prstGeom>
          <a:solidFill xmlns:a="http://schemas.openxmlformats.org/drawingml/2006/main">
            <a:srgbClr val="EAF4FA"/>
          </a:solidFill>
          <a:ln xmlns:a="http://schemas.openxmlformats.org/drawingml/2006/main" w="12383">
            <a:solidFill>
              <a:srgbClr val="00A0DF"/>
            </a:solidFill>
            <a:prstDash val="solid"/>
          </a:ln>
        </p:spPr>
        <p:txBody>
          <a:bodyPr xmlns:a="http://schemas.openxmlformats.org/drawingml/2006/main" wrap="square" lIns="66675" tIns="57150" rIns="66675" bIns="57150" anchor="ctr">
            <a:normAutofit fontScale="84455"/>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two thresholds</a:t>
            </a:r>
          </a:p>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strong + weak</a:t>
            </a:r>
          </a:p>
        </p:txBody>
      </p:sp>
      <p:sp>
        <p:nvSpPr>
          <p:cNvPr id="91" name="connect&#10;keep supported weak">
            <a:extLst xmlns:a="http://schemas.openxmlformats.org/drawingml/2006/main">
              <a:ext uri="{FF2B5EF4-FFF2-40B4-BE49-F238E27FC236}">
                <a16:creationId xmlns:a16="http://schemas.microsoft.com/office/drawing/2014/main" id="{F475F447-6E8A-4B0C-A84B-C33FF763386D}"/>
              </a:ext>
            </a:extLst>
          </p:cNvPr>
          <p:cNvSpPr>
            <a:spLocks xmlns:a="http://schemas.openxmlformats.org/drawingml/2006/main" noGrp="1"/>
          </p:cNvSpPr>
          <p:nvPr/>
        </p:nvSpPr>
        <p:spPr>
          <a:xfrm xmlns:a="http://schemas.openxmlformats.org/drawingml/2006/main">
            <a:off x="7118985" y="2047875"/>
            <a:ext cx="1215390" cy="781050"/>
          </a:xfrm>
          <a:prstGeom xmlns:a="http://schemas.openxmlformats.org/drawingml/2006/main" prst="roundRect">
            <a:avLst>
              <a:gd name="adj" fmla="val 12195"/>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76566"/>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connect</a:t>
            </a:r>
          </a:p>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keep supported weak</a:t>
            </a:r>
          </a:p>
        </p:txBody>
      </p:sp>
      <p:cxnSp>
        <p:nvCxnSpPr>
          <p:cNvPr id="105" name=""/>
          <p:cNvCxnSpPr>
            <a:stCxn xmlns:a="http://schemas.openxmlformats.org/drawingml/2006/main" id="87" idx="3"/>
            <a:endCxn xmlns:a="http://schemas.openxmlformats.org/drawingml/2006/main" id="88" idx="1"/>
          </p:cNvCxnSpPr>
          <p:nvPr/>
        </p:nvCxnSpPr>
        <p:spPr>
          <a:xfrm xmlns:a="http://schemas.openxmlformats.org/drawingml/2006/main">
            <a:off x="2025015" y="2438400"/>
            <a:ext cx="361950" cy="0"/>
          </a:xfrm>
          <a:prstGeom xmlns:a="http://schemas.openxmlformats.org/drawingml/2006/main" prst="straightConnector1">
            <a:avLst/>
          </a:prstGeom>
          <a:ln xmlns:a="http://schemas.openxmlformats.org/drawingml/2006/main" w="19050">
            <a:solidFill>
              <a:srgbClr val="4B6072"/>
            </a:solidFill>
            <a:prstDash val="solid"/>
            <a:tailEnd type="triangle" w="sm" len="sm"/>
          </a:ln>
        </p:spPr>
      </p:cxnSp>
      <p:cxnSp>
        <p:nvCxnSpPr>
          <p:cNvPr id="106" name=""/>
          <p:cNvCxnSpPr>
            <a:stCxn xmlns:a="http://schemas.openxmlformats.org/drawingml/2006/main" id="88" idx="3"/>
            <a:endCxn xmlns:a="http://schemas.openxmlformats.org/drawingml/2006/main" id="89" idx="1"/>
          </p:cNvCxnSpPr>
          <p:nvPr/>
        </p:nvCxnSpPr>
        <p:spPr>
          <a:xfrm xmlns:a="http://schemas.openxmlformats.org/drawingml/2006/main">
            <a:off x="3602355" y="2438400"/>
            <a:ext cx="361950" cy="0"/>
          </a:xfrm>
          <a:prstGeom xmlns:a="http://schemas.openxmlformats.org/drawingml/2006/main" prst="straightConnector1">
            <a:avLst/>
          </a:prstGeom>
          <a:ln xmlns:a="http://schemas.openxmlformats.org/drawingml/2006/main" w="19050">
            <a:solidFill>
              <a:srgbClr val="4B6072"/>
            </a:solidFill>
            <a:prstDash val="solid"/>
            <a:tailEnd type="triangle" w="sm" len="sm"/>
          </a:ln>
        </p:spPr>
      </p:cxnSp>
      <p:cxnSp>
        <p:nvCxnSpPr>
          <p:cNvPr id="107" name=""/>
          <p:cNvCxnSpPr>
            <a:stCxn xmlns:a="http://schemas.openxmlformats.org/drawingml/2006/main" id="89" idx="3"/>
            <a:endCxn xmlns:a="http://schemas.openxmlformats.org/drawingml/2006/main" id="90" idx="1"/>
          </p:cNvCxnSpPr>
          <p:nvPr/>
        </p:nvCxnSpPr>
        <p:spPr>
          <a:xfrm xmlns:a="http://schemas.openxmlformats.org/drawingml/2006/main">
            <a:off x="5179695" y="2438400"/>
            <a:ext cx="361950" cy="0"/>
          </a:xfrm>
          <a:prstGeom xmlns:a="http://schemas.openxmlformats.org/drawingml/2006/main" prst="straightConnector1">
            <a:avLst/>
          </a:prstGeom>
          <a:ln xmlns:a="http://schemas.openxmlformats.org/drawingml/2006/main" w="19050">
            <a:solidFill>
              <a:srgbClr val="4B6072"/>
            </a:solidFill>
            <a:prstDash val="solid"/>
            <a:tailEnd type="triangle" w="sm" len="sm"/>
          </a:ln>
        </p:spPr>
      </p:cxnSp>
      <p:cxnSp>
        <p:nvCxnSpPr>
          <p:cNvPr id="108" name=""/>
          <p:cNvCxnSpPr>
            <a:stCxn xmlns:a="http://schemas.openxmlformats.org/drawingml/2006/main" id="90" idx="3"/>
            <a:endCxn xmlns:a="http://schemas.openxmlformats.org/drawingml/2006/main" id="91" idx="1"/>
          </p:cNvCxnSpPr>
          <p:nvPr/>
        </p:nvCxnSpPr>
        <p:spPr>
          <a:xfrm xmlns:a="http://schemas.openxmlformats.org/drawingml/2006/main">
            <a:off x="6757035" y="2438400"/>
            <a:ext cx="361950" cy="0"/>
          </a:xfrm>
          <a:prstGeom xmlns:a="http://schemas.openxmlformats.org/drawingml/2006/main" prst="straightConnector1">
            <a:avLst/>
          </a:prstGeom>
          <a:ln xmlns:a="http://schemas.openxmlformats.org/drawingml/2006/main" w="19050">
            <a:solidFill>
              <a:srgbClr val="4B6072"/>
            </a:solidFill>
            <a:prstDash val="solid"/>
            <a:tailEnd type="triangle" w="sm" len="sm"/>
          </a:ln>
        </p:spPr>
      </p:cxnSp>
      <p:sp>
        <p:nvSpPr>
          <p:cNvPr id="96" name="Low thresholds keep clutter; high thresholds lose strokes. Inspect the edge image before tuning Hough.">
            <a:extLst xmlns:a="http://schemas.openxmlformats.org/drawingml/2006/main">
              <a:ext uri="{FF2B5EF4-FFF2-40B4-BE49-F238E27FC236}">
                <a16:creationId xmlns:a16="http://schemas.microsoft.com/office/drawing/2014/main" id="{23862451-32AC-45AD-B45B-8064356898BD}"/>
              </a:ext>
            </a:extLst>
          </p:cNvPr>
          <p:cNvSpPr>
            <a:spLocks xmlns:a="http://schemas.openxmlformats.org/drawingml/2006/main" noGrp="1"/>
          </p:cNvSpPr>
          <p:nvPr/>
        </p:nvSpPr>
        <p:spPr>
          <a:xfrm xmlns:a="http://schemas.openxmlformats.org/drawingml/2006/main">
            <a:off x="1000125" y="4324350"/>
            <a:ext cx="7143750" cy="381000"/>
          </a:xfrm>
          <a:prstGeom xmlns:a="http://schemas.openxmlformats.org/drawingml/2006/main" prst="roundRect">
            <a:avLst>
              <a:gd name="adj" fmla="val 25000"/>
            </a:avLst>
          </a:prstGeom>
          <a:solidFill xmlns:a="http://schemas.openxmlformats.org/drawingml/2006/main">
            <a:srgbClr val="EAF4FA"/>
          </a:solidFill>
          <a:ln xmlns:a="http://schemas.openxmlformats.org/drawingml/2006/main" w="12383">
            <a:solidFill>
              <a:srgbClr val="00539F"/>
            </a:solidFill>
            <a:prstDash val="solid"/>
          </a:ln>
        </p:spPr>
        <p:txBody>
          <a:bodyPr xmlns:a="http://schemas.openxmlformats.org/drawingml/2006/main" wrap="square" lIns="66675" tIns="57150" rIns="66675" bIns="57150" anchor="ctr">
            <a:normAutofit fontScale="82030"/>
          </a:bodyPr>
          <a:lstStyle xmlns:a="http://schemas.openxmlformats.org/drawingml/2006/main"/>
          <a:p xmlns:a="http://schemas.openxmlformats.org/drawingml/2006/main">
            <a:pPr algn="ctr">
              <a:defRPr sz="1350" b="1">
                <a:solidFill>
                  <a:srgbClr val="00539F"/>
                </a:solidFill>
                <a:latin typeface="Arial"/>
                <a:ea typeface="Arial"/>
                <a:cs typeface="Arial"/>
              </a:defRPr>
            </a:pPr>
            <a:r>
              <a:rPr sz="1350" b="1">
                <a:solidFill>
                  <a:srgbClr val="00539F"/>
                </a:solidFill>
                <a:latin typeface="Arial"/>
                <a:ea typeface="Arial"/>
                <a:cs typeface="Arial"/>
              </a:rPr>
              <a:t>Low thresholds keep clutter; high thresholds lose strokes. Inspect the edge image before tuning Hough.</a:t>
            </a:r>
          </a:p>
        </p:txBody>
      </p:sp>
    </p:spTree>
    <p:extLst>
      <p:ext uri="{BB962C8B-B14F-4D97-AF65-F5344CB8AC3E}">
        <p14:creationId xmlns:p14="http://schemas.microsoft.com/office/powerpoint/2010/main" val="625655601"/>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83" name="Google Shape;83;g37bad65a17d_0_0">
            <a:extLst xmlns:a="http://schemas.openxmlformats.org/drawingml/2006/main">
              <a:ext uri="{FF2B5EF4-FFF2-40B4-BE49-F238E27FC236}">
                <a16:creationId xmlns:a16="http://schemas.microsoft.com/office/drawing/2014/main" id="{0CC56B34-6770-45D7-9E5A-4F0C2199F86A}"/>
              </a:ext>
            </a:extLst>
          </p:cNvPr>
          <p:cNvSpPr>
            <a:spLocks xmlns:a="http://schemas.openxmlformats.org/drawingml/2006/main" noGrp="1"/>
          </p:cNvSpPr>
          <p:nvPr>
            <p:ph type="title" idx="0"/>
          </p:nvPr>
        </p:nvSpPr>
        <p:spPr>
          <a:xfrm xmlns:a="http://schemas.openxmlformats.org/drawingml/2006/main">
            <a:off x="457200" y="528638"/>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45720" rIns="91440" bIns="4572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1400"/>
              <a:buNone/>
              <a:defRPr sz="2325" b="0">
                <a:solidFill>
                  <a:srgbClr val="00A0DF"/>
                </a:solidFill>
                <a:latin typeface="Arial"/>
                <a:ea typeface="Arial"/>
                <a:cs typeface="Arial"/>
              </a:defRPr>
            </a:pPr>
            <a:r>
              <a:rPr sz="2325" b="0">
                <a:solidFill>
                  <a:srgbClr val="00A0DF"/>
                </a:solidFill>
                <a:latin typeface="Arial"/>
                <a:ea typeface="Arial"/>
                <a:cs typeface="Arial"/>
              </a:rPr>
              <a:t>Hough groups straight edge pixels—not curves</a:t>
            </a:r>
            <a:endParaRPr/>
          </a:p>
        </p:txBody>
      </p:sp>
      <p:sp>
        <p:nvSpPr>
          <p:cNvPr id="85" name="Google Shape;85;g37bad65a17d_0_0">
            <a:extLst xmlns:a="http://schemas.openxmlformats.org/drawingml/2006/main">
              <a:ext uri="{FF2B5EF4-FFF2-40B4-BE49-F238E27FC236}">
                <a16:creationId xmlns:a16="http://schemas.microsoft.com/office/drawing/2014/main" id="{31B1C2C2-F77F-4032-9D0A-FF56401D76B3}"/>
              </a:ext>
            </a:extLst>
          </p:cNvPr>
          <p:cNvSpPr>
            <a:spLocks xmlns:a="http://schemas.openxmlformats.org/drawingml/2006/main" noGrp="1"/>
          </p:cNvSpPr>
          <p:nvPr>
            <p:ph type="sldNum" idx="12"/>
          </p:nvPr>
        </p:nvSpPr>
        <p:spPr>
          <a:xfrm xmlns:a="http://schemas.openxmlformats.org/drawingml/2006/main">
            <a:off x="3505200" y="4767263"/>
            <a:ext cx="2133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Clr>
                <a:srgbClr val="000000"/>
              </a:buClr>
              <a:buSzPts val="1200"/>
              <a:buFont typeface="Arial"/>
              <a:buNone/>
              <a:defRPr sz="1200">
                <a:solidFill>
                  <a:srgbClr val="00539F"/>
                </a:solidFill>
                <a:latin typeface="Arial"/>
                <a:ea typeface="Arial"/>
                <a:cs typeface="Arial"/>
              </a:defRPr>
            </a:pPr>
            <a:fld id="{F3AE1AE4-D79E-94D6-E825-3FC6C21A77D2}" type="slidenum">
              <a:rPr sz="1200">
                <a:solidFill>
                  <a:srgbClr val="00539F"/>
                </a:solidFill>
                <a:latin typeface="Arial"/>
                <a:ea typeface="Arial"/>
                <a:cs typeface="Arial"/>
              </a:rPr>
              <a:t>25</a:t>
            </a:fld>
            <a:endParaRPr/>
          </a:p>
        </p:txBody>
      </p:sp>
      <p:sp>
        <p:nvSpPr>
          <p:cNvPr id="86" name="Section tag">
            <a:extLst xmlns:a="http://schemas.openxmlformats.org/drawingml/2006/main">
              <a:ext uri="{FF2B5EF4-FFF2-40B4-BE49-F238E27FC236}">
                <a16:creationId xmlns:a16="http://schemas.microsoft.com/office/drawing/2014/main" id="{7577B2C3-B2E9-4C90-AAC3-EBD9DE04272B}"/>
              </a:ext>
            </a:extLst>
          </p:cNvPr>
          <p:cNvSpPr>
            <a:spLocks xmlns:a="http://schemas.openxmlformats.org/drawingml/2006/main" noGrp="1"/>
          </p:cNvSpPr>
          <p:nvPr/>
        </p:nvSpPr>
        <p:spPr>
          <a:xfrm xmlns:a="http://schemas.openxmlformats.org/drawingml/2006/main">
            <a:off x="619125" y="1304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HOUGH LINE DETECTION</a:t>
            </a:r>
          </a:p>
        </p:txBody>
      </p:sp>
      <p:sp>
        <p:nvSpPr>
          <p:cNvPr id="87" name="Canny&#10;edge pixels">
            <a:extLst xmlns:a="http://schemas.openxmlformats.org/drawingml/2006/main">
              <a:ext uri="{FF2B5EF4-FFF2-40B4-BE49-F238E27FC236}">
                <a16:creationId xmlns:a16="http://schemas.microsoft.com/office/drawing/2014/main" id="{702CCC7C-6754-4B57-98A7-59817756E729}"/>
              </a:ext>
            </a:extLst>
          </p:cNvPr>
          <p:cNvSpPr>
            <a:spLocks xmlns:a="http://schemas.openxmlformats.org/drawingml/2006/main" noGrp="1"/>
          </p:cNvSpPr>
          <p:nvPr/>
        </p:nvSpPr>
        <p:spPr>
          <a:xfrm xmlns:a="http://schemas.openxmlformats.org/drawingml/2006/main">
            <a:off x="981075" y="2047875"/>
            <a:ext cx="1524000" cy="781050"/>
          </a:xfrm>
          <a:prstGeom xmlns:a="http://schemas.openxmlformats.org/drawingml/2006/main" prst="roundRect">
            <a:avLst>
              <a:gd name="adj" fmla="val 12195"/>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Canny</a:t>
            </a:r>
          </a:p>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edge pixels</a:t>
            </a:r>
          </a:p>
        </p:txBody>
      </p:sp>
      <p:sp>
        <p:nvSpPr>
          <p:cNvPr id="88" name="each pixel&#10;proposes lines">
            <a:extLst xmlns:a="http://schemas.openxmlformats.org/drawingml/2006/main">
              <a:ext uri="{FF2B5EF4-FFF2-40B4-BE49-F238E27FC236}">
                <a16:creationId xmlns:a16="http://schemas.microsoft.com/office/drawing/2014/main" id="{437BEABE-A519-4455-AD77-1DB76B304D14}"/>
              </a:ext>
            </a:extLst>
          </p:cNvPr>
          <p:cNvSpPr>
            <a:spLocks xmlns:a="http://schemas.openxmlformats.org/drawingml/2006/main" noGrp="1"/>
          </p:cNvSpPr>
          <p:nvPr/>
        </p:nvSpPr>
        <p:spPr>
          <a:xfrm xmlns:a="http://schemas.openxmlformats.org/drawingml/2006/main">
            <a:off x="2867025" y="2047875"/>
            <a:ext cx="1524000" cy="781050"/>
          </a:xfrm>
          <a:prstGeom xmlns:a="http://schemas.openxmlformats.org/drawingml/2006/main" prst="roundRect">
            <a:avLst>
              <a:gd name="adj" fmla="val 12195"/>
            </a:avLst>
          </a:prstGeom>
          <a:solidFill xmlns:a="http://schemas.openxmlformats.org/drawingml/2006/main">
            <a:srgbClr val="EAF4FA"/>
          </a:solidFill>
          <a:ln xmlns:a="http://schemas.openxmlformats.org/drawingml/2006/main" w="12383">
            <a:solidFill>
              <a:srgbClr val="00A0DF"/>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each pixel</a:t>
            </a:r>
          </a:p>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proposes lines</a:t>
            </a:r>
          </a:p>
        </p:txBody>
      </p:sp>
      <p:sp>
        <p:nvSpPr>
          <p:cNvPr id="89" name="shared lines&#10;collect votes">
            <a:extLst xmlns:a="http://schemas.openxmlformats.org/drawingml/2006/main">
              <a:ext uri="{FF2B5EF4-FFF2-40B4-BE49-F238E27FC236}">
                <a16:creationId xmlns:a16="http://schemas.microsoft.com/office/drawing/2014/main" id="{8ADE9C23-0AE7-4C5C-9AC1-2DBA3503FA39}"/>
              </a:ext>
            </a:extLst>
          </p:cNvPr>
          <p:cNvSpPr>
            <a:spLocks xmlns:a="http://schemas.openxmlformats.org/drawingml/2006/main" noGrp="1"/>
          </p:cNvSpPr>
          <p:nvPr/>
        </p:nvSpPr>
        <p:spPr>
          <a:xfrm xmlns:a="http://schemas.openxmlformats.org/drawingml/2006/main">
            <a:off x="4752975" y="2047875"/>
            <a:ext cx="1524000" cy="781050"/>
          </a:xfrm>
          <a:prstGeom xmlns:a="http://schemas.openxmlformats.org/drawingml/2006/main" prst="roundRect">
            <a:avLst>
              <a:gd name="adj" fmla="val 12195"/>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shared lines</a:t>
            </a:r>
          </a:p>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collect votes</a:t>
            </a:r>
          </a:p>
        </p:txBody>
      </p:sp>
      <p:sp>
        <p:nvSpPr>
          <p:cNvPr id="90" name="high votes&#10;become segments">
            <a:extLst xmlns:a="http://schemas.openxmlformats.org/drawingml/2006/main">
              <a:ext uri="{FF2B5EF4-FFF2-40B4-BE49-F238E27FC236}">
                <a16:creationId xmlns:a16="http://schemas.microsoft.com/office/drawing/2014/main" id="{AEA0FBCF-611B-45B0-9CA3-F88AEE7B5B6F}"/>
              </a:ext>
            </a:extLst>
          </p:cNvPr>
          <p:cNvSpPr>
            <a:spLocks xmlns:a="http://schemas.openxmlformats.org/drawingml/2006/main" noGrp="1"/>
          </p:cNvSpPr>
          <p:nvPr/>
        </p:nvSpPr>
        <p:spPr>
          <a:xfrm xmlns:a="http://schemas.openxmlformats.org/drawingml/2006/main">
            <a:off x="6638925" y="2047875"/>
            <a:ext cx="1524000" cy="781050"/>
          </a:xfrm>
          <a:prstGeom xmlns:a="http://schemas.openxmlformats.org/drawingml/2006/main" prst="roundRect">
            <a:avLst>
              <a:gd name="adj" fmla="val 12195"/>
            </a:avLst>
          </a:prstGeom>
          <a:solidFill xmlns:a="http://schemas.openxmlformats.org/drawingml/2006/main">
            <a:srgbClr val="EAF4FA"/>
          </a:solidFill>
          <a:ln xmlns:a="http://schemas.openxmlformats.org/drawingml/2006/main" w="12383">
            <a:solidFill>
              <a:srgbClr val="00A0DF"/>
            </a:solidFill>
            <a:prstDash val="solid"/>
          </a:ln>
        </p:spPr>
        <p:txBody>
          <a:bodyPr xmlns:a="http://schemas.openxmlformats.org/drawingml/2006/main" wrap="square" lIns="66675" tIns="57150" rIns="66675" bIns="57150" anchor="ctr">
            <a:normAutofit fontScale="93775"/>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high votes</a:t>
            </a:r>
          </a:p>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become segments</a:t>
            </a:r>
          </a:p>
        </p:txBody>
      </p:sp>
      <p:cxnSp>
        <p:nvCxnSpPr>
          <p:cNvPr id="103" name=""/>
          <p:cNvCxnSpPr>
            <a:stCxn xmlns:a="http://schemas.openxmlformats.org/drawingml/2006/main" id="87" idx="3"/>
            <a:endCxn xmlns:a="http://schemas.openxmlformats.org/drawingml/2006/main" id="88" idx="1"/>
          </p:cNvCxnSpPr>
          <p:nvPr/>
        </p:nvCxnSpPr>
        <p:spPr>
          <a:xfrm xmlns:a="http://schemas.openxmlformats.org/drawingml/2006/main">
            <a:off x="2505075" y="2438400"/>
            <a:ext cx="361950" cy="0"/>
          </a:xfrm>
          <a:prstGeom xmlns:a="http://schemas.openxmlformats.org/drawingml/2006/main" prst="straightConnector1">
            <a:avLst/>
          </a:prstGeom>
          <a:ln xmlns:a="http://schemas.openxmlformats.org/drawingml/2006/main" w="19050">
            <a:solidFill>
              <a:srgbClr val="4B6072"/>
            </a:solidFill>
            <a:prstDash val="solid"/>
            <a:tailEnd type="triangle" w="sm" len="sm"/>
          </a:ln>
        </p:spPr>
      </p:cxnSp>
      <p:cxnSp>
        <p:nvCxnSpPr>
          <p:cNvPr id="104" name=""/>
          <p:cNvCxnSpPr>
            <a:stCxn xmlns:a="http://schemas.openxmlformats.org/drawingml/2006/main" id="88" idx="3"/>
            <a:endCxn xmlns:a="http://schemas.openxmlformats.org/drawingml/2006/main" id="89" idx="1"/>
          </p:cNvCxnSpPr>
          <p:nvPr/>
        </p:nvCxnSpPr>
        <p:spPr>
          <a:xfrm xmlns:a="http://schemas.openxmlformats.org/drawingml/2006/main">
            <a:off x="4391025" y="2438400"/>
            <a:ext cx="361950" cy="0"/>
          </a:xfrm>
          <a:prstGeom xmlns:a="http://schemas.openxmlformats.org/drawingml/2006/main" prst="straightConnector1">
            <a:avLst/>
          </a:prstGeom>
          <a:ln xmlns:a="http://schemas.openxmlformats.org/drawingml/2006/main" w="19050">
            <a:solidFill>
              <a:srgbClr val="4B6072"/>
            </a:solidFill>
            <a:prstDash val="solid"/>
            <a:tailEnd type="triangle" w="sm" len="sm"/>
          </a:ln>
        </p:spPr>
      </p:cxnSp>
      <p:cxnSp>
        <p:nvCxnSpPr>
          <p:cNvPr id="105" name=""/>
          <p:cNvCxnSpPr>
            <a:stCxn xmlns:a="http://schemas.openxmlformats.org/drawingml/2006/main" id="89" idx="3"/>
            <a:endCxn xmlns:a="http://schemas.openxmlformats.org/drawingml/2006/main" id="90" idx="1"/>
          </p:cNvCxnSpPr>
          <p:nvPr/>
        </p:nvCxnSpPr>
        <p:spPr>
          <a:xfrm xmlns:a="http://schemas.openxmlformats.org/drawingml/2006/main">
            <a:off x="6276975" y="2438400"/>
            <a:ext cx="361950" cy="0"/>
          </a:xfrm>
          <a:prstGeom xmlns:a="http://schemas.openxmlformats.org/drawingml/2006/main" prst="straightConnector1">
            <a:avLst/>
          </a:prstGeom>
          <a:ln xmlns:a="http://schemas.openxmlformats.org/drawingml/2006/main" w="19050">
            <a:solidFill>
              <a:srgbClr val="4B6072"/>
            </a:solidFill>
            <a:prstDash val="solid"/>
            <a:tailEnd type="triangle" w="sm" len="sm"/>
          </a:ln>
        </p:spPr>
      </p:cxnSp>
      <p:sp>
        <p:nvSpPr>
          <p:cNvPr id="94" name="Runnable code">
            <a:extLst xmlns:a="http://schemas.openxmlformats.org/drawingml/2006/main">
              <a:ext uri="{FF2B5EF4-FFF2-40B4-BE49-F238E27FC236}">
                <a16:creationId xmlns:a16="http://schemas.microsoft.com/office/drawing/2014/main" id="{E9745BE3-F417-4D3E-89C4-AC77201D39FB}"/>
              </a:ext>
            </a:extLst>
          </p:cNvPr>
          <p:cNvSpPr>
            <a:spLocks xmlns:a="http://schemas.openxmlformats.org/drawingml/2006/main" noGrp="1"/>
          </p:cNvSpPr>
          <p:nvPr/>
        </p:nvSpPr>
        <p:spPr>
          <a:xfrm xmlns:a="http://schemas.openxmlformats.org/drawingml/2006/main">
            <a:off x="1381125" y="3286125"/>
            <a:ext cx="6381750" cy="819150"/>
          </a:xfrm>
          <a:prstGeom xmlns:a="http://schemas.openxmlformats.org/drawingml/2006/main" prst="roundRect">
            <a:avLst>
              <a:gd name="adj" fmla="val 9302"/>
            </a:avLst>
          </a:prstGeom>
          <a:solidFill xmlns:a="http://schemas.openxmlformats.org/drawingml/2006/main">
            <a:srgbClr val="F3F7FA"/>
          </a:solidFill>
          <a:ln xmlns:a="http://schemas.openxmlformats.org/drawingml/2006/main" w="11430">
            <a:solidFill>
              <a:srgbClr val="C8D7E1"/>
            </a:solidFill>
            <a:prstDash val="solid"/>
          </a:ln>
        </p:spPr>
        <p:txBody>
          <a:bodyPr xmlns:a="http://schemas.openxmlformats.org/drawingml/2006/main" wrap="square" lIns="114300" tIns="95250" rIns="114300" bIns="95250" anchor="t">
            <a:normAutofit fontScale="100000"/>
          </a:bodyPr>
          <a:lstStyle xmlns:a="http://schemas.openxmlformats.org/drawingml/2006/main"/>
          <a:p xmlns:a="http://schemas.openxmlformats.org/drawingml/2006/main">
            <a:pPr algn="l">
              <a:defRPr sz="1200" b="0">
                <a:solidFill>
                  <a:srgbClr val="17324D"/>
                </a:solidFill>
                <a:latin typeface="Courier New"/>
                <a:ea typeface="Courier New"/>
                <a:cs typeface="Courier New"/>
              </a:defRPr>
            </a:pPr>
            <a:r>
              <a:rPr sz="1200" b="0">
                <a:solidFill>
                  <a:srgbClr val="17324D"/>
                </a:solidFill>
                <a:latin typeface="Courier New"/>
                <a:ea typeface="Courier New"/>
                <a:cs typeface="Courier New"/>
              </a:rPr>
              <a:t>cv2.HoughLinesP(edges, rho=1, theta=np.pi/180,</a:t>
            </a:r>
          </a:p>
          <a:p xmlns:a="http://schemas.openxmlformats.org/drawingml/2006/main">
            <a:pPr algn="l">
              <a:defRPr sz="1200" b="0">
                <a:solidFill>
                  <a:srgbClr val="17324D"/>
                </a:solidFill>
                <a:latin typeface="Courier New"/>
                <a:ea typeface="Courier New"/>
                <a:cs typeface="Courier New"/>
              </a:defRPr>
            </a:pPr>
            <a:r>
              <a:rPr sz="1200" b="0">
                <a:solidFill>
                  <a:srgbClr val="17324D"/>
                </a:solidFill>
                <a:latin typeface="Courier New"/>
                <a:ea typeface="Courier New"/>
                <a:cs typeface="Courier New"/>
              </a:rPr>
              <a:t>                    threshold=22, minLineLength=22,</a:t>
            </a:r>
          </a:p>
          <a:p xmlns:a="http://schemas.openxmlformats.org/drawingml/2006/main">
            <a:pPr algn="l">
              <a:defRPr sz="1200" b="0">
                <a:solidFill>
                  <a:srgbClr val="17324D"/>
                </a:solidFill>
                <a:latin typeface="Courier New"/>
                <a:ea typeface="Courier New"/>
                <a:cs typeface="Courier New"/>
              </a:defRPr>
            </a:pPr>
            <a:r>
              <a:rPr sz="1200" b="0">
                <a:solidFill>
                  <a:srgbClr val="17324D"/>
                </a:solidFill>
                <a:latin typeface="Courier New"/>
                <a:ea typeface="Courier New"/>
                <a:cs typeface="Courier New"/>
              </a:rPr>
              <a:t>                    maxLineGap=12)</a:t>
            </a:r>
          </a:p>
        </p:txBody>
      </p:sp>
      <p:sp>
        <p:nvSpPr>
          <p:cNvPr id="95" name="Sobel measures local change; Canny selects edge pixels; Hough groups straight evidence.">
            <a:extLst xmlns:a="http://schemas.openxmlformats.org/drawingml/2006/main">
              <a:ext uri="{FF2B5EF4-FFF2-40B4-BE49-F238E27FC236}">
                <a16:creationId xmlns:a16="http://schemas.microsoft.com/office/drawing/2014/main" id="{A77618DA-CE91-43A7-88A2-94FA6C7C4433}"/>
              </a:ext>
            </a:extLst>
          </p:cNvPr>
          <p:cNvSpPr>
            <a:spLocks xmlns:a="http://schemas.openxmlformats.org/drawingml/2006/main" noGrp="1"/>
          </p:cNvSpPr>
          <p:nvPr/>
        </p:nvSpPr>
        <p:spPr>
          <a:xfrm xmlns:a="http://schemas.openxmlformats.org/drawingml/2006/main">
            <a:off x="1000125" y="4324350"/>
            <a:ext cx="7143750" cy="381000"/>
          </a:xfrm>
          <a:prstGeom xmlns:a="http://schemas.openxmlformats.org/drawingml/2006/main" prst="roundRect">
            <a:avLst>
              <a:gd name="adj" fmla="val 25000"/>
            </a:avLst>
          </a:prstGeom>
          <a:solidFill xmlns:a="http://schemas.openxmlformats.org/drawingml/2006/main">
            <a:srgbClr val="EAF4FA"/>
          </a:solidFill>
          <a:ln xmlns:a="http://schemas.openxmlformats.org/drawingml/2006/main" w="12383">
            <a:solidFill>
              <a:srgbClr val="00539F"/>
            </a:solidFill>
            <a:prstDash val="solid"/>
          </a:ln>
        </p:spPr>
        <p:txBody>
          <a:bodyPr xmlns:a="http://schemas.openxmlformats.org/drawingml/2006/main" wrap="square" lIns="66675" tIns="57150" rIns="66675" bIns="57150" anchor="ctr">
            <a:normAutofit fontScale="94097"/>
          </a:bodyPr>
          <a:lstStyle xmlns:a="http://schemas.openxmlformats.org/drawingml/2006/main"/>
          <a:p xmlns:a="http://schemas.openxmlformats.org/drawingml/2006/main">
            <a:pPr algn="ctr">
              <a:defRPr sz="1350" b="1">
                <a:solidFill>
                  <a:srgbClr val="00539F"/>
                </a:solidFill>
                <a:latin typeface="Arial"/>
                <a:ea typeface="Arial"/>
                <a:cs typeface="Arial"/>
              </a:defRPr>
            </a:pPr>
            <a:r>
              <a:rPr sz="1350" b="1">
                <a:solidFill>
                  <a:srgbClr val="00539F"/>
                </a:solidFill>
                <a:latin typeface="Arial"/>
                <a:ea typeface="Arial"/>
                <a:cs typeface="Arial"/>
              </a:rPr>
              <a:t>Sobel measures local change; Canny selects edge pixels; Hough groups straight evidence.</a:t>
            </a:r>
          </a:p>
        </p:txBody>
      </p:sp>
    </p:spTree>
    <p:extLst>
      <p:ext uri="{BB962C8B-B14F-4D97-AF65-F5344CB8AC3E}">
        <p14:creationId xmlns:p14="http://schemas.microsoft.com/office/powerpoint/2010/main" val="625655601"/>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83" name="Google Shape;83;g37bad65a17d_0_0">
            <a:extLst xmlns:a="http://schemas.openxmlformats.org/drawingml/2006/main">
              <a:ext uri="{FF2B5EF4-FFF2-40B4-BE49-F238E27FC236}">
                <a16:creationId xmlns:a16="http://schemas.microsoft.com/office/drawing/2014/main" id="{0CC56B34-6770-45D7-9E5A-4F0C2199F86A}"/>
              </a:ext>
            </a:extLst>
          </p:cNvPr>
          <p:cNvSpPr>
            <a:spLocks xmlns:a="http://schemas.openxmlformats.org/drawingml/2006/main" noGrp="1"/>
          </p:cNvSpPr>
          <p:nvPr>
            <p:ph type="title" idx="0"/>
          </p:nvPr>
        </p:nvSpPr>
        <p:spPr>
          <a:xfrm xmlns:a="http://schemas.openxmlformats.org/drawingml/2006/main">
            <a:off x="457200" y="528638"/>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45720" rIns="91440" bIns="4572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1400"/>
              <a:buNone/>
              <a:defRPr sz="2025" b="0">
                <a:solidFill>
                  <a:srgbClr val="00A0DF"/>
                </a:solidFill>
                <a:latin typeface="Arial"/>
                <a:ea typeface="Arial"/>
                <a:cs typeface="Arial"/>
              </a:defRPr>
            </a:pPr>
            <a:r>
              <a:rPr sz="2025" b="0">
                <a:solidFill>
                  <a:srgbClr val="00A0DF"/>
                </a:solidFill>
                <a:latin typeface="Arial"/>
                <a:ea typeface="Arial"/>
                <a:cs typeface="Arial"/>
              </a:rPr>
              <a:t>Hands-on 5: publish the same difficult shapes to a richer node</a:t>
            </a:r>
            <a:endParaRPr/>
          </a:p>
        </p:txBody>
      </p:sp>
      <p:sp>
        <p:nvSpPr>
          <p:cNvPr id="85" name="Google Shape;85;g37bad65a17d_0_0">
            <a:extLst xmlns:a="http://schemas.openxmlformats.org/drawingml/2006/main">
              <a:ext uri="{FF2B5EF4-FFF2-40B4-BE49-F238E27FC236}">
                <a16:creationId xmlns:a16="http://schemas.microsoft.com/office/drawing/2014/main" id="{31B1C2C2-F77F-4032-9D0A-FF56401D76B3}"/>
              </a:ext>
            </a:extLst>
          </p:cNvPr>
          <p:cNvSpPr>
            <a:spLocks xmlns:a="http://schemas.openxmlformats.org/drawingml/2006/main" noGrp="1"/>
          </p:cNvSpPr>
          <p:nvPr>
            <p:ph type="sldNum" idx="12"/>
          </p:nvPr>
        </p:nvSpPr>
        <p:spPr>
          <a:xfrm xmlns:a="http://schemas.openxmlformats.org/drawingml/2006/main">
            <a:off x="3505200" y="4767263"/>
            <a:ext cx="2133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Clr>
                <a:srgbClr val="000000"/>
              </a:buClr>
              <a:buSzPts val="1200"/>
              <a:buFont typeface="Arial"/>
              <a:buNone/>
              <a:defRPr sz="1200">
                <a:solidFill>
                  <a:srgbClr val="00539F"/>
                </a:solidFill>
                <a:latin typeface="Arial"/>
                <a:ea typeface="Arial"/>
                <a:cs typeface="Arial"/>
              </a:defRPr>
            </a:pPr>
            <a:fld id="{5AB55966-FA28-BC73-EA9E-53DF014DF033}" type="slidenum">
              <a:rPr sz="1200">
                <a:solidFill>
                  <a:srgbClr val="00539F"/>
                </a:solidFill>
                <a:latin typeface="Arial"/>
                <a:ea typeface="Arial"/>
                <a:cs typeface="Arial"/>
              </a:rPr>
              <a:t>26</a:t>
            </a:fld>
            <a:endParaRPr/>
          </a:p>
        </p:txBody>
      </p:sp>
      <p:sp>
        <p:nvSpPr>
          <p:cNvPr id="86" name="Section tag">
            <a:extLst xmlns:a="http://schemas.openxmlformats.org/drawingml/2006/main">
              <a:ext uri="{FF2B5EF4-FFF2-40B4-BE49-F238E27FC236}">
                <a16:creationId xmlns:a16="http://schemas.microsoft.com/office/drawing/2014/main" id="{47204871-51F0-4C16-A45C-B8E5D7D48FB3}"/>
              </a:ext>
            </a:extLst>
          </p:cNvPr>
          <p:cNvSpPr>
            <a:spLocks xmlns:a="http://schemas.openxmlformats.org/drawingml/2006/main" noGrp="1"/>
          </p:cNvSpPr>
          <p:nvPr/>
        </p:nvSpPr>
        <p:spPr>
          <a:xfrm xmlns:a="http://schemas.openxmlformats.org/drawingml/2006/main">
            <a:off x="619125" y="1304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HANDS-ON CHECKPOINT</a:t>
            </a:r>
          </a:p>
        </p:txBody>
      </p:sp>
      <p:pic>
        <p:nvPicPr>
          <p:cNvPr id="95" name=""/>
          <p:cNvPicPr>
            <a:picLocks xmlns:a="http://schemas.openxmlformats.org/drawingml/2006/main" noChangeAspect="1"/>
          </p:cNvPicPr>
          <p:nvPr/>
        </p:nvPicPr>
        <p:blipFill>
          <a:blip xmlns:r="http://schemas.openxmlformats.org/officeDocument/2006/relationships" xmlns:a="http://schemas.openxmlformats.org/drawingml/2006/main" r:embed="Rf7089551408045b0"/>
          <a:stretch xmlns:a="http://schemas.openxmlformats.org/drawingml/2006/main"/>
        </p:blipFill>
        <p:spPr>
          <a:xfrm xmlns:a="http://schemas.openxmlformats.org/drawingml/2006/main">
            <a:off x="514350" y="1756569"/>
            <a:ext cx="3905250" cy="2278063"/>
          </a:xfrm>
          <a:prstGeom xmlns:a="http://schemas.openxmlformats.org/drawingml/2006/main" prst="rect">
            <a:avLst/>
          </a:prstGeom>
        </p:spPr>
      </p:pic>
      <p:sp>
        <p:nvSpPr>
          <p:cNvPr id="88" name="Student coding task">
            <a:extLst xmlns:a="http://schemas.openxmlformats.org/drawingml/2006/main">
              <a:ext uri="{FF2B5EF4-FFF2-40B4-BE49-F238E27FC236}">
                <a16:creationId xmlns:a16="http://schemas.microsoft.com/office/drawing/2014/main" id="{57BCAD4D-141B-4109-978A-44D5BC78E79B}"/>
              </a:ext>
            </a:extLst>
          </p:cNvPr>
          <p:cNvSpPr>
            <a:spLocks xmlns:a="http://schemas.openxmlformats.org/drawingml/2006/main" noGrp="1"/>
          </p:cNvSpPr>
          <p:nvPr/>
        </p:nvSpPr>
        <p:spPr>
          <a:xfrm xmlns:a="http://schemas.openxmlformats.org/drawingml/2006/main">
            <a:off x="4714875" y="1657350"/>
            <a:ext cx="3857625" cy="685800"/>
          </a:xfrm>
          <a:prstGeom xmlns:a="http://schemas.openxmlformats.org/drawingml/2006/main" prst="roundRect">
            <a:avLst>
              <a:gd name="adj" fmla="val 13889"/>
            </a:avLst>
          </a:prstGeom>
          <a:solidFill xmlns:a="http://schemas.openxmlformats.org/drawingml/2006/main">
            <a:srgbClr val="FFF7E8"/>
          </a:solidFill>
          <a:ln xmlns:a="http://schemas.openxmlformats.org/drawingml/2006/main" w="12383">
            <a:solidFill>
              <a:srgbClr val="EF8200"/>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938" b="1">
                <a:solidFill>
                  <a:srgbClr val="17324D"/>
                </a:solidFill>
                <a:latin typeface="Arial"/>
                <a:ea typeface="Arial"/>
                <a:cs typeface="Arial"/>
              </a:defRPr>
            </a:pPr>
            <a:r>
              <a:rPr sz="938" b="1">
                <a:solidFill>
                  <a:srgbClr val="17324D"/>
                </a:solidFill>
                <a:latin typeface="Arial"/>
                <a:ea typeface="Arial"/>
                <a:cs typeface="Arial"/>
              </a:rPr>
              <a:t>EDIT: ws/src/cv_lab/cv_lab/</a:t>
            </a:r>
          </a:p>
          <a:p xmlns:a="http://schemas.openxmlformats.org/drawingml/2006/main">
            <a:pPr algn="ctr">
              <a:defRPr sz="938" b="1">
                <a:solidFill>
                  <a:srgbClr val="17324D"/>
                </a:solidFill>
                <a:latin typeface="Arial"/>
                <a:ea typeface="Arial"/>
                <a:cs typeface="Arial"/>
              </a:defRPr>
            </a:pPr>
            <a:r>
              <a:rPr sz="938" b="1">
                <a:solidFill>
                  <a:srgbClr val="17324D"/>
                </a:solidFill>
                <a:latin typeface="Arial"/>
                <a:ea typeface="Arial"/>
                <a:cs typeface="Arial"/>
              </a:rPr>
              <a:t>digit_edge_node.py</a:t>
            </a:r>
          </a:p>
          <a:p xmlns:a="http://schemas.openxmlformats.org/drawingml/2006/main">
            <a:pPr algn="ctr">
              <a:defRPr sz="938" b="1">
                <a:solidFill>
                  <a:srgbClr val="17324D"/>
                </a:solidFill>
                <a:latin typeface="Arial"/>
                <a:ea typeface="Arial"/>
                <a:cs typeface="Arial"/>
              </a:defRPr>
            </a:pPr>
            <a:r>
              <a:rPr sz="938" b="1">
                <a:solidFill>
                  <a:srgbClr val="17324D"/>
                </a:solidFill>
                <a:latin typeface="Arial"/>
                <a:ea typeface="Arial"/>
                <a:cs typeface="Arial"/>
              </a:rPr>
              <a:t>TODOs: EDGE-ROS • EDGE-CV • EDGE-PUB</a:t>
            </a:r>
          </a:p>
        </p:txBody>
      </p:sp>
      <p:sp>
        <p:nvSpPr>
          <p:cNvPr id="89" name="Lecture text">
            <a:extLst xmlns:a="http://schemas.openxmlformats.org/drawingml/2006/main">
              <a:ext uri="{FF2B5EF4-FFF2-40B4-BE49-F238E27FC236}">
                <a16:creationId xmlns:a16="http://schemas.microsoft.com/office/drawing/2014/main" id="{94424D40-6D6F-4FBE-80B9-59A0D18EC833}"/>
              </a:ext>
            </a:extLst>
          </p:cNvPr>
          <p:cNvSpPr>
            <a:spLocks xmlns:a="http://schemas.openxmlformats.org/drawingml/2006/main" noGrp="1"/>
          </p:cNvSpPr>
          <p:nvPr/>
        </p:nvSpPr>
        <p:spPr>
          <a:xfrm xmlns:a="http://schemas.openxmlformats.org/drawingml/2006/main">
            <a:off x="4810125" y="2381250"/>
            <a:ext cx="3667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Finish TODOs → rebuild + source → run 1–5.</a:t>
            </a:r>
          </a:p>
        </p:txBody>
      </p:sp>
      <p:sp>
        <p:nvSpPr>
          <p:cNvPr id="90" name="Runnable code">
            <a:extLst xmlns:a="http://schemas.openxmlformats.org/drawingml/2006/main">
              <a:ext uri="{FF2B5EF4-FFF2-40B4-BE49-F238E27FC236}">
                <a16:creationId xmlns:a16="http://schemas.microsoft.com/office/drawing/2014/main" id="{7FA803AE-EF6F-419B-9D16-1AFA0C3D3A44}"/>
              </a:ext>
            </a:extLst>
          </p:cNvPr>
          <p:cNvSpPr>
            <a:spLocks xmlns:a="http://schemas.openxmlformats.org/drawingml/2006/main" noGrp="1"/>
          </p:cNvSpPr>
          <p:nvPr/>
        </p:nvSpPr>
        <p:spPr>
          <a:xfrm xmlns:a="http://schemas.openxmlformats.org/drawingml/2006/main">
            <a:off x="4714875" y="2667000"/>
            <a:ext cx="3857625" cy="1381125"/>
          </a:xfrm>
          <a:prstGeom xmlns:a="http://schemas.openxmlformats.org/drawingml/2006/main" prst="roundRect">
            <a:avLst>
              <a:gd name="adj" fmla="val 5517"/>
            </a:avLst>
          </a:prstGeom>
          <a:solidFill xmlns:a="http://schemas.openxmlformats.org/drawingml/2006/main">
            <a:srgbClr val="F3F7FA"/>
          </a:solidFill>
          <a:ln xmlns:a="http://schemas.openxmlformats.org/drawingml/2006/main" w="11430">
            <a:solidFill>
              <a:srgbClr val="C8D7E1"/>
            </a:solidFill>
            <a:prstDash val="solid"/>
          </a:ln>
        </p:spPr>
        <p:txBody>
          <a:bodyPr xmlns:a="http://schemas.openxmlformats.org/drawingml/2006/main" wrap="square" lIns="114300" tIns="95250" rIns="114300" bIns="95250" anchor="t">
            <a:normAutofit fontScale="100000"/>
          </a:bodyPr>
          <a:lstStyle xmlns:a="http://schemas.openxmlformats.org/drawingml/2006/main"/>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 1) TERMINAL 1 — start node; leave running</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ros2 run cv_lab digit_edge_node --ros-args \</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 -p output_dir:="$PWD/outputs"</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 2) TERMINAL 2 — show both reports; leave running</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ros2 topic echo /perception/edge_digit_report</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 3) TERMINAL 3 — publish the slanted 7; view PNG</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ros2 topic pub --once /perception/digit_matrix \</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 std_msgs/msg/Int32MultiArray "$(cat msg/d7_slant.yaml)"</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 4) TERMINAL 3 — publish the curved 3; refresh PNG</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ros2 topic pub --once /perception/digit_matrix \</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 std_msgs/msg/Int32MultiArray "$(cat msg/d3_curve.yaml)"</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 5) FINISH — Ctrl+C in Terminals 2 and 1</a:t>
            </a:r>
          </a:p>
        </p:txBody>
      </p:sp>
      <p:sp>
        <p:nvSpPr>
          <p:cNvPr id="91" name="Reports: 7 with 525/6, then 3 with 1048/9 Canny pixels/Hough segments • PNG is replaced">
            <a:extLst xmlns:a="http://schemas.openxmlformats.org/drawingml/2006/main">
              <a:ext uri="{FF2B5EF4-FFF2-40B4-BE49-F238E27FC236}">
                <a16:creationId xmlns:a16="http://schemas.microsoft.com/office/drawing/2014/main" id="{8B19D04F-568F-42F7-8C4D-B553DEA54EE7}"/>
              </a:ext>
            </a:extLst>
          </p:cNvPr>
          <p:cNvSpPr>
            <a:spLocks xmlns:a="http://schemas.openxmlformats.org/drawingml/2006/main" noGrp="1"/>
          </p:cNvSpPr>
          <p:nvPr/>
        </p:nvSpPr>
        <p:spPr>
          <a:xfrm xmlns:a="http://schemas.openxmlformats.org/drawingml/2006/main">
            <a:off x="762000" y="4219575"/>
            <a:ext cx="7620000" cy="476250"/>
          </a:xfrm>
          <a:prstGeom xmlns:a="http://schemas.openxmlformats.org/drawingml/2006/main" prst="roundRect">
            <a:avLst>
              <a:gd name="adj" fmla="val 20000"/>
            </a:avLst>
          </a:prstGeom>
          <a:solidFill xmlns:a="http://schemas.openxmlformats.org/drawingml/2006/main">
            <a:srgbClr val="FFF7E8"/>
          </a:solidFill>
          <a:ln xmlns:a="http://schemas.openxmlformats.org/drawingml/2006/main" w="12383">
            <a:solidFill>
              <a:srgbClr val="EF8200"/>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013" b="1">
                <a:solidFill>
                  <a:srgbClr val="17324D"/>
                </a:solidFill>
                <a:latin typeface="Arial"/>
                <a:ea typeface="Arial"/>
                <a:cs typeface="Arial"/>
              </a:defRPr>
            </a:pPr>
            <a:r>
              <a:rPr sz="1013" b="1">
                <a:solidFill>
                  <a:srgbClr val="17324D"/>
                </a:solidFill>
                <a:latin typeface="Arial"/>
                <a:ea typeface="Arial"/>
                <a:cs typeface="Arial"/>
              </a:rPr>
              <a:t>Reports: 7 with 525/6, then 3 with 1048/9 Canny pixels/Hough segments • PNG is replaced</a:t>
            </a:r>
          </a:p>
        </p:txBody>
      </p:sp>
    </p:spTree>
    <p:extLst>
      <p:ext uri="{BB962C8B-B14F-4D97-AF65-F5344CB8AC3E}">
        <p14:creationId xmlns:p14="http://schemas.microsoft.com/office/powerpoint/2010/main" val="625655601"/>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83" name="Google Shape;83;g37bad65a17d_0_0">
            <a:extLst xmlns:a="http://schemas.openxmlformats.org/drawingml/2006/main">
              <a:ext uri="{FF2B5EF4-FFF2-40B4-BE49-F238E27FC236}">
                <a16:creationId xmlns:a16="http://schemas.microsoft.com/office/drawing/2014/main" id="{0CC56B34-6770-45D7-9E5A-4F0C2199F86A}"/>
              </a:ext>
            </a:extLst>
          </p:cNvPr>
          <p:cNvSpPr>
            <a:spLocks xmlns:a="http://schemas.openxmlformats.org/drawingml/2006/main" noGrp="1"/>
          </p:cNvSpPr>
          <p:nvPr>
            <p:ph type="title" idx="0"/>
          </p:nvPr>
        </p:nvSpPr>
        <p:spPr>
          <a:xfrm xmlns:a="http://schemas.openxmlformats.org/drawingml/2006/main">
            <a:off x="457200" y="528638"/>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45720" rIns="91440" bIns="4572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1400"/>
              <a:buNone/>
              <a:defRPr sz="2400" b="0">
                <a:solidFill>
                  <a:srgbClr val="00A0DF"/>
                </a:solidFill>
                <a:latin typeface="Arial"/>
                <a:ea typeface="Arial"/>
                <a:cs typeface="Arial"/>
              </a:defRPr>
            </a:pPr>
            <a:r>
              <a:rPr sz="2400" b="0">
                <a:solidFill>
                  <a:srgbClr val="00A0DF"/>
                </a:solidFill>
                <a:latin typeface="Arial"/>
                <a:ea typeface="Arial"/>
                <a:cs typeface="Arial"/>
              </a:rPr>
              <a:t>The same edge pipeline transfers from digits to roads</a:t>
            </a:r>
            <a:endParaRPr/>
          </a:p>
        </p:txBody>
      </p:sp>
      <p:sp>
        <p:nvSpPr>
          <p:cNvPr id="85" name="Google Shape;85;g37bad65a17d_0_0">
            <a:extLst xmlns:a="http://schemas.openxmlformats.org/drawingml/2006/main">
              <a:ext uri="{FF2B5EF4-FFF2-40B4-BE49-F238E27FC236}">
                <a16:creationId xmlns:a16="http://schemas.microsoft.com/office/drawing/2014/main" id="{31B1C2C2-F77F-4032-9D0A-FF56401D76B3}"/>
              </a:ext>
            </a:extLst>
          </p:cNvPr>
          <p:cNvSpPr>
            <a:spLocks xmlns:a="http://schemas.openxmlformats.org/drawingml/2006/main" noGrp="1"/>
          </p:cNvSpPr>
          <p:nvPr>
            <p:ph type="sldNum" idx="12"/>
          </p:nvPr>
        </p:nvSpPr>
        <p:spPr>
          <a:xfrm xmlns:a="http://schemas.openxmlformats.org/drawingml/2006/main">
            <a:off x="3505200" y="4767263"/>
            <a:ext cx="2133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Clr>
                <a:srgbClr val="000000"/>
              </a:buClr>
              <a:buSzPts val="1200"/>
              <a:buFont typeface="Arial"/>
              <a:buNone/>
              <a:defRPr sz="1200">
                <a:solidFill>
                  <a:srgbClr val="00539F"/>
                </a:solidFill>
                <a:latin typeface="Arial"/>
                <a:ea typeface="Arial"/>
                <a:cs typeface="Arial"/>
              </a:defRPr>
            </a:pPr>
            <a:fld id="{02F15020-66A7-620A-7B7A-C05C4312DEAE}" type="slidenum">
              <a:rPr sz="1200">
                <a:solidFill>
                  <a:srgbClr val="00539F"/>
                </a:solidFill>
                <a:latin typeface="Arial"/>
                <a:ea typeface="Arial"/>
                <a:cs typeface="Arial"/>
              </a:rPr>
              <a:t>27</a:t>
            </a:fld>
            <a:endParaRPr/>
          </a:p>
        </p:txBody>
      </p:sp>
      <p:sp>
        <p:nvSpPr>
          <p:cNvPr id="86" name="Section tag">
            <a:extLst xmlns:a="http://schemas.openxmlformats.org/drawingml/2006/main">
              <a:ext uri="{FF2B5EF4-FFF2-40B4-BE49-F238E27FC236}">
                <a16:creationId xmlns:a16="http://schemas.microsoft.com/office/drawing/2014/main" id="{EE54A5F0-C901-4528-87B5-5281ECA6D83F}"/>
              </a:ext>
            </a:extLst>
          </p:cNvPr>
          <p:cNvSpPr>
            <a:spLocks xmlns:a="http://schemas.openxmlformats.org/drawingml/2006/main" noGrp="1"/>
          </p:cNvSpPr>
          <p:nvPr/>
        </p:nvSpPr>
        <p:spPr>
          <a:xfrm xmlns:a="http://schemas.openxmlformats.org/drawingml/2006/main">
            <a:off x="619125" y="1304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ROAD TRANSFER</a:t>
            </a:r>
          </a:p>
        </p:txBody>
      </p:sp>
      <p:sp>
        <p:nvSpPr>
          <p:cNvPr id="87" name="road image">
            <a:extLst xmlns:a="http://schemas.openxmlformats.org/drawingml/2006/main">
              <a:ext uri="{FF2B5EF4-FFF2-40B4-BE49-F238E27FC236}">
                <a16:creationId xmlns:a16="http://schemas.microsoft.com/office/drawing/2014/main" id="{7D9A2CBD-EF22-4B56-9E79-644DF3E78B3F}"/>
              </a:ext>
            </a:extLst>
          </p:cNvPr>
          <p:cNvSpPr>
            <a:spLocks xmlns:a="http://schemas.openxmlformats.org/drawingml/2006/main" noGrp="1"/>
          </p:cNvSpPr>
          <p:nvPr/>
        </p:nvSpPr>
        <p:spPr>
          <a:xfrm xmlns:a="http://schemas.openxmlformats.org/drawingml/2006/main">
            <a:off x="809625" y="2000250"/>
            <a:ext cx="1215390" cy="781050"/>
          </a:xfrm>
          <a:prstGeom xmlns:a="http://schemas.openxmlformats.org/drawingml/2006/main" prst="roundRect">
            <a:avLst>
              <a:gd name="adj" fmla="val 12195"/>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road image</a:t>
            </a:r>
          </a:p>
        </p:txBody>
      </p:sp>
      <p:sp>
        <p:nvSpPr>
          <p:cNvPr id="88" name="grayscale&#10;+ blur">
            <a:extLst xmlns:a="http://schemas.openxmlformats.org/drawingml/2006/main">
              <a:ext uri="{FF2B5EF4-FFF2-40B4-BE49-F238E27FC236}">
                <a16:creationId xmlns:a16="http://schemas.microsoft.com/office/drawing/2014/main" id="{AAEBF275-A3AF-4B8B-B2E9-B8D7D572E5C6}"/>
              </a:ext>
            </a:extLst>
          </p:cNvPr>
          <p:cNvSpPr>
            <a:spLocks xmlns:a="http://schemas.openxmlformats.org/drawingml/2006/main" noGrp="1"/>
          </p:cNvSpPr>
          <p:nvPr/>
        </p:nvSpPr>
        <p:spPr>
          <a:xfrm xmlns:a="http://schemas.openxmlformats.org/drawingml/2006/main">
            <a:off x="2386965" y="2000250"/>
            <a:ext cx="1215390" cy="781050"/>
          </a:xfrm>
          <a:prstGeom xmlns:a="http://schemas.openxmlformats.org/drawingml/2006/main" prst="roundRect">
            <a:avLst>
              <a:gd name="adj" fmla="val 12195"/>
            </a:avLst>
          </a:prstGeom>
          <a:solidFill xmlns:a="http://schemas.openxmlformats.org/drawingml/2006/main">
            <a:srgbClr val="EAF4FA"/>
          </a:solidFill>
          <a:ln xmlns:a="http://schemas.openxmlformats.org/drawingml/2006/main" w="12383">
            <a:solidFill>
              <a:srgbClr val="00A0DF"/>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grayscale</a:t>
            </a:r>
          </a:p>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 blur</a:t>
            </a:r>
          </a:p>
        </p:txBody>
      </p:sp>
      <p:sp>
        <p:nvSpPr>
          <p:cNvPr id="89" name="Canny&#10;edges">
            <a:extLst xmlns:a="http://schemas.openxmlformats.org/drawingml/2006/main">
              <a:ext uri="{FF2B5EF4-FFF2-40B4-BE49-F238E27FC236}">
                <a16:creationId xmlns:a16="http://schemas.microsoft.com/office/drawing/2014/main" id="{5141A10C-8005-4A12-A9FE-34F4E3A7F8B7}"/>
              </a:ext>
            </a:extLst>
          </p:cNvPr>
          <p:cNvSpPr>
            <a:spLocks xmlns:a="http://schemas.openxmlformats.org/drawingml/2006/main" noGrp="1"/>
          </p:cNvSpPr>
          <p:nvPr/>
        </p:nvSpPr>
        <p:spPr>
          <a:xfrm xmlns:a="http://schemas.openxmlformats.org/drawingml/2006/main">
            <a:off x="3964305" y="2000250"/>
            <a:ext cx="1215390" cy="781050"/>
          </a:xfrm>
          <a:prstGeom xmlns:a="http://schemas.openxmlformats.org/drawingml/2006/main" prst="roundRect">
            <a:avLst>
              <a:gd name="adj" fmla="val 12195"/>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Canny</a:t>
            </a:r>
          </a:p>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edges</a:t>
            </a:r>
          </a:p>
        </p:txBody>
      </p:sp>
      <p:sp>
        <p:nvSpPr>
          <p:cNvPr id="90" name="road ROI">
            <a:extLst xmlns:a="http://schemas.openxmlformats.org/drawingml/2006/main">
              <a:ext uri="{FF2B5EF4-FFF2-40B4-BE49-F238E27FC236}">
                <a16:creationId xmlns:a16="http://schemas.microsoft.com/office/drawing/2014/main" id="{BA664990-5DF8-495C-B457-5F218EC22D4B}"/>
              </a:ext>
            </a:extLst>
          </p:cNvPr>
          <p:cNvSpPr>
            <a:spLocks xmlns:a="http://schemas.openxmlformats.org/drawingml/2006/main" noGrp="1"/>
          </p:cNvSpPr>
          <p:nvPr/>
        </p:nvSpPr>
        <p:spPr>
          <a:xfrm xmlns:a="http://schemas.openxmlformats.org/drawingml/2006/main">
            <a:off x="5541645" y="2000250"/>
            <a:ext cx="1215390" cy="781050"/>
          </a:xfrm>
          <a:prstGeom xmlns:a="http://schemas.openxmlformats.org/drawingml/2006/main" prst="roundRect">
            <a:avLst>
              <a:gd name="adj" fmla="val 12195"/>
            </a:avLst>
          </a:prstGeom>
          <a:solidFill xmlns:a="http://schemas.openxmlformats.org/drawingml/2006/main">
            <a:srgbClr val="EAF4FA"/>
          </a:solidFill>
          <a:ln xmlns:a="http://schemas.openxmlformats.org/drawingml/2006/main" w="12383">
            <a:solidFill>
              <a:srgbClr val="00A0DF"/>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road ROI</a:t>
            </a:r>
          </a:p>
        </p:txBody>
      </p:sp>
      <p:sp>
        <p:nvSpPr>
          <p:cNvPr id="91" name="lines or&#10;curves">
            <a:extLst xmlns:a="http://schemas.openxmlformats.org/drawingml/2006/main">
              <a:ext uri="{FF2B5EF4-FFF2-40B4-BE49-F238E27FC236}">
                <a16:creationId xmlns:a16="http://schemas.microsoft.com/office/drawing/2014/main" id="{759CD2A9-6D71-4453-B372-66908A990F16}"/>
              </a:ext>
            </a:extLst>
          </p:cNvPr>
          <p:cNvSpPr>
            <a:spLocks xmlns:a="http://schemas.openxmlformats.org/drawingml/2006/main" noGrp="1"/>
          </p:cNvSpPr>
          <p:nvPr/>
        </p:nvSpPr>
        <p:spPr>
          <a:xfrm xmlns:a="http://schemas.openxmlformats.org/drawingml/2006/main">
            <a:off x="7118985" y="2000250"/>
            <a:ext cx="1215390" cy="781050"/>
          </a:xfrm>
          <a:prstGeom xmlns:a="http://schemas.openxmlformats.org/drawingml/2006/main" prst="roundRect">
            <a:avLst>
              <a:gd name="adj" fmla="val 12195"/>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lines or</a:t>
            </a:r>
          </a:p>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curves</a:t>
            </a:r>
          </a:p>
        </p:txBody>
      </p:sp>
      <p:cxnSp>
        <p:nvCxnSpPr>
          <p:cNvPr id="111" name=""/>
          <p:cNvCxnSpPr>
            <a:stCxn xmlns:a="http://schemas.openxmlformats.org/drawingml/2006/main" id="87" idx="3"/>
            <a:endCxn xmlns:a="http://schemas.openxmlformats.org/drawingml/2006/main" id="88" idx="1"/>
          </p:cNvCxnSpPr>
          <p:nvPr/>
        </p:nvCxnSpPr>
        <p:spPr>
          <a:xfrm xmlns:a="http://schemas.openxmlformats.org/drawingml/2006/main">
            <a:off x="2025015" y="2390775"/>
            <a:ext cx="361950" cy="0"/>
          </a:xfrm>
          <a:prstGeom xmlns:a="http://schemas.openxmlformats.org/drawingml/2006/main" prst="straightConnector1">
            <a:avLst/>
          </a:prstGeom>
          <a:ln xmlns:a="http://schemas.openxmlformats.org/drawingml/2006/main" w="19050">
            <a:solidFill>
              <a:srgbClr val="4B6072"/>
            </a:solidFill>
            <a:prstDash val="solid"/>
            <a:tailEnd type="triangle" w="sm" len="sm"/>
          </a:ln>
        </p:spPr>
      </p:cxnSp>
      <p:cxnSp>
        <p:nvCxnSpPr>
          <p:cNvPr id="112" name=""/>
          <p:cNvCxnSpPr>
            <a:stCxn xmlns:a="http://schemas.openxmlformats.org/drawingml/2006/main" id="88" idx="3"/>
            <a:endCxn xmlns:a="http://schemas.openxmlformats.org/drawingml/2006/main" id="89" idx="1"/>
          </p:cNvCxnSpPr>
          <p:nvPr/>
        </p:nvCxnSpPr>
        <p:spPr>
          <a:xfrm xmlns:a="http://schemas.openxmlformats.org/drawingml/2006/main">
            <a:off x="3602355" y="2390775"/>
            <a:ext cx="361950" cy="0"/>
          </a:xfrm>
          <a:prstGeom xmlns:a="http://schemas.openxmlformats.org/drawingml/2006/main" prst="straightConnector1">
            <a:avLst/>
          </a:prstGeom>
          <a:ln xmlns:a="http://schemas.openxmlformats.org/drawingml/2006/main" w="19050">
            <a:solidFill>
              <a:srgbClr val="4B6072"/>
            </a:solidFill>
            <a:prstDash val="solid"/>
            <a:tailEnd type="triangle" w="sm" len="sm"/>
          </a:ln>
        </p:spPr>
      </p:cxnSp>
      <p:cxnSp>
        <p:nvCxnSpPr>
          <p:cNvPr id="113" name=""/>
          <p:cNvCxnSpPr>
            <a:stCxn xmlns:a="http://schemas.openxmlformats.org/drawingml/2006/main" id="89" idx="3"/>
            <a:endCxn xmlns:a="http://schemas.openxmlformats.org/drawingml/2006/main" id="90" idx="1"/>
          </p:cNvCxnSpPr>
          <p:nvPr/>
        </p:nvCxnSpPr>
        <p:spPr>
          <a:xfrm xmlns:a="http://schemas.openxmlformats.org/drawingml/2006/main">
            <a:off x="5179695" y="2390775"/>
            <a:ext cx="361950" cy="0"/>
          </a:xfrm>
          <a:prstGeom xmlns:a="http://schemas.openxmlformats.org/drawingml/2006/main" prst="straightConnector1">
            <a:avLst/>
          </a:prstGeom>
          <a:ln xmlns:a="http://schemas.openxmlformats.org/drawingml/2006/main" w="19050">
            <a:solidFill>
              <a:srgbClr val="4B6072"/>
            </a:solidFill>
            <a:prstDash val="solid"/>
            <a:tailEnd type="triangle" w="sm" len="sm"/>
          </a:ln>
        </p:spPr>
      </p:cxnSp>
      <p:cxnSp>
        <p:nvCxnSpPr>
          <p:cNvPr id="114" name=""/>
          <p:cNvCxnSpPr>
            <a:stCxn xmlns:a="http://schemas.openxmlformats.org/drawingml/2006/main" id="90" idx="3"/>
            <a:endCxn xmlns:a="http://schemas.openxmlformats.org/drawingml/2006/main" id="91" idx="1"/>
          </p:cNvCxnSpPr>
          <p:nvPr/>
        </p:nvCxnSpPr>
        <p:spPr>
          <a:xfrm xmlns:a="http://schemas.openxmlformats.org/drawingml/2006/main">
            <a:off x="6757035" y="2390775"/>
            <a:ext cx="361950" cy="0"/>
          </a:xfrm>
          <a:prstGeom xmlns:a="http://schemas.openxmlformats.org/drawingml/2006/main" prst="straightConnector1">
            <a:avLst/>
          </a:prstGeom>
          <a:ln xmlns:a="http://schemas.openxmlformats.org/drawingml/2006/main" w="19050">
            <a:solidFill>
              <a:srgbClr val="4B6072"/>
            </a:solidFill>
            <a:prstDash val="solid"/>
            <a:tailEnd type="triangle" w="sm" len="sm"/>
          </a:ln>
        </p:spPr>
      </p:cxnSp>
      <p:sp>
        <p:nvSpPr>
          <p:cNvPr id="96" name="Same">
            <a:extLst xmlns:a="http://schemas.openxmlformats.org/drawingml/2006/main">
              <a:ext uri="{FF2B5EF4-FFF2-40B4-BE49-F238E27FC236}">
                <a16:creationId xmlns:a16="http://schemas.microsoft.com/office/drawing/2014/main" id="{3A9E9F56-C883-4CBD-A714-3BB9CD0E0AFA}"/>
              </a:ext>
            </a:extLst>
          </p:cNvPr>
          <p:cNvSpPr>
            <a:spLocks xmlns:a="http://schemas.openxmlformats.org/drawingml/2006/main" noGrp="1"/>
          </p:cNvSpPr>
          <p:nvPr/>
        </p:nvSpPr>
        <p:spPr>
          <a:xfrm xmlns:a="http://schemas.openxmlformats.org/drawingml/2006/main">
            <a:off x="571500" y="3238500"/>
            <a:ext cx="2552700" cy="438150"/>
          </a:xfrm>
          <a:prstGeom xmlns:a="http://schemas.openxmlformats.org/drawingml/2006/main" prst="roundRect">
            <a:avLst>
              <a:gd name="adj" fmla="val 21739"/>
            </a:avLst>
          </a:prstGeom>
          <a:solidFill xmlns:a="http://schemas.openxmlformats.org/drawingml/2006/main">
            <a:srgbClr val="EAF4FA"/>
          </a:solidFill>
          <a:ln xmlns:a="http://schemas.openxmlformats.org/drawingml/2006/main" w="12383">
            <a:solidFill>
              <a:srgbClr val="00A0DF"/>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1">
                <a:solidFill>
                  <a:srgbClr val="00539F"/>
                </a:solidFill>
                <a:latin typeface="Arial"/>
                <a:ea typeface="Arial"/>
                <a:cs typeface="Arial"/>
              </a:defRPr>
            </a:pPr>
            <a:r>
              <a:rPr sz="1500" b="1">
                <a:solidFill>
                  <a:srgbClr val="00539F"/>
                </a:solidFill>
                <a:latin typeface="Arial"/>
                <a:ea typeface="Arial"/>
                <a:cs typeface="Arial"/>
              </a:rPr>
              <a:t>Same</a:t>
            </a:r>
          </a:p>
        </p:txBody>
      </p:sp>
      <p:sp>
        <p:nvSpPr>
          <p:cNvPr id="97" name="Lecture text">
            <a:extLst xmlns:a="http://schemas.openxmlformats.org/drawingml/2006/main">
              <a:ext uri="{FF2B5EF4-FFF2-40B4-BE49-F238E27FC236}">
                <a16:creationId xmlns:a16="http://schemas.microsoft.com/office/drawing/2014/main" id="{98577FCA-5198-40D8-9D12-B18229726A7E}"/>
              </a:ext>
            </a:extLst>
          </p:cNvPr>
          <p:cNvSpPr>
            <a:spLocks xmlns:a="http://schemas.openxmlformats.org/drawingml/2006/main" noGrp="1"/>
          </p:cNvSpPr>
          <p:nvPr/>
        </p:nvSpPr>
        <p:spPr>
          <a:xfrm xmlns:a="http://schemas.openxmlformats.org/drawingml/2006/main">
            <a:off x="609600" y="3771900"/>
            <a:ext cx="2476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local brightness boundaries</a:t>
            </a:r>
          </a:p>
        </p:txBody>
      </p:sp>
      <p:sp>
        <p:nvSpPr>
          <p:cNvPr id="98" name="New">
            <a:extLst xmlns:a="http://schemas.openxmlformats.org/drawingml/2006/main">
              <a:ext uri="{FF2B5EF4-FFF2-40B4-BE49-F238E27FC236}">
                <a16:creationId xmlns:a16="http://schemas.microsoft.com/office/drawing/2014/main" id="{F9716AB3-6170-4F7F-9893-6E5902193E45}"/>
              </a:ext>
            </a:extLst>
          </p:cNvPr>
          <p:cNvSpPr>
            <a:spLocks xmlns:a="http://schemas.openxmlformats.org/drawingml/2006/main" noGrp="1"/>
          </p:cNvSpPr>
          <p:nvPr/>
        </p:nvSpPr>
        <p:spPr>
          <a:xfrm xmlns:a="http://schemas.openxmlformats.org/drawingml/2006/main">
            <a:off x="3295650" y="3238500"/>
            <a:ext cx="2552700" cy="438150"/>
          </a:xfrm>
          <a:prstGeom xmlns:a="http://schemas.openxmlformats.org/drawingml/2006/main" prst="roundRect">
            <a:avLst>
              <a:gd name="adj" fmla="val 21739"/>
            </a:avLst>
          </a:prstGeom>
          <a:solidFill xmlns:a="http://schemas.openxmlformats.org/drawingml/2006/main">
            <a:srgbClr val="FFF7E8"/>
          </a:solidFill>
          <a:ln xmlns:a="http://schemas.openxmlformats.org/drawingml/2006/main" w="12383">
            <a:solidFill>
              <a:srgbClr val="EF8200"/>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1">
                <a:solidFill>
                  <a:srgbClr val="00539F"/>
                </a:solidFill>
                <a:latin typeface="Arial"/>
                <a:ea typeface="Arial"/>
                <a:cs typeface="Arial"/>
              </a:defRPr>
            </a:pPr>
            <a:r>
              <a:rPr sz="1500" b="1">
                <a:solidFill>
                  <a:srgbClr val="00539F"/>
                </a:solidFill>
                <a:latin typeface="Arial"/>
                <a:ea typeface="Arial"/>
                <a:cs typeface="Arial"/>
              </a:rPr>
              <a:t>New</a:t>
            </a:r>
          </a:p>
        </p:txBody>
      </p:sp>
      <p:sp>
        <p:nvSpPr>
          <p:cNvPr id="99" name="Lecture text">
            <a:extLst xmlns:a="http://schemas.openxmlformats.org/drawingml/2006/main">
              <a:ext uri="{FF2B5EF4-FFF2-40B4-BE49-F238E27FC236}">
                <a16:creationId xmlns:a16="http://schemas.microsoft.com/office/drawing/2014/main" id="{ECFE1206-571D-4CA8-B1E5-169AA13920EB}"/>
              </a:ext>
            </a:extLst>
          </p:cNvPr>
          <p:cNvSpPr>
            <a:spLocks xmlns:a="http://schemas.openxmlformats.org/drawingml/2006/main" noGrp="1"/>
          </p:cNvSpPr>
          <p:nvPr/>
        </p:nvSpPr>
        <p:spPr>
          <a:xfrm xmlns:a="http://schemas.openxmlformats.org/drawingml/2006/main">
            <a:off x="3333750" y="3771900"/>
            <a:ext cx="2476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perspective and road region</a:t>
            </a:r>
          </a:p>
        </p:txBody>
      </p:sp>
      <p:sp>
        <p:nvSpPr>
          <p:cNvPr id="100" name="Output">
            <a:extLst xmlns:a="http://schemas.openxmlformats.org/drawingml/2006/main">
              <a:ext uri="{FF2B5EF4-FFF2-40B4-BE49-F238E27FC236}">
                <a16:creationId xmlns:a16="http://schemas.microsoft.com/office/drawing/2014/main" id="{C688FC03-2B58-4161-AB2D-12B3DE9E1C0B}"/>
              </a:ext>
            </a:extLst>
          </p:cNvPr>
          <p:cNvSpPr>
            <a:spLocks xmlns:a="http://schemas.openxmlformats.org/drawingml/2006/main" noGrp="1"/>
          </p:cNvSpPr>
          <p:nvPr/>
        </p:nvSpPr>
        <p:spPr>
          <a:xfrm xmlns:a="http://schemas.openxmlformats.org/drawingml/2006/main">
            <a:off x="6019800" y="3238500"/>
            <a:ext cx="2552700" cy="438150"/>
          </a:xfrm>
          <a:prstGeom xmlns:a="http://schemas.openxmlformats.org/drawingml/2006/main" prst="roundRect">
            <a:avLst>
              <a:gd name="adj" fmla="val 21739"/>
            </a:avLst>
          </a:prstGeom>
          <a:solidFill xmlns:a="http://schemas.openxmlformats.org/drawingml/2006/main">
            <a:srgbClr val="EEF7EA"/>
          </a:solidFill>
          <a:ln xmlns:a="http://schemas.openxmlformats.org/drawingml/2006/main" w="12383">
            <a:solidFill>
              <a:srgbClr val="5A8E22"/>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1">
                <a:solidFill>
                  <a:srgbClr val="00539F"/>
                </a:solidFill>
                <a:latin typeface="Arial"/>
                <a:ea typeface="Arial"/>
                <a:cs typeface="Arial"/>
              </a:defRPr>
            </a:pPr>
            <a:r>
              <a:rPr sz="1500" b="1">
                <a:solidFill>
                  <a:srgbClr val="00539F"/>
                </a:solidFill>
                <a:latin typeface="Arial"/>
                <a:ea typeface="Arial"/>
                <a:cs typeface="Arial"/>
              </a:rPr>
              <a:t>Output</a:t>
            </a:r>
          </a:p>
        </p:txBody>
      </p:sp>
      <p:sp>
        <p:nvSpPr>
          <p:cNvPr id="101" name="Lecture text">
            <a:extLst xmlns:a="http://schemas.openxmlformats.org/drawingml/2006/main">
              <a:ext uri="{FF2B5EF4-FFF2-40B4-BE49-F238E27FC236}">
                <a16:creationId xmlns:a16="http://schemas.microsoft.com/office/drawing/2014/main" id="{DE17F27C-F5D0-4C0B-8BB7-E7BEDF62B8BC}"/>
              </a:ext>
            </a:extLst>
          </p:cNvPr>
          <p:cNvSpPr>
            <a:spLocks xmlns:a="http://schemas.openxmlformats.org/drawingml/2006/main" noGrp="1"/>
          </p:cNvSpPr>
          <p:nvPr/>
        </p:nvSpPr>
        <p:spPr>
          <a:xfrm xmlns:a="http://schemas.openxmlformats.org/drawingml/2006/main">
            <a:off x="6057900" y="3771900"/>
            <a:ext cx="2476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81334"/>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lane boundary overlay + ROS report</a:t>
            </a:r>
          </a:p>
        </p:txBody>
      </p:sp>
      <p:sp>
        <p:nvSpPr>
          <p:cNvPr id="102" name="Classical perception succeeds by adding explicit task assumptions around general edge evidence.">
            <a:extLst xmlns:a="http://schemas.openxmlformats.org/drawingml/2006/main">
              <a:ext uri="{FF2B5EF4-FFF2-40B4-BE49-F238E27FC236}">
                <a16:creationId xmlns:a16="http://schemas.microsoft.com/office/drawing/2014/main" id="{BB6B2BD0-CE86-4534-BA6E-5A27EE2896A3}"/>
              </a:ext>
            </a:extLst>
          </p:cNvPr>
          <p:cNvSpPr>
            <a:spLocks xmlns:a="http://schemas.openxmlformats.org/drawingml/2006/main" noGrp="1"/>
          </p:cNvSpPr>
          <p:nvPr/>
        </p:nvSpPr>
        <p:spPr>
          <a:xfrm xmlns:a="http://schemas.openxmlformats.org/drawingml/2006/main">
            <a:off x="1000125" y="4324350"/>
            <a:ext cx="7143750" cy="381000"/>
          </a:xfrm>
          <a:prstGeom xmlns:a="http://schemas.openxmlformats.org/drawingml/2006/main" prst="roundRect">
            <a:avLst>
              <a:gd name="adj" fmla="val 25000"/>
            </a:avLst>
          </a:prstGeom>
          <a:solidFill xmlns:a="http://schemas.openxmlformats.org/drawingml/2006/main">
            <a:srgbClr val="EAF4FA"/>
          </a:solidFill>
          <a:ln xmlns:a="http://schemas.openxmlformats.org/drawingml/2006/main" w="12383">
            <a:solidFill>
              <a:srgbClr val="00539F"/>
            </a:solidFill>
            <a:prstDash val="solid"/>
          </a:ln>
        </p:spPr>
        <p:txBody>
          <a:bodyPr xmlns:a="http://schemas.openxmlformats.org/drawingml/2006/main" wrap="square" lIns="66675" tIns="57150" rIns="66675" bIns="57150" anchor="ctr">
            <a:normAutofit fontScale="85853"/>
          </a:bodyPr>
          <a:lstStyle xmlns:a="http://schemas.openxmlformats.org/drawingml/2006/main"/>
          <a:p xmlns:a="http://schemas.openxmlformats.org/drawingml/2006/main">
            <a:pPr algn="ctr">
              <a:defRPr sz="1350" b="1">
                <a:solidFill>
                  <a:srgbClr val="00539F"/>
                </a:solidFill>
                <a:latin typeface="Arial"/>
                <a:ea typeface="Arial"/>
                <a:cs typeface="Arial"/>
              </a:defRPr>
            </a:pPr>
            <a:r>
              <a:rPr sz="1350" b="1">
                <a:solidFill>
                  <a:srgbClr val="00539F"/>
                </a:solidFill>
                <a:latin typeface="Arial"/>
                <a:ea typeface="Arial"/>
                <a:cs typeface="Arial"/>
              </a:rPr>
              <a:t>Classical perception succeeds by adding explicit task assumptions around general edge evidence.</a:t>
            </a:r>
          </a:p>
        </p:txBody>
      </p:sp>
    </p:spTree>
    <p:extLst>
      <p:ext uri="{BB962C8B-B14F-4D97-AF65-F5344CB8AC3E}">
        <p14:creationId xmlns:p14="http://schemas.microsoft.com/office/powerpoint/2010/main" val="625655601"/>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83" name="Google Shape;83;g37bad65a17d_0_0">
            <a:extLst xmlns:a="http://schemas.openxmlformats.org/drawingml/2006/main">
              <a:ext uri="{FF2B5EF4-FFF2-40B4-BE49-F238E27FC236}">
                <a16:creationId xmlns:a16="http://schemas.microsoft.com/office/drawing/2014/main" id="{0CC56B34-6770-45D7-9E5A-4F0C2199F86A}"/>
              </a:ext>
            </a:extLst>
          </p:cNvPr>
          <p:cNvSpPr>
            <a:spLocks xmlns:a="http://schemas.openxmlformats.org/drawingml/2006/main" noGrp="1"/>
          </p:cNvSpPr>
          <p:nvPr>
            <p:ph type="title" idx="0"/>
          </p:nvPr>
        </p:nvSpPr>
        <p:spPr>
          <a:xfrm xmlns:a="http://schemas.openxmlformats.org/drawingml/2006/main">
            <a:off x="457200" y="528638"/>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45720" rIns="91440" bIns="4572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1400"/>
              <a:buNone/>
              <a:defRPr sz="2250" b="0">
                <a:solidFill>
                  <a:srgbClr val="00A0DF"/>
                </a:solidFill>
                <a:latin typeface="Arial"/>
                <a:ea typeface="Arial"/>
                <a:cs typeface="Arial"/>
              </a:defRPr>
            </a:pPr>
            <a:r>
              <a:rPr sz="2250" b="0">
                <a:solidFill>
                  <a:srgbClr val="00A0DF"/>
                </a:solidFill>
                <a:latin typeface="Arial"/>
                <a:ea typeface="Arial"/>
                <a:cs typeface="Arial"/>
              </a:rPr>
              <a:t>Straight lanes: ROI removes clutter; Hough returns segments</a:t>
            </a:r>
            <a:endParaRPr/>
          </a:p>
        </p:txBody>
      </p:sp>
      <p:sp>
        <p:nvSpPr>
          <p:cNvPr id="85" name="Google Shape;85;g37bad65a17d_0_0">
            <a:extLst xmlns:a="http://schemas.openxmlformats.org/drawingml/2006/main">
              <a:ext uri="{FF2B5EF4-FFF2-40B4-BE49-F238E27FC236}">
                <a16:creationId xmlns:a16="http://schemas.microsoft.com/office/drawing/2014/main" id="{31B1C2C2-F77F-4032-9D0A-FF56401D76B3}"/>
              </a:ext>
            </a:extLst>
          </p:cNvPr>
          <p:cNvSpPr>
            <a:spLocks xmlns:a="http://schemas.openxmlformats.org/drawingml/2006/main" noGrp="1"/>
          </p:cNvSpPr>
          <p:nvPr>
            <p:ph type="sldNum" idx="12"/>
          </p:nvPr>
        </p:nvSpPr>
        <p:spPr>
          <a:xfrm xmlns:a="http://schemas.openxmlformats.org/drawingml/2006/main">
            <a:off x="3505200" y="4767263"/>
            <a:ext cx="2133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Clr>
                <a:srgbClr val="000000"/>
              </a:buClr>
              <a:buSzPts val="1200"/>
              <a:buFont typeface="Arial"/>
              <a:buNone/>
              <a:defRPr sz="1200">
                <a:solidFill>
                  <a:srgbClr val="00539F"/>
                </a:solidFill>
                <a:latin typeface="Arial"/>
                <a:ea typeface="Arial"/>
                <a:cs typeface="Arial"/>
              </a:defRPr>
            </a:pPr>
            <a:fld id="{68AD4375-9F50-F53A-6F9F-DD8473067C05}" type="slidenum">
              <a:rPr sz="1200">
                <a:solidFill>
                  <a:srgbClr val="00539F"/>
                </a:solidFill>
                <a:latin typeface="Arial"/>
                <a:ea typeface="Arial"/>
                <a:cs typeface="Arial"/>
              </a:rPr>
              <a:t>28</a:t>
            </a:fld>
            <a:endParaRPr/>
          </a:p>
        </p:txBody>
      </p:sp>
      <p:sp>
        <p:nvSpPr>
          <p:cNvPr id="86" name="Section tag">
            <a:extLst xmlns:a="http://schemas.openxmlformats.org/drawingml/2006/main">
              <a:ext uri="{FF2B5EF4-FFF2-40B4-BE49-F238E27FC236}">
                <a16:creationId xmlns:a16="http://schemas.microsoft.com/office/drawing/2014/main" id="{A43162FB-761F-4DD4-82AB-C9B235F421B4}"/>
              </a:ext>
            </a:extLst>
          </p:cNvPr>
          <p:cNvSpPr>
            <a:spLocks xmlns:a="http://schemas.openxmlformats.org/drawingml/2006/main" noGrp="1"/>
          </p:cNvSpPr>
          <p:nvPr/>
        </p:nvSpPr>
        <p:spPr>
          <a:xfrm xmlns:a="http://schemas.openxmlformats.org/drawingml/2006/main">
            <a:off x="619125" y="1304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STRAIGHT LANES</a:t>
            </a:r>
          </a:p>
        </p:txBody>
      </p:sp>
      <p:pic>
        <p:nvPicPr>
          <p:cNvPr id="97" name=""/>
          <p:cNvPicPr>
            <a:picLocks xmlns:a="http://schemas.openxmlformats.org/drawingml/2006/main" noChangeAspect="1"/>
          </p:cNvPicPr>
          <p:nvPr/>
        </p:nvPicPr>
        <p:blipFill>
          <a:blip xmlns:r="http://schemas.openxmlformats.org/officeDocument/2006/relationships" xmlns:a="http://schemas.openxmlformats.org/drawingml/2006/main" r:embed="R5c5bf24587c9459f"/>
          <a:srcRect xmlns:a="http://schemas.openxmlformats.org/drawingml/2006/main" l="0" t="11240" r="0" b="11240"/>
          <a:stretch xmlns:a="http://schemas.openxmlformats.org/drawingml/2006/main">
            <a:fillRect l="0" t="0" r="0" b="0"/>
          </a:stretch>
        </p:blipFill>
        <p:spPr>
          <a:xfrm xmlns:a="http://schemas.openxmlformats.org/drawingml/2006/main">
            <a:off x="523875" y="1666875"/>
            <a:ext cx="4095750" cy="2381250"/>
          </a:xfrm>
          <a:prstGeom xmlns:a="http://schemas.openxmlformats.org/drawingml/2006/main" prst="rect">
            <a:avLst/>
          </a:prstGeom>
        </p:spPr>
      </p:pic>
      <p:sp>
        <p:nvSpPr>
          <p:cNvPr id="88" name="Canny">
            <a:extLst xmlns:a="http://schemas.openxmlformats.org/drawingml/2006/main">
              <a:ext uri="{FF2B5EF4-FFF2-40B4-BE49-F238E27FC236}">
                <a16:creationId xmlns:a16="http://schemas.microsoft.com/office/drawing/2014/main" id="{8E8FAD54-B0D0-4A10-BAD8-739B3FD4D71D}"/>
              </a:ext>
            </a:extLst>
          </p:cNvPr>
          <p:cNvSpPr>
            <a:spLocks xmlns:a="http://schemas.openxmlformats.org/drawingml/2006/main" noGrp="1"/>
          </p:cNvSpPr>
          <p:nvPr/>
        </p:nvSpPr>
        <p:spPr>
          <a:xfrm xmlns:a="http://schemas.openxmlformats.org/drawingml/2006/main">
            <a:off x="4953000" y="1790700"/>
            <a:ext cx="1428750" cy="609600"/>
          </a:xfrm>
          <a:prstGeom xmlns:a="http://schemas.openxmlformats.org/drawingml/2006/main" prst="roundRect">
            <a:avLst>
              <a:gd name="adj" fmla="val 15625"/>
            </a:avLst>
          </a:prstGeom>
          <a:solidFill xmlns:a="http://schemas.openxmlformats.org/drawingml/2006/main">
            <a:srgbClr val="EAF4FA"/>
          </a:solidFill>
          <a:ln xmlns:a="http://schemas.openxmlformats.org/drawingml/2006/main" w="12383">
            <a:solidFill>
              <a:srgbClr val="00A0DF"/>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1">
                <a:solidFill>
                  <a:srgbClr val="00539F"/>
                </a:solidFill>
                <a:latin typeface="Arial"/>
                <a:ea typeface="Arial"/>
                <a:cs typeface="Arial"/>
              </a:defRPr>
            </a:pPr>
            <a:r>
              <a:rPr sz="1500" b="1">
                <a:solidFill>
                  <a:srgbClr val="00539F"/>
                </a:solidFill>
                <a:latin typeface="Arial"/>
                <a:ea typeface="Arial"/>
                <a:cs typeface="Arial"/>
              </a:rPr>
              <a:t>Canny</a:t>
            </a:r>
          </a:p>
        </p:txBody>
      </p:sp>
      <p:sp>
        <p:nvSpPr>
          <p:cNvPr id="89" name="trapezoid ROI">
            <a:extLst xmlns:a="http://schemas.openxmlformats.org/drawingml/2006/main">
              <a:ext uri="{FF2B5EF4-FFF2-40B4-BE49-F238E27FC236}">
                <a16:creationId xmlns:a16="http://schemas.microsoft.com/office/drawing/2014/main" id="{9670FD38-ACAC-4795-846D-27BA32E6AF7A}"/>
              </a:ext>
            </a:extLst>
          </p:cNvPr>
          <p:cNvSpPr>
            <a:spLocks xmlns:a="http://schemas.openxmlformats.org/drawingml/2006/main" noGrp="1"/>
          </p:cNvSpPr>
          <p:nvPr/>
        </p:nvSpPr>
        <p:spPr>
          <a:xfrm xmlns:a="http://schemas.openxmlformats.org/drawingml/2006/main">
            <a:off x="6810375" y="1790700"/>
            <a:ext cx="1524000" cy="609600"/>
          </a:xfrm>
          <a:prstGeom xmlns:a="http://schemas.openxmlformats.org/drawingml/2006/main" prst="roundRect">
            <a:avLst>
              <a:gd name="adj" fmla="val 15625"/>
            </a:avLst>
          </a:prstGeom>
          <a:solidFill xmlns:a="http://schemas.openxmlformats.org/drawingml/2006/main">
            <a:srgbClr val="FFF7E8"/>
          </a:solidFill>
          <a:ln xmlns:a="http://schemas.openxmlformats.org/drawingml/2006/main" w="12383">
            <a:solidFill>
              <a:srgbClr val="EF8200"/>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trapezoid ROI</a:t>
            </a:r>
          </a:p>
        </p:txBody>
      </p:sp>
      <p:sp>
        <p:nvSpPr>
          <p:cNvPr id="90" name="HoughLinesP">
            <a:extLst xmlns:a="http://schemas.openxmlformats.org/drawingml/2006/main">
              <a:ext uri="{FF2B5EF4-FFF2-40B4-BE49-F238E27FC236}">
                <a16:creationId xmlns:a16="http://schemas.microsoft.com/office/drawing/2014/main" id="{7F711470-A375-4CA3-98FE-6BE4362E852E}"/>
              </a:ext>
            </a:extLst>
          </p:cNvPr>
          <p:cNvSpPr>
            <a:spLocks xmlns:a="http://schemas.openxmlformats.org/drawingml/2006/main" noGrp="1"/>
          </p:cNvSpPr>
          <p:nvPr/>
        </p:nvSpPr>
        <p:spPr>
          <a:xfrm xmlns:a="http://schemas.openxmlformats.org/drawingml/2006/main">
            <a:off x="4953000" y="2628900"/>
            <a:ext cx="1428750" cy="609600"/>
          </a:xfrm>
          <a:prstGeom xmlns:a="http://schemas.openxmlformats.org/drawingml/2006/main" prst="roundRect">
            <a:avLst>
              <a:gd name="adj" fmla="val 15625"/>
            </a:avLst>
          </a:prstGeom>
          <a:solidFill xmlns:a="http://schemas.openxmlformats.org/drawingml/2006/main">
            <a:srgbClr val="EEF7EA"/>
          </a:solidFill>
          <a:ln xmlns:a="http://schemas.openxmlformats.org/drawingml/2006/main" w="12383">
            <a:solidFill>
              <a:srgbClr val="5A8E22"/>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350" b="1">
                <a:solidFill>
                  <a:srgbClr val="17324D"/>
                </a:solidFill>
                <a:latin typeface="Arial"/>
                <a:ea typeface="Arial"/>
                <a:cs typeface="Arial"/>
              </a:defRPr>
            </a:pPr>
            <a:r>
              <a:rPr sz="1350" b="1">
                <a:solidFill>
                  <a:srgbClr val="17324D"/>
                </a:solidFill>
                <a:latin typeface="Arial"/>
                <a:ea typeface="Arial"/>
                <a:cs typeface="Arial"/>
              </a:rPr>
              <a:t>HoughLinesP</a:t>
            </a:r>
          </a:p>
        </p:txBody>
      </p:sp>
      <p:sp>
        <p:nvSpPr>
          <p:cNvPr id="91" name="slope filter">
            <a:extLst xmlns:a="http://schemas.openxmlformats.org/drawingml/2006/main">
              <a:ext uri="{FF2B5EF4-FFF2-40B4-BE49-F238E27FC236}">
                <a16:creationId xmlns:a16="http://schemas.microsoft.com/office/drawing/2014/main" id="{28FC1C61-2893-481F-ACE7-4076FA378C51}"/>
              </a:ext>
            </a:extLst>
          </p:cNvPr>
          <p:cNvSpPr>
            <a:spLocks xmlns:a="http://schemas.openxmlformats.org/drawingml/2006/main" noGrp="1"/>
          </p:cNvSpPr>
          <p:nvPr/>
        </p:nvSpPr>
        <p:spPr>
          <a:xfrm xmlns:a="http://schemas.openxmlformats.org/drawingml/2006/main">
            <a:off x="6810375" y="2628900"/>
            <a:ext cx="1524000" cy="609600"/>
          </a:xfrm>
          <a:prstGeom xmlns:a="http://schemas.openxmlformats.org/drawingml/2006/main" prst="roundRect">
            <a:avLst>
              <a:gd name="adj" fmla="val 15625"/>
            </a:avLst>
          </a:prstGeom>
          <a:solidFill xmlns:a="http://schemas.openxmlformats.org/drawingml/2006/main">
            <a:srgbClr val="FCEAEC"/>
          </a:solidFill>
          <a:ln xmlns:a="http://schemas.openxmlformats.org/drawingml/2006/main" w="12383">
            <a:solidFill>
              <a:srgbClr val="AF1E2D"/>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slope filter</a:t>
            </a:r>
          </a:p>
        </p:txBody>
      </p:sp>
      <p:sp>
        <p:nvSpPr>
          <p:cNvPr id="92" name="Lecture text">
            <a:extLst xmlns:a="http://schemas.openxmlformats.org/drawingml/2006/main">
              <a:ext uri="{FF2B5EF4-FFF2-40B4-BE49-F238E27FC236}">
                <a16:creationId xmlns:a16="http://schemas.microsoft.com/office/drawing/2014/main" id="{A3801270-28CD-49EC-8F62-BB67EF7219CA}"/>
              </a:ext>
            </a:extLst>
          </p:cNvPr>
          <p:cNvSpPr>
            <a:spLocks xmlns:a="http://schemas.openxmlformats.org/drawingml/2006/main" noGrp="1"/>
          </p:cNvSpPr>
          <p:nvPr/>
        </p:nvSpPr>
        <p:spPr>
          <a:xfrm xmlns:a="http://schemas.openxmlformats.org/drawingml/2006/main">
            <a:off x="4905375" y="3429000"/>
            <a:ext cx="3524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rmAutofit fontScale="79365"/>
          </a:bodyPr>
          <a:lstStyle xmlns:a="http://schemas.openxmlformats.org/drawingml/2006/main"/>
          <a:p xmlns:a="http://schemas.openxmlformats.org/drawingml/2006/main">
            <a:pPr algn="ctr">
              <a:defRPr sz="1575" b="1">
                <a:solidFill>
                  <a:srgbClr val="EF8200"/>
                </a:solidFill>
                <a:latin typeface="Arial"/>
                <a:ea typeface="Arial"/>
                <a:cs typeface="Arial"/>
              </a:defRPr>
            </a:pPr>
            <a:r>
              <a:rPr sz="1575" b="1">
                <a:solidFill>
                  <a:srgbClr val="EF8200"/>
                </a:solidFill>
                <a:latin typeface="Arial"/>
                <a:ea typeface="Arial"/>
                <a:cs typeface="Arial"/>
              </a:rPr>
              <a:t>Ignore sky, trees, and nearly horizontal texture</a:t>
            </a:r>
          </a:p>
        </p:txBody>
      </p:sp>
      <p:sp>
        <p:nvSpPr>
          <p:cNvPr id="93" name="Hough detects line evidence; ROI and slope rules turn that evidence into lane hypotheses.">
            <a:extLst xmlns:a="http://schemas.openxmlformats.org/drawingml/2006/main">
              <a:ext uri="{FF2B5EF4-FFF2-40B4-BE49-F238E27FC236}">
                <a16:creationId xmlns:a16="http://schemas.microsoft.com/office/drawing/2014/main" id="{03E0B9CB-A686-43B2-808B-8B1D0BF3BF11}"/>
              </a:ext>
            </a:extLst>
          </p:cNvPr>
          <p:cNvSpPr>
            <a:spLocks xmlns:a="http://schemas.openxmlformats.org/drawingml/2006/main" noGrp="1"/>
          </p:cNvSpPr>
          <p:nvPr/>
        </p:nvSpPr>
        <p:spPr>
          <a:xfrm xmlns:a="http://schemas.openxmlformats.org/drawingml/2006/main">
            <a:off x="1000125" y="4324350"/>
            <a:ext cx="7143750" cy="381000"/>
          </a:xfrm>
          <a:prstGeom xmlns:a="http://schemas.openxmlformats.org/drawingml/2006/main" prst="roundRect">
            <a:avLst>
              <a:gd name="adj" fmla="val 25000"/>
            </a:avLst>
          </a:prstGeom>
          <a:solidFill xmlns:a="http://schemas.openxmlformats.org/drawingml/2006/main">
            <a:srgbClr val="EAF4FA"/>
          </a:solidFill>
          <a:ln xmlns:a="http://schemas.openxmlformats.org/drawingml/2006/main" w="12383">
            <a:solidFill>
              <a:srgbClr val="00539F"/>
            </a:solidFill>
            <a:prstDash val="solid"/>
          </a:ln>
        </p:spPr>
        <p:txBody>
          <a:bodyPr xmlns:a="http://schemas.openxmlformats.org/drawingml/2006/main" wrap="square" lIns="66675" tIns="57150" rIns="66675" bIns="57150" anchor="ctr">
            <a:normAutofit fontScale="94792"/>
          </a:bodyPr>
          <a:lstStyle xmlns:a="http://schemas.openxmlformats.org/drawingml/2006/main"/>
          <a:p xmlns:a="http://schemas.openxmlformats.org/drawingml/2006/main">
            <a:pPr algn="ctr">
              <a:defRPr sz="1350" b="1">
                <a:solidFill>
                  <a:srgbClr val="00539F"/>
                </a:solidFill>
                <a:latin typeface="Arial"/>
                <a:ea typeface="Arial"/>
                <a:cs typeface="Arial"/>
              </a:defRPr>
            </a:pPr>
            <a:r>
              <a:rPr sz="1350" b="1">
                <a:solidFill>
                  <a:srgbClr val="00539F"/>
                </a:solidFill>
                <a:latin typeface="Arial"/>
                <a:ea typeface="Arial"/>
                <a:cs typeface="Arial"/>
              </a:rPr>
              <a:t>Hough detects line evidence; ROI and slope rules turn that evidence into lane hypotheses.</a:t>
            </a:r>
          </a:p>
        </p:txBody>
      </p:sp>
    </p:spTree>
    <p:extLst>
      <p:ext uri="{BB962C8B-B14F-4D97-AF65-F5344CB8AC3E}">
        <p14:creationId xmlns:p14="http://schemas.microsoft.com/office/powerpoint/2010/main" val="625655601"/>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83" name="Google Shape;83;g37bad65a17d_0_0">
            <a:extLst xmlns:a="http://schemas.openxmlformats.org/drawingml/2006/main">
              <a:ext uri="{FF2B5EF4-FFF2-40B4-BE49-F238E27FC236}">
                <a16:creationId xmlns:a16="http://schemas.microsoft.com/office/drawing/2014/main" id="{0CC56B34-6770-45D7-9E5A-4F0C2199F86A}"/>
              </a:ext>
            </a:extLst>
          </p:cNvPr>
          <p:cNvSpPr>
            <a:spLocks xmlns:a="http://schemas.openxmlformats.org/drawingml/2006/main" noGrp="1"/>
          </p:cNvSpPr>
          <p:nvPr>
            <p:ph type="title" idx="0"/>
          </p:nvPr>
        </p:nvSpPr>
        <p:spPr>
          <a:xfrm xmlns:a="http://schemas.openxmlformats.org/drawingml/2006/main">
            <a:off x="457200" y="528638"/>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45720" rIns="91440" bIns="4572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1400"/>
              <a:buNone/>
              <a:defRPr sz="2025" b="0">
                <a:solidFill>
                  <a:srgbClr val="00A0DF"/>
                </a:solidFill>
                <a:latin typeface="Arial"/>
                <a:ea typeface="Arial"/>
                <a:cs typeface="Arial"/>
              </a:defRPr>
            </a:pPr>
            <a:r>
              <a:rPr sz="2025" b="0">
                <a:solidFill>
                  <a:srgbClr val="00A0DF"/>
                </a:solidFill>
                <a:latin typeface="Arial"/>
                <a:ea typeface="Arial"/>
                <a:cs typeface="Arial"/>
              </a:rPr>
              <a:t>Hands-on 6: publish an image path and detect straight lanes</a:t>
            </a:r>
            <a:endParaRPr/>
          </a:p>
        </p:txBody>
      </p:sp>
      <p:sp>
        <p:nvSpPr>
          <p:cNvPr id="85" name="Google Shape;85;g37bad65a17d_0_0">
            <a:extLst xmlns:a="http://schemas.openxmlformats.org/drawingml/2006/main">
              <a:ext uri="{FF2B5EF4-FFF2-40B4-BE49-F238E27FC236}">
                <a16:creationId xmlns:a16="http://schemas.microsoft.com/office/drawing/2014/main" id="{31B1C2C2-F77F-4032-9D0A-FF56401D76B3}"/>
              </a:ext>
            </a:extLst>
          </p:cNvPr>
          <p:cNvSpPr>
            <a:spLocks xmlns:a="http://schemas.openxmlformats.org/drawingml/2006/main" noGrp="1"/>
          </p:cNvSpPr>
          <p:nvPr>
            <p:ph type="sldNum" idx="12"/>
          </p:nvPr>
        </p:nvSpPr>
        <p:spPr>
          <a:xfrm xmlns:a="http://schemas.openxmlformats.org/drawingml/2006/main">
            <a:off x="3505200" y="4767263"/>
            <a:ext cx="2133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Clr>
                <a:srgbClr val="000000"/>
              </a:buClr>
              <a:buSzPts val="1200"/>
              <a:buFont typeface="Arial"/>
              <a:buNone/>
              <a:defRPr sz="1200">
                <a:solidFill>
                  <a:srgbClr val="00539F"/>
                </a:solidFill>
                <a:latin typeface="Arial"/>
                <a:ea typeface="Arial"/>
                <a:cs typeface="Arial"/>
              </a:defRPr>
            </a:pPr>
            <a:fld id="{41680313-6E64-04FF-399A-57B7CADE95A9}" type="slidenum">
              <a:rPr sz="1200">
                <a:solidFill>
                  <a:srgbClr val="00539F"/>
                </a:solidFill>
                <a:latin typeface="Arial"/>
                <a:ea typeface="Arial"/>
                <a:cs typeface="Arial"/>
              </a:rPr>
              <a:t>29</a:t>
            </a:fld>
            <a:endParaRPr/>
          </a:p>
        </p:txBody>
      </p:sp>
      <p:sp>
        <p:nvSpPr>
          <p:cNvPr id="86" name="Section tag">
            <a:extLst xmlns:a="http://schemas.openxmlformats.org/drawingml/2006/main">
              <a:ext uri="{FF2B5EF4-FFF2-40B4-BE49-F238E27FC236}">
                <a16:creationId xmlns:a16="http://schemas.microsoft.com/office/drawing/2014/main" id="{91D404E9-BB70-4F81-9736-E13BFA1894A7}"/>
              </a:ext>
            </a:extLst>
          </p:cNvPr>
          <p:cNvSpPr>
            <a:spLocks xmlns:a="http://schemas.openxmlformats.org/drawingml/2006/main" noGrp="1"/>
          </p:cNvSpPr>
          <p:nvPr/>
        </p:nvSpPr>
        <p:spPr>
          <a:xfrm xmlns:a="http://schemas.openxmlformats.org/drawingml/2006/main">
            <a:off x="619125" y="1304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HANDS-ON CHECKPOINT</a:t>
            </a:r>
          </a:p>
        </p:txBody>
      </p:sp>
      <p:pic>
        <p:nvPicPr>
          <p:cNvPr id="95" name=""/>
          <p:cNvPicPr>
            <a:picLocks xmlns:a="http://schemas.openxmlformats.org/drawingml/2006/main" noChangeAspect="1"/>
          </p:cNvPicPr>
          <p:nvPr/>
        </p:nvPicPr>
        <p:blipFill>
          <a:blip xmlns:r="http://schemas.openxmlformats.org/officeDocument/2006/relationships" xmlns:a="http://schemas.openxmlformats.org/drawingml/2006/main" r:embed="R50379b51e8714162"/>
          <a:stretch xmlns:a="http://schemas.openxmlformats.org/drawingml/2006/main"/>
        </p:blipFill>
        <p:spPr>
          <a:xfrm xmlns:a="http://schemas.openxmlformats.org/drawingml/2006/main">
            <a:off x="514350" y="1756569"/>
            <a:ext cx="3905250" cy="2278063"/>
          </a:xfrm>
          <a:prstGeom xmlns:a="http://schemas.openxmlformats.org/drawingml/2006/main" prst="rect">
            <a:avLst/>
          </a:prstGeom>
        </p:spPr>
      </p:pic>
      <p:sp>
        <p:nvSpPr>
          <p:cNvPr id="88" name="Student coding task">
            <a:extLst xmlns:a="http://schemas.openxmlformats.org/drawingml/2006/main">
              <a:ext uri="{FF2B5EF4-FFF2-40B4-BE49-F238E27FC236}">
                <a16:creationId xmlns:a16="http://schemas.microsoft.com/office/drawing/2014/main" id="{B46B9EA5-4865-4658-AEE4-A87ABCD8611A}"/>
              </a:ext>
            </a:extLst>
          </p:cNvPr>
          <p:cNvSpPr>
            <a:spLocks xmlns:a="http://schemas.openxmlformats.org/drawingml/2006/main" noGrp="1"/>
          </p:cNvSpPr>
          <p:nvPr/>
        </p:nvSpPr>
        <p:spPr>
          <a:xfrm xmlns:a="http://schemas.openxmlformats.org/drawingml/2006/main">
            <a:off x="4714875" y="1657350"/>
            <a:ext cx="3857625" cy="685800"/>
          </a:xfrm>
          <a:prstGeom xmlns:a="http://schemas.openxmlformats.org/drawingml/2006/main" prst="roundRect">
            <a:avLst>
              <a:gd name="adj" fmla="val 13889"/>
            </a:avLst>
          </a:prstGeom>
          <a:solidFill xmlns:a="http://schemas.openxmlformats.org/drawingml/2006/main">
            <a:srgbClr val="FFF7E8"/>
          </a:solidFill>
          <a:ln xmlns:a="http://schemas.openxmlformats.org/drawingml/2006/main" w="12383">
            <a:solidFill>
              <a:srgbClr val="EF8200"/>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915" b="1">
                <a:solidFill>
                  <a:srgbClr val="17324D"/>
                </a:solidFill>
                <a:latin typeface="Arial"/>
                <a:ea typeface="Arial"/>
                <a:cs typeface="Arial"/>
              </a:defRPr>
            </a:pPr>
            <a:r>
              <a:rPr sz="915" b="1">
                <a:solidFill>
                  <a:srgbClr val="17324D"/>
                </a:solidFill>
                <a:latin typeface="Arial"/>
                <a:ea typeface="Arial"/>
                <a:cs typeface="Arial"/>
              </a:rPr>
              <a:t>EDIT: ws/src/cv_lab/cv_lab/</a:t>
            </a:r>
          </a:p>
          <a:p xmlns:a="http://schemas.openxmlformats.org/drawingml/2006/main">
            <a:pPr algn="ctr">
              <a:defRPr sz="915" b="1">
                <a:solidFill>
                  <a:srgbClr val="17324D"/>
                </a:solidFill>
                <a:latin typeface="Arial"/>
                <a:ea typeface="Arial"/>
                <a:cs typeface="Arial"/>
              </a:defRPr>
            </a:pPr>
            <a:r>
              <a:rPr sz="915" b="1">
                <a:solidFill>
                  <a:srgbClr val="17324D"/>
                </a:solidFill>
                <a:latin typeface="Arial"/>
                <a:ea typeface="Arial"/>
                <a:cs typeface="Arial"/>
              </a:rPr>
              <a:t>lane_detector_node.py</a:t>
            </a:r>
          </a:p>
          <a:p xmlns:a="http://schemas.openxmlformats.org/drawingml/2006/main">
            <a:pPr algn="ctr">
              <a:defRPr sz="915" b="1">
                <a:solidFill>
                  <a:srgbClr val="17324D"/>
                </a:solidFill>
                <a:latin typeface="Arial"/>
                <a:ea typeface="Arial"/>
                <a:cs typeface="Arial"/>
              </a:defRPr>
            </a:pPr>
            <a:r>
              <a:rPr sz="915" b="1">
                <a:solidFill>
                  <a:srgbClr val="17324D"/>
                </a:solidFill>
                <a:latin typeface="Arial"/>
                <a:ea typeface="Arial"/>
                <a:cs typeface="Arial"/>
              </a:rPr>
              <a:t>TODOs: LANE-ROS • STRAIGHT-CV • LANE-PUB</a:t>
            </a:r>
          </a:p>
        </p:txBody>
      </p:sp>
      <p:sp>
        <p:nvSpPr>
          <p:cNvPr id="89" name="Lecture text">
            <a:extLst xmlns:a="http://schemas.openxmlformats.org/drawingml/2006/main">
              <a:ext uri="{FF2B5EF4-FFF2-40B4-BE49-F238E27FC236}">
                <a16:creationId xmlns:a16="http://schemas.microsoft.com/office/drawing/2014/main" id="{523AC877-7C4F-49DA-8E76-1CC65EF29BD6}"/>
              </a:ext>
            </a:extLst>
          </p:cNvPr>
          <p:cNvSpPr>
            <a:spLocks xmlns:a="http://schemas.openxmlformats.org/drawingml/2006/main" noGrp="1"/>
          </p:cNvSpPr>
          <p:nvPr/>
        </p:nvSpPr>
        <p:spPr>
          <a:xfrm xmlns:a="http://schemas.openxmlformats.org/drawingml/2006/main">
            <a:off x="4810125" y="2381250"/>
            <a:ext cx="3667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Finish TODOs → rebuild + source → run 1–4.</a:t>
            </a:r>
          </a:p>
        </p:txBody>
      </p:sp>
      <p:sp>
        <p:nvSpPr>
          <p:cNvPr id="90" name="Runnable code">
            <a:extLst xmlns:a="http://schemas.openxmlformats.org/drawingml/2006/main">
              <a:ext uri="{FF2B5EF4-FFF2-40B4-BE49-F238E27FC236}">
                <a16:creationId xmlns:a16="http://schemas.microsoft.com/office/drawing/2014/main" id="{8BBCF421-69A9-4599-A38A-383E3E2D376A}"/>
              </a:ext>
            </a:extLst>
          </p:cNvPr>
          <p:cNvSpPr>
            <a:spLocks xmlns:a="http://schemas.openxmlformats.org/drawingml/2006/main" noGrp="1"/>
          </p:cNvSpPr>
          <p:nvPr/>
        </p:nvSpPr>
        <p:spPr>
          <a:xfrm xmlns:a="http://schemas.openxmlformats.org/drawingml/2006/main">
            <a:off x="4714875" y="2667000"/>
            <a:ext cx="3857625" cy="1381125"/>
          </a:xfrm>
          <a:prstGeom xmlns:a="http://schemas.openxmlformats.org/drawingml/2006/main" prst="roundRect">
            <a:avLst>
              <a:gd name="adj" fmla="val 5517"/>
            </a:avLst>
          </a:prstGeom>
          <a:solidFill xmlns:a="http://schemas.openxmlformats.org/drawingml/2006/main">
            <a:srgbClr val="F3F7FA"/>
          </a:solidFill>
          <a:ln xmlns:a="http://schemas.openxmlformats.org/drawingml/2006/main" w="11430">
            <a:solidFill>
              <a:srgbClr val="C8D7E1"/>
            </a:solidFill>
            <a:prstDash val="solid"/>
          </a:ln>
        </p:spPr>
        <p:txBody>
          <a:bodyPr xmlns:a="http://schemas.openxmlformats.org/drawingml/2006/main" wrap="square" lIns="114300" tIns="95250" rIns="114300" bIns="95250" anchor="t">
            <a:normAutofit fontScale="100000"/>
          </a:bodyPr>
          <a:lstStyle xmlns:a="http://schemas.openxmlformats.org/drawingml/2006/main"/>
          <a:p xmlns:a="http://schemas.openxmlformats.org/drawingml/2006/main">
            <a:pPr algn="l">
              <a:defRPr sz="555" b="0">
                <a:solidFill>
                  <a:srgbClr val="17324D"/>
                </a:solidFill>
                <a:latin typeface="Courier New"/>
                <a:ea typeface="Courier New"/>
                <a:cs typeface="Courier New"/>
              </a:defRPr>
            </a:pPr>
            <a:r>
              <a:rPr sz="555" b="0">
                <a:solidFill>
                  <a:srgbClr val="17324D"/>
                </a:solidFill>
                <a:latin typeface="Courier New"/>
                <a:ea typeface="Courier New"/>
                <a:cs typeface="Courier New"/>
              </a:rPr>
              <a:t># 1) TERMINAL 1 — start node; leave running</a:t>
            </a:r>
          </a:p>
          <a:p xmlns:a="http://schemas.openxmlformats.org/drawingml/2006/main">
            <a:pPr algn="l">
              <a:defRPr sz="555" b="0">
                <a:solidFill>
                  <a:srgbClr val="17324D"/>
                </a:solidFill>
                <a:latin typeface="Courier New"/>
                <a:ea typeface="Courier New"/>
                <a:cs typeface="Courier New"/>
              </a:defRPr>
            </a:pPr>
            <a:r>
              <a:rPr sz="555" b="0">
                <a:solidFill>
                  <a:srgbClr val="17324D"/>
                </a:solidFill>
                <a:latin typeface="Courier New"/>
                <a:ea typeface="Courier New"/>
                <a:cs typeface="Courier New"/>
              </a:rPr>
              <a:t>ros2 run cv_lab lane_detector_node --ros-args \</a:t>
            </a:r>
          </a:p>
          <a:p xmlns:a="http://schemas.openxmlformats.org/drawingml/2006/main">
            <a:pPr algn="l">
              <a:defRPr sz="555" b="0">
                <a:solidFill>
                  <a:srgbClr val="17324D"/>
                </a:solidFill>
                <a:latin typeface="Courier New"/>
                <a:ea typeface="Courier New"/>
                <a:cs typeface="Courier New"/>
              </a:defRPr>
            </a:pPr>
            <a:r>
              <a:rPr sz="555" b="0">
                <a:solidFill>
                  <a:srgbClr val="17324D"/>
                </a:solidFill>
                <a:latin typeface="Courier New"/>
                <a:ea typeface="Courier New"/>
                <a:cs typeface="Courier New"/>
              </a:rPr>
              <a:t> -p output_dir:="$PWD/outputs"</a:t>
            </a:r>
          </a:p>
          <a:p xmlns:a="http://schemas.openxmlformats.org/drawingml/2006/main">
            <a:pPr algn="l">
              <a:defRPr sz="555" b="0">
                <a:solidFill>
                  <a:srgbClr val="17324D"/>
                </a:solidFill>
                <a:latin typeface="Courier New"/>
                <a:ea typeface="Courier New"/>
                <a:cs typeface="Courier New"/>
              </a:defRPr>
            </a:pPr>
            <a:r>
              <a:rPr sz="555" b="0">
                <a:solidFill>
                  <a:srgbClr val="17324D"/>
                </a:solidFill>
                <a:latin typeface="Courier New"/>
                <a:ea typeface="Courier New"/>
                <a:cs typeface="Courier New"/>
              </a:rPr>
              <a:t># 2) TERMINAL 2 — inspect; then wait for one report</a:t>
            </a:r>
          </a:p>
          <a:p xmlns:a="http://schemas.openxmlformats.org/drawingml/2006/main">
            <a:pPr algn="l">
              <a:defRPr sz="555" b="0">
                <a:solidFill>
                  <a:srgbClr val="17324D"/>
                </a:solidFill>
                <a:latin typeface="Courier New"/>
                <a:ea typeface="Courier New"/>
                <a:cs typeface="Courier New"/>
              </a:defRPr>
            </a:pPr>
            <a:r>
              <a:rPr sz="555" b="0">
                <a:solidFill>
                  <a:srgbClr val="17324D"/>
                </a:solidFill>
                <a:latin typeface="Courier New"/>
                <a:ea typeface="Courier New"/>
                <a:cs typeface="Courier New"/>
              </a:rPr>
              <a:t>ros2 topic info /perception/road_image_path --verbose</a:t>
            </a:r>
          </a:p>
          <a:p xmlns:a="http://schemas.openxmlformats.org/drawingml/2006/main">
            <a:pPr algn="l">
              <a:defRPr sz="555" b="0">
                <a:solidFill>
                  <a:srgbClr val="17324D"/>
                </a:solidFill>
                <a:latin typeface="Courier New"/>
                <a:ea typeface="Courier New"/>
                <a:cs typeface="Courier New"/>
              </a:defRPr>
            </a:pPr>
            <a:r>
              <a:rPr sz="555" b="0">
                <a:solidFill>
                  <a:srgbClr val="17324D"/>
                </a:solidFill>
                <a:latin typeface="Courier New"/>
                <a:ea typeface="Courier New"/>
                <a:cs typeface="Courier New"/>
              </a:rPr>
              <a:t>ros2 topic echo --once /perception/lane_report</a:t>
            </a:r>
          </a:p>
          <a:p xmlns:a="http://schemas.openxmlformats.org/drawingml/2006/main">
            <a:pPr algn="l">
              <a:defRPr sz="555" b="0">
                <a:solidFill>
                  <a:srgbClr val="17324D"/>
                </a:solidFill>
                <a:latin typeface="Courier New"/>
                <a:ea typeface="Courier New"/>
                <a:cs typeface="Courier New"/>
              </a:defRPr>
            </a:pPr>
            <a:r>
              <a:rPr sz="555" b="0">
                <a:solidFill>
                  <a:srgbClr val="17324D"/>
                </a:solidFill>
                <a:latin typeface="Courier New"/>
                <a:ea typeface="Courier New"/>
                <a:cs typeface="Courier New"/>
              </a:rPr>
              <a:t># 3) TERMINAL 3 — publish road_straight.png</a:t>
            </a:r>
          </a:p>
          <a:p xmlns:a="http://schemas.openxmlformats.org/drawingml/2006/main">
            <a:pPr algn="l">
              <a:defRPr sz="555" b="0">
                <a:solidFill>
                  <a:srgbClr val="17324D"/>
                </a:solidFill>
                <a:latin typeface="Courier New"/>
                <a:ea typeface="Courier New"/>
                <a:cs typeface="Courier New"/>
              </a:defRPr>
            </a:pPr>
            <a:r>
              <a:rPr sz="555" b="0">
                <a:solidFill>
                  <a:srgbClr val="17324D"/>
                </a:solidFill>
                <a:latin typeface="Courier New"/>
                <a:ea typeface="Courier New"/>
                <a:cs typeface="Courier New"/>
              </a:rPr>
              <a:t>ros2 topic pub --once /perception/road_image_path \</a:t>
            </a:r>
          </a:p>
          <a:p xmlns:a="http://schemas.openxmlformats.org/drawingml/2006/main">
            <a:pPr algn="l">
              <a:defRPr sz="555" b="0">
                <a:solidFill>
                  <a:srgbClr val="17324D"/>
                </a:solidFill>
                <a:latin typeface="Courier New"/>
                <a:ea typeface="Courier New"/>
                <a:cs typeface="Courier New"/>
              </a:defRPr>
            </a:pPr>
            <a:r>
              <a:rPr sz="555" b="0">
                <a:solidFill>
                  <a:srgbClr val="17324D"/>
                </a:solidFill>
                <a:latin typeface="Courier New"/>
                <a:ea typeface="Courier New"/>
                <a:cs typeface="Courier New"/>
              </a:rPr>
              <a:t> std_msgs/msg/String "{data: '$PWD/inputs/road_straight.png'}"</a:t>
            </a:r>
          </a:p>
          <a:p xmlns:a="http://schemas.openxmlformats.org/drawingml/2006/main">
            <a:pPr algn="l">
              <a:defRPr sz="555" b="0">
                <a:solidFill>
                  <a:srgbClr val="17324D"/>
                </a:solidFill>
                <a:latin typeface="Courier New"/>
                <a:ea typeface="Courier New"/>
                <a:cs typeface="Courier New"/>
              </a:defRPr>
            </a:pPr>
            <a:r>
              <a:rPr sz="555" b="0">
                <a:solidFill>
                  <a:srgbClr val="17324D"/>
                </a:solidFill>
                <a:latin typeface="Courier New"/>
                <a:ea typeface="Courier New"/>
                <a:cs typeface="Courier New"/>
              </a:rPr>
              <a:t># 4) FINISH — view PNG; Ctrl+C in Terminal 1</a:t>
            </a:r>
          </a:p>
        </p:txBody>
      </p:sp>
      <p:sp>
        <p:nvSpPr>
          <p:cNvPr id="91" name="Echo contains mode=straight and hough_segments=11 • Open outputs/lane_straight.png">
            <a:extLst xmlns:a="http://schemas.openxmlformats.org/drawingml/2006/main">
              <a:ext uri="{FF2B5EF4-FFF2-40B4-BE49-F238E27FC236}">
                <a16:creationId xmlns:a16="http://schemas.microsoft.com/office/drawing/2014/main" id="{C1B65BB8-CDD0-421E-81D9-60CD633DF705}"/>
              </a:ext>
            </a:extLst>
          </p:cNvPr>
          <p:cNvSpPr>
            <a:spLocks xmlns:a="http://schemas.openxmlformats.org/drawingml/2006/main" noGrp="1"/>
          </p:cNvSpPr>
          <p:nvPr/>
        </p:nvSpPr>
        <p:spPr>
          <a:xfrm xmlns:a="http://schemas.openxmlformats.org/drawingml/2006/main">
            <a:off x="762000" y="4219575"/>
            <a:ext cx="7620000" cy="476250"/>
          </a:xfrm>
          <a:prstGeom xmlns:a="http://schemas.openxmlformats.org/drawingml/2006/main" prst="roundRect">
            <a:avLst>
              <a:gd name="adj" fmla="val 20000"/>
            </a:avLst>
          </a:prstGeom>
          <a:solidFill xmlns:a="http://schemas.openxmlformats.org/drawingml/2006/main">
            <a:srgbClr val="FFF7E8"/>
          </a:solidFill>
          <a:ln xmlns:a="http://schemas.openxmlformats.org/drawingml/2006/main" w="12383">
            <a:solidFill>
              <a:srgbClr val="EF8200"/>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088" b="1">
                <a:solidFill>
                  <a:srgbClr val="17324D"/>
                </a:solidFill>
                <a:latin typeface="Arial"/>
                <a:ea typeface="Arial"/>
                <a:cs typeface="Arial"/>
              </a:defRPr>
            </a:pPr>
            <a:r>
              <a:rPr sz="1088" b="1">
                <a:solidFill>
                  <a:srgbClr val="17324D"/>
                </a:solidFill>
                <a:latin typeface="Arial"/>
                <a:ea typeface="Arial"/>
                <a:cs typeface="Arial"/>
              </a:rPr>
              <a:t>Echo contains mode=straight and hough_segments=11 • Open outputs/lane_straight.png</a:t>
            </a:r>
          </a:p>
        </p:txBody>
      </p:sp>
    </p:spTree>
    <p:extLst>
      <p:ext uri="{BB962C8B-B14F-4D97-AF65-F5344CB8AC3E}">
        <p14:creationId xmlns:p14="http://schemas.microsoft.com/office/powerpoint/2010/main" val="625655601"/>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83" name="Google Shape;83;g37bad65a17d_0_0">
            <a:extLst xmlns:a="http://schemas.openxmlformats.org/drawingml/2006/main">
              <a:ext uri="{FF2B5EF4-FFF2-40B4-BE49-F238E27FC236}">
                <a16:creationId xmlns:a16="http://schemas.microsoft.com/office/drawing/2014/main" id="{0CC56B34-6770-45D7-9E5A-4F0C2199F86A}"/>
              </a:ext>
            </a:extLst>
          </p:cNvPr>
          <p:cNvSpPr>
            <a:spLocks xmlns:a="http://schemas.openxmlformats.org/drawingml/2006/main" noGrp="1"/>
          </p:cNvSpPr>
          <p:nvPr>
            <p:ph type="title" idx="0"/>
          </p:nvPr>
        </p:nvSpPr>
        <p:spPr>
          <a:xfrm xmlns:a="http://schemas.openxmlformats.org/drawingml/2006/main">
            <a:off x="457200" y="528638"/>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45720" rIns="91440" bIns="4572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1400"/>
              <a:buNone/>
              <a:defRPr sz="2550" b="0">
                <a:solidFill>
                  <a:srgbClr val="00A0DF"/>
                </a:solidFill>
                <a:latin typeface="Arial"/>
                <a:ea typeface="Arial"/>
                <a:cs typeface="Arial"/>
              </a:defRPr>
            </a:pPr>
            <a:r>
              <a:rPr sz="2550" b="0">
                <a:solidFill>
                  <a:srgbClr val="00A0DF"/>
                </a:solidFill>
                <a:latin typeface="Arial"/>
                <a:ea typeface="Arial"/>
                <a:cs typeface="Arial"/>
              </a:rPr>
              <a:t>A curve is not one straight Hough line</a:t>
            </a:r>
            <a:endParaRPr/>
          </a:p>
        </p:txBody>
      </p:sp>
      <p:sp>
        <p:nvSpPr>
          <p:cNvPr id="85" name="Google Shape;85;g37bad65a17d_0_0">
            <a:extLst xmlns:a="http://schemas.openxmlformats.org/drawingml/2006/main">
              <a:ext uri="{FF2B5EF4-FFF2-40B4-BE49-F238E27FC236}">
                <a16:creationId xmlns:a16="http://schemas.microsoft.com/office/drawing/2014/main" id="{31B1C2C2-F77F-4032-9D0A-FF56401D76B3}"/>
              </a:ext>
            </a:extLst>
          </p:cNvPr>
          <p:cNvSpPr>
            <a:spLocks xmlns:a="http://schemas.openxmlformats.org/drawingml/2006/main" noGrp="1"/>
          </p:cNvSpPr>
          <p:nvPr>
            <p:ph type="sldNum" idx="12"/>
          </p:nvPr>
        </p:nvSpPr>
        <p:spPr>
          <a:xfrm xmlns:a="http://schemas.openxmlformats.org/drawingml/2006/main">
            <a:off x="3505200" y="4767263"/>
            <a:ext cx="2133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Clr>
                <a:srgbClr val="000000"/>
              </a:buClr>
              <a:buSzPts val="1200"/>
              <a:buFont typeface="Arial"/>
              <a:buNone/>
              <a:defRPr sz="1200">
                <a:solidFill>
                  <a:srgbClr val="00539F"/>
                </a:solidFill>
                <a:latin typeface="Arial"/>
                <a:ea typeface="Arial"/>
                <a:cs typeface="Arial"/>
              </a:defRPr>
            </a:pPr>
            <a:fld id="{5FEBBBCE-9E16-527A-0EE3-E5839422D847}" type="slidenum">
              <a:rPr sz="1200">
                <a:solidFill>
                  <a:srgbClr val="00539F"/>
                </a:solidFill>
                <a:latin typeface="Arial"/>
                <a:ea typeface="Arial"/>
                <a:cs typeface="Arial"/>
              </a:rPr>
              <a:t>30</a:t>
            </a:fld>
            <a:endParaRPr/>
          </a:p>
        </p:txBody>
      </p:sp>
      <p:sp>
        <p:nvSpPr>
          <p:cNvPr id="86" name="Section tag">
            <a:extLst xmlns:a="http://schemas.openxmlformats.org/drawingml/2006/main">
              <a:ext uri="{FF2B5EF4-FFF2-40B4-BE49-F238E27FC236}">
                <a16:creationId xmlns:a16="http://schemas.microsoft.com/office/drawing/2014/main" id="{609A2E17-97EE-4D9F-9426-2906A1BC0462}"/>
              </a:ext>
            </a:extLst>
          </p:cNvPr>
          <p:cNvSpPr>
            <a:spLocks xmlns:a="http://schemas.openxmlformats.org/drawingml/2006/main" noGrp="1"/>
          </p:cNvSpPr>
          <p:nvPr/>
        </p:nvSpPr>
        <p:spPr>
          <a:xfrm xmlns:a="http://schemas.openxmlformats.org/drawingml/2006/main">
            <a:off x="619125" y="1304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CURVED-LANE LIMITATION</a:t>
            </a:r>
          </a:p>
        </p:txBody>
      </p:sp>
      <p:sp>
        <p:nvSpPr>
          <p:cNvPr id="87" name="lane-curve-0">
            <a:extLst xmlns:a="http://schemas.openxmlformats.org/drawingml/2006/main">
              <a:ext uri="{FF2B5EF4-FFF2-40B4-BE49-F238E27FC236}">
                <a16:creationId xmlns:a16="http://schemas.microsoft.com/office/drawing/2014/main" id="{A4575BFC-A6FF-477B-9C0A-A48BAE444BAA}"/>
              </a:ext>
            </a:extLst>
          </p:cNvPr>
          <p:cNvSpPr>
            <a:spLocks xmlns:a="http://schemas.openxmlformats.org/drawingml/2006/main" noGrp="1"/>
          </p:cNvSpPr>
          <p:nvPr/>
        </p:nvSpPr>
        <p:spPr>
          <a:xfrm xmlns:a="http://schemas.openxmlformats.org/drawingml/2006/main" flipH="0" flipV="1">
            <a:off x="904875" y="3333750"/>
            <a:ext cx="381000" cy="571500"/>
          </a:xfrm>
          <a:prstGeom xmlns:a="http://schemas.openxmlformats.org/drawingml/2006/main" prst="line">
            <a:avLst/>
          </a:prstGeom>
          <a:noFill xmlns:a="http://schemas.openxmlformats.org/drawingml/2006/main"/>
          <a:ln xmlns:a="http://schemas.openxmlformats.org/drawingml/2006/main" w="85725">
            <a:solidFill>
              <a:srgbClr val="00539F"/>
            </a:solidFill>
            <a:prstDash val="solid"/>
          </a:ln>
        </p:spPr>
      </p:sp>
      <p:sp>
        <p:nvSpPr>
          <p:cNvPr id="88" name="lane-curve-1">
            <a:extLst xmlns:a="http://schemas.openxmlformats.org/drawingml/2006/main">
              <a:ext uri="{FF2B5EF4-FFF2-40B4-BE49-F238E27FC236}">
                <a16:creationId xmlns:a16="http://schemas.microsoft.com/office/drawing/2014/main" id="{6A3DF236-3009-429B-ADF4-911B6AC3015C}"/>
              </a:ext>
            </a:extLst>
          </p:cNvPr>
          <p:cNvSpPr>
            <a:spLocks xmlns:a="http://schemas.openxmlformats.org/drawingml/2006/main" noGrp="1"/>
          </p:cNvSpPr>
          <p:nvPr/>
        </p:nvSpPr>
        <p:spPr>
          <a:xfrm xmlns:a="http://schemas.openxmlformats.org/drawingml/2006/main" flipH="0" flipV="1">
            <a:off x="1285875" y="2857500"/>
            <a:ext cx="523875" cy="476250"/>
          </a:xfrm>
          <a:prstGeom xmlns:a="http://schemas.openxmlformats.org/drawingml/2006/main" prst="line">
            <a:avLst/>
          </a:prstGeom>
          <a:noFill xmlns:a="http://schemas.openxmlformats.org/drawingml/2006/main"/>
          <a:ln xmlns:a="http://schemas.openxmlformats.org/drawingml/2006/main" w="85725">
            <a:solidFill>
              <a:srgbClr val="00539F"/>
            </a:solidFill>
            <a:prstDash val="solid"/>
          </a:ln>
        </p:spPr>
      </p:sp>
      <p:sp>
        <p:nvSpPr>
          <p:cNvPr id="89" name="lane-curve-2">
            <a:extLst xmlns:a="http://schemas.openxmlformats.org/drawingml/2006/main">
              <a:ext uri="{FF2B5EF4-FFF2-40B4-BE49-F238E27FC236}">
                <a16:creationId xmlns:a16="http://schemas.microsoft.com/office/drawing/2014/main" id="{E3DEE403-C010-4CA1-98CF-910D5AAC78A9}"/>
              </a:ext>
            </a:extLst>
          </p:cNvPr>
          <p:cNvSpPr>
            <a:spLocks xmlns:a="http://schemas.openxmlformats.org/drawingml/2006/main" noGrp="1"/>
          </p:cNvSpPr>
          <p:nvPr/>
        </p:nvSpPr>
        <p:spPr>
          <a:xfrm xmlns:a="http://schemas.openxmlformats.org/drawingml/2006/main" flipH="0" flipV="1">
            <a:off x="1809750" y="2476500"/>
            <a:ext cx="666750" cy="381000"/>
          </a:xfrm>
          <a:prstGeom xmlns:a="http://schemas.openxmlformats.org/drawingml/2006/main" prst="line">
            <a:avLst/>
          </a:prstGeom>
          <a:noFill xmlns:a="http://schemas.openxmlformats.org/drawingml/2006/main"/>
          <a:ln xmlns:a="http://schemas.openxmlformats.org/drawingml/2006/main" w="85725">
            <a:solidFill>
              <a:srgbClr val="00539F"/>
            </a:solidFill>
            <a:prstDash val="solid"/>
          </a:ln>
        </p:spPr>
      </p:sp>
      <p:sp>
        <p:nvSpPr>
          <p:cNvPr id="90" name="lane-curve-3">
            <a:extLst xmlns:a="http://schemas.openxmlformats.org/drawingml/2006/main">
              <a:ext uri="{FF2B5EF4-FFF2-40B4-BE49-F238E27FC236}">
                <a16:creationId xmlns:a16="http://schemas.microsoft.com/office/drawing/2014/main" id="{120DAEDF-B365-45A7-BA07-A359238DED10}"/>
              </a:ext>
            </a:extLst>
          </p:cNvPr>
          <p:cNvSpPr>
            <a:spLocks xmlns:a="http://schemas.openxmlformats.org/drawingml/2006/main" noGrp="1"/>
          </p:cNvSpPr>
          <p:nvPr/>
        </p:nvSpPr>
        <p:spPr>
          <a:xfrm xmlns:a="http://schemas.openxmlformats.org/drawingml/2006/main" flipH="0" flipV="1">
            <a:off x="2476500" y="2238375"/>
            <a:ext cx="762000" cy="238125"/>
          </a:xfrm>
          <a:prstGeom xmlns:a="http://schemas.openxmlformats.org/drawingml/2006/main" prst="line">
            <a:avLst/>
          </a:prstGeom>
          <a:noFill xmlns:a="http://schemas.openxmlformats.org/drawingml/2006/main"/>
          <a:ln xmlns:a="http://schemas.openxmlformats.org/drawingml/2006/main" w="85725">
            <a:solidFill>
              <a:srgbClr val="00539F"/>
            </a:solidFill>
            <a:prstDash val="solid"/>
          </a:ln>
        </p:spPr>
      </p:sp>
      <p:sp>
        <p:nvSpPr>
          <p:cNvPr id="91" name="single-chord-0">
            <a:extLst xmlns:a="http://schemas.openxmlformats.org/drawingml/2006/main">
              <a:ext uri="{FF2B5EF4-FFF2-40B4-BE49-F238E27FC236}">
                <a16:creationId xmlns:a16="http://schemas.microsoft.com/office/drawing/2014/main" id="{081277E0-34F8-4E79-B88A-93D95F80F52F}"/>
              </a:ext>
            </a:extLst>
          </p:cNvPr>
          <p:cNvSpPr>
            <a:spLocks xmlns:a="http://schemas.openxmlformats.org/drawingml/2006/main" noGrp="1"/>
          </p:cNvSpPr>
          <p:nvPr/>
        </p:nvSpPr>
        <p:spPr>
          <a:xfrm xmlns:a="http://schemas.openxmlformats.org/drawingml/2006/main" flipH="0" flipV="1">
            <a:off x="904875" y="3095625"/>
            <a:ext cx="857250" cy="809625"/>
          </a:xfrm>
          <a:prstGeom xmlns:a="http://schemas.openxmlformats.org/drawingml/2006/main" prst="line">
            <a:avLst/>
          </a:prstGeom>
          <a:noFill xmlns:a="http://schemas.openxmlformats.org/drawingml/2006/main"/>
          <a:ln xmlns:a="http://schemas.openxmlformats.org/drawingml/2006/main" w="28575">
            <a:solidFill>
              <a:srgbClr val="AF1E2D"/>
            </a:solidFill>
            <a:prstDash val="solid"/>
          </a:ln>
        </p:spPr>
      </p:sp>
      <p:sp>
        <p:nvSpPr>
          <p:cNvPr id="92" name="single-chord-1">
            <a:extLst xmlns:a="http://schemas.openxmlformats.org/drawingml/2006/main">
              <a:ext uri="{FF2B5EF4-FFF2-40B4-BE49-F238E27FC236}">
                <a16:creationId xmlns:a16="http://schemas.microsoft.com/office/drawing/2014/main" id="{83A04CDE-0D1A-425C-8139-CAAED2743BFA}"/>
              </a:ext>
            </a:extLst>
          </p:cNvPr>
          <p:cNvSpPr>
            <a:spLocks xmlns:a="http://schemas.openxmlformats.org/drawingml/2006/main" noGrp="1"/>
          </p:cNvSpPr>
          <p:nvPr/>
        </p:nvSpPr>
        <p:spPr>
          <a:xfrm xmlns:a="http://schemas.openxmlformats.org/drawingml/2006/main" flipH="0" flipV="1">
            <a:off x="1762125" y="2619375"/>
            <a:ext cx="857250" cy="476250"/>
          </a:xfrm>
          <a:prstGeom xmlns:a="http://schemas.openxmlformats.org/drawingml/2006/main" prst="line">
            <a:avLst/>
          </a:prstGeom>
          <a:noFill xmlns:a="http://schemas.openxmlformats.org/drawingml/2006/main"/>
          <a:ln xmlns:a="http://schemas.openxmlformats.org/drawingml/2006/main" w="28575">
            <a:solidFill>
              <a:srgbClr val="AF1E2D"/>
            </a:solidFill>
            <a:prstDash val="solid"/>
          </a:ln>
        </p:spPr>
      </p:sp>
      <p:sp>
        <p:nvSpPr>
          <p:cNvPr id="93" name="single-chord-2">
            <a:extLst xmlns:a="http://schemas.openxmlformats.org/drawingml/2006/main">
              <a:ext uri="{FF2B5EF4-FFF2-40B4-BE49-F238E27FC236}">
                <a16:creationId xmlns:a16="http://schemas.microsoft.com/office/drawing/2014/main" id="{66898CEE-112D-48BA-BC4D-1ADD5F472589}"/>
              </a:ext>
            </a:extLst>
          </p:cNvPr>
          <p:cNvSpPr>
            <a:spLocks xmlns:a="http://schemas.openxmlformats.org/drawingml/2006/main" noGrp="1"/>
          </p:cNvSpPr>
          <p:nvPr/>
        </p:nvSpPr>
        <p:spPr>
          <a:xfrm xmlns:a="http://schemas.openxmlformats.org/drawingml/2006/main" flipH="0" flipV="1">
            <a:off x="2619375" y="2238375"/>
            <a:ext cx="619125" cy="381000"/>
          </a:xfrm>
          <a:prstGeom xmlns:a="http://schemas.openxmlformats.org/drawingml/2006/main" prst="line">
            <a:avLst/>
          </a:prstGeom>
          <a:noFill xmlns:a="http://schemas.openxmlformats.org/drawingml/2006/main"/>
          <a:ln xmlns:a="http://schemas.openxmlformats.org/drawingml/2006/main" w="28575">
            <a:solidFill>
              <a:srgbClr val="AF1E2D"/>
            </a:solidFill>
            <a:prstDash val="solid"/>
          </a:ln>
        </p:spPr>
      </p:sp>
      <p:sp>
        <p:nvSpPr>
          <p:cNvPr id="94" name="ONE LINE">
            <a:extLst xmlns:a="http://schemas.openxmlformats.org/drawingml/2006/main">
              <a:ext uri="{FF2B5EF4-FFF2-40B4-BE49-F238E27FC236}">
                <a16:creationId xmlns:a16="http://schemas.microsoft.com/office/drawing/2014/main" id="{F23D3E8E-EF53-426E-86B9-307B8CAA192E}"/>
              </a:ext>
            </a:extLst>
          </p:cNvPr>
          <p:cNvSpPr>
            <a:spLocks xmlns:a="http://schemas.openxmlformats.org/drawingml/2006/main" noGrp="1"/>
          </p:cNvSpPr>
          <p:nvPr/>
        </p:nvSpPr>
        <p:spPr>
          <a:xfrm xmlns:a="http://schemas.openxmlformats.org/drawingml/2006/main">
            <a:off x="4095750" y="1714500"/>
            <a:ext cx="1666875" cy="476250"/>
          </a:xfrm>
          <a:prstGeom xmlns:a="http://schemas.openxmlformats.org/drawingml/2006/main" prst="roundRect">
            <a:avLst>
              <a:gd name="adj" fmla="val 20000"/>
            </a:avLst>
          </a:prstGeom>
          <a:solidFill xmlns:a="http://schemas.openxmlformats.org/drawingml/2006/main">
            <a:srgbClr val="FCEAEC"/>
          </a:solidFill>
          <a:ln xmlns:a="http://schemas.openxmlformats.org/drawingml/2006/main" w="12383">
            <a:solidFill>
              <a:srgbClr val="AF1E2D"/>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425" b="1">
                <a:solidFill>
                  <a:srgbClr val="AF1E2D"/>
                </a:solidFill>
                <a:latin typeface="Arial"/>
                <a:ea typeface="Arial"/>
                <a:cs typeface="Arial"/>
              </a:defRPr>
            </a:pPr>
            <a:r>
              <a:rPr sz="1425" b="1">
                <a:solidFill>
                  <a:srgbClr val="AF1E2D"/>
                </a:solidFill>
                <a:latin typeface="Arial"/>
                <a:ea typeface="Arial"/>
                <a:cs typeface="Arial"/>
              </a:rPr>
              <a:t>ONE LINE</a:t>
            </a:r>
          </a:p>
        </p:txBody>
      </p:sp>
      <p:sp>
        <p:nvSpPr>
          <p:cNvPr id="95" name="Lecture text">
            <a:extLst xmlns:a="http://schemas.openxmlformats.org/drawingml/2006/main">
              <a:ext uri="{FF2B5EF4-FFF2-40B4-BE49-F238E27FC236}">
                <a16:creationId xmlns:a16="http://schemas.microsoft.com/office/drawing/2014/main" id="{5421959F-6E77-4FA3-AE53-5309E06753E8}"/>
              </a:ext>
            </a:extLst>
          </p:cNvPr>
          <p:cNvSpPr>
            <a:spLocks xmlns:a="http://schemas.openxmlformats.org/drawingml/2006/main" noGrp="1"/>
          </p:cNvSpPr>
          <p:nvPr/>
        </p:nvSpPr>
        <p:spPr>
          <a:xfrm xmlns:a="http://schemas.openxmlformats.org/drawingml/2006/main">
            <a:off x="5905500" y="1714500"/>
            <a:ext cx="238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97222"/>
          </a:bodyPr>
          <a:lstStyle xmlns:a="http://schemas.openxmlformats.org/drawingml/2006/main"/>
          <a:p xmlns:a="http://schemas.openxmlformats.org/drawingml/2006/main">
            <a:pPr algn="l">
              <a:defRPr sz="1350" b="0">
                <a:solidFill>
                  <a:srgbClr val="17324D"/>
                </a:solidFill>
                <a:latin typeface="Arial"/>
                <a:ea typeface="Arial"/>
                <a:cs typeface="Arial"/>
              </a:defRPr>
            </a:pPr>
            <a:r>
              <a:rPr sz="1350" b="0">
                <a:solidFill>
                  <a:srgbClr val="17324D"/>
                </a:solidFill>
                <a:latin typeface="Arial"/>
                <a:ea typeface="Arial"/>
                <a:cs typeface="Arial"/>
              </a:rPr>
              <a:t>cannot follow changing direction</a:t>
            </a:r>
          </a:p>
        </p:txBody>
      </p:sp>
      <p:sp>
        <p:nvSpPr>
          <p:cNvPr id="96" name="SHORT LINES">
            <a:extLst xmlns:a="http://schemas.openxmlformats.org/drawingml/2006/main">
              <a:ext uri="{FF2B5EF4-FFF2-40B4-BE49-F238E27FC236}">
                <a16:creationId xmlns:a16="http://schemas.microsoft.com/office/drawing/2014/main" id="{7362FADC-51A0-4529-8C75-82A6D95ADC62}"/>
              </a:ext>
            </a:extLst>
          </p:cNvPr>
          <p:cNvSpPr>
            <a:spLocks xmlns:a="http://schemas.openxmlformats.org/drawingml/2006/main" noGrp="1"/>
          </p:cNvSpPr>
          <p:nvPr/>
        </p:nvSpPr>
        <p:spPr>
          <a:xfrm xmlns:a="http://schemas.openxmlformats.org/drawingml/2006/main">
            <a:off x="4095750" y="2476500"/>
            <a:ext cx="1666875" cy="476250"/>
          </a:xfrm>
          <a:prstGeom xmlns:a="http://schemas.openxmlformats.org/drawingml/2006/main" prst="roundRect">
            <a:avLst>
              <a:gd name="adj" fmla="val 20000"/>
            </a:avLst>
          </a:prstGeom>
          <a:solidFill xmlns:a="http://schemas.openxmlformats.org/drawingml/2006/main">
            <a:srgbClr val="FFF7E8"/>
          </a:solidFill>
          <a:ln xmlns:a="http://schemas.openxmlformats.org/drawingml/2006/main" w="12383">
            <a:solidFill>
              <a:srgbClr val="EF8200"/>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350" b="1">
                <a:solidFill>
                  <a:srgbClr val="EF8200"/>
                </a:solidFill>
                <a:latin typeface="Arial"/>
                <a:ea typeface="Arial"/>
                <a:cs typeface="Arial"/>
              </a:defRPr>
            </a:pPr>
            <a:r>
              <a:rPr sz="1350" b="1">
                <a:solidFill>
                  <a:srgbClr val="EF8200"/>
                </a:solidFill>
                <a:latin typeface="Arial"/>
                <a:ea typeface="Arial"/>
                <a:cs typeface="Arial"/>
              </a:rPr>
              <a:t>SHORT LINES</a:t>
            </a:r>
          </a:p>
        </p:txBody>
      </p:sp>
      <p:sp>
        <p:nvSpPr>
          <p:cNvPr id="97" name="Lecture text">
            <a:extLst xmlns:a="http://schemas.openxmlformats.org/drawingml/2006/main">
              <a:ext uri="{FF2B5EF4-FFF2-40B4-BE49-F238E27FC236}">
                <a16:creationId xmlns:a16="http://schemas.microsoft.com/office/drawing/2014/main" id="{BB4CEFA2-7126-49C0-A121-30038EB0D2EF}"/>
              </a:ext>
            </a:extLst>
          </p:cNvPr>
          <p:cNvSpPr>
            <a:spLocks xmlns:a="http://schemas.openxmlformats.org/drawingml/2006/main" noGrp="1"/>
          </p:cNvSpPr>
          <p:nvPr/>
        </p:nvSpPr>
        <p:spPr>
          <a:xfrm xmlns:a="http://schemas.openxmlformats.org/drawingml/2006/main">
            <a:off x="5905500" y="2476500"/>
            <a:ext cx="238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0">
                <a:solidFill>
                  <a:srgbClr val="17324D"/>
                </a:solidFill>
                <a:latin typeface="Arial"/>
                <a:ea typeface="Arial"/>
                <a:cs typeface="Arial"/>
              </a:defRPr>
            </a:pPr>
            <a:r>
              <a:rPr sz="1350" b="0">
                <a:solidFill>
                  <a:srgbClr val="17324D"/>
                </a:solidFill>
                <a:latin typeface="Arial"/>
                <a:ea typeface="Arial"/>
                <a:cs typeface="Arial"/>
              </a:rPr>
              <a:t>approximate a curve but jitter</a:t>
            </a:r>
          </a:p>
        </p:txBody>
      </p:sp>
      <p:sp>
        <p:nvSpPr>
          <p:cNvPr id="98" name="CURVE FIT">
            <a:extLst xmlns:a="http://schemas.openxmlformats.org/drawingml/2006/main">
              <a:ext uri="{FF2B5EF4-FFF2-40B4-BE49-F238E27FC236}">
                <a16:creationId xmlns:a16="http://schemas.microsoft.com/office/drawing/2014/main" id="{9215CFB8-E566-4317-A3E8-1B635AE8C617}"/>
              </a:ext>
            </a:extLst>
          </p:cNvPr>
          <p:cNvSpPr>
            <a:spLocks xmlns:a="http://schemas.openxmlformats.org/drawingml/2006/main" noGrp="1"/>
          </p:cNvSpPr>
          <p:nvPr/>
        </p:nvSpPr>
        <p:spPr>
          <a:xfrm xmlns:a="http://schemas.openxmlformats.org/drawingml/2006/main">
            <a:off x="4095750" y="3238500"/>
            <a:ext cx="1666875" cy="476250"/>
          </a:xfrm>
          <a:prstGeom xmlns:a="http://schemas.openxmlformats.org/drawingml/2006/main" prst="roundRect">
            <a:avLst>
              <a:gd name="adj" fmla="val 20000"/>
            </a:avLst>
          </a:prstGeom>
          <a:solidFill xmlns:a="http://schemas.openxmlformats.org/drawingml/2006/main">
            <a:srgbClr val="EEF7EA"/>
          </a:solidFill>
          <a:ln xmlns:a="http://schemas.openxmlformats.org/drawingml/2006/main" w="12383">
            <a:solidFill>
              <a:srgbClr val="5A8E22"/>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425" b="1">
                <a:solidFill>
                  <a:srgbClr val="5A8E22"/>
                </a:solidFill>
                <a:latin typeface="Arial"/>
                <a:ea typeface="Arial"/>
                <a:cs typeface="Arial"/>
              </a:defRPr>
            </a:pPr>
            <a:r>
              <a:rPr sz="1425" b="1">
                <a:solidFill>
                  <a:srgbClr val="5A8E22"/>
                </a:solidFill>
                <a:latin typeface="Arial"/>
                <a:ea typeface="Arial"/>
                <a:cs typeface="Arial"/>
              </a:rPr>
              <a:t>CURVE FIT</a:t>
            </a:r>
          </a:p>
        </p:txBody>
      </p:sp>
      <p:sp>
        <p:nvSpPr>
          <p:cNvPr id="99" name="Lecture text">
            <a:extLst xmlns:a="http://schemas.openxmlformats.org/drawingml/2006/main">
              <a:ext uri="{FF2B5EF4-FFF2-40B4-BE49-F238E27FC236}">
                <a16:creationId xmlns:a16="http://schemas.microsoft.com/office/drawing/2014/main" id="{3C35798D-A17D-4C23-B099-AB2DF88DBD4D}"/>
              </a:ext>
            </a:extLst>
          </p:cNvPr>
          <p:cNvSpPr>
            <a:spLocks xmlns:a="http://schemas.openxmlformats.org/drawingml/2006/main" noGrp="1"/>
          </p:cNvSpPr>
          <p:nvPr/>
        </p:nvSpPr>
        <p:spPr>
          <a:xfrm xmlns:a="http://schemas.openxmlformats.org/drawingml/2006/main">
            <a:off x="5905500" y="3238500"/>
            <a:ext cx="238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0">
                <a:solidFill>
                  <a:srgbClr val="17324D"/>
                </a:solidFill>
                <a:latin typeface="Arial"/>
                <a:ea typeface="Arial"/>
                <a:cs typeface="Arial"/>
              </a:defRPr>
            </a:pPr>
            <a:r>
              <a:rPr sz="1350" b="0">
                <a:solidFill>
                  <a:srgbClr val="17324D"/>
                </a:solidFill>
                <a:latin typeface="Arial"/>
                <a:ea typeface="Arial"/>
                <a:cs typeface="Arial"/>
              </a:rPr>
              <a:t>fit x as a smooth function of y</a:t>
            </a:r>
          </a:p>
        </p:txBody>
      </p:sp>
      <p:sp>
        <p:nvSpPr>
          <p:cNvPr id="100" name="Keep Canny evidence; replace straight grouping with a curve fit.">
            <a:extLst xmlns:a="http://schemas.openxmlformats.org/drawingml/2006/main">
              <a:ext uri="{FF2B5EF4-FFF2-40B4-BE49-F238E27FC236}">
                <a16:creationId xmlns:a16="http://schemas.microsoft.com/office/drawing/2014/main" id="{C075323D-9BD2-48A2-9432-7D49AEB267E3}"/>
              </a:ext>
            </a:extLst>
          </p:cNvPr>
          <p:cNvSpPr>
            <a:spLocks xmlns:a="http://schemas.openxmlformats.org/drawingml/2006/main" noGrp="1"/>
          </p:cNvSpPr>
          <p:nvPr/>
        </p:nvSpPr>
        <p:spPr>
          <a:xfrm xmlns:a="http://schemas.openxmlformats.org/drawingml/2006/main">
            <a:off x="1000125" y="4324350"/>
            <a:ext cx="7143750" cy="381000"/>
          </a:xfrm>
          <a:prstGeom xmlns:a="http://schemas.openxmlformats.org/drawingml/2006/main" prst="roundRect">
            <a:avLst>
              <a:gd name="adj" fmla="val 25000"/>
            </a:avLst>
          </a:prstGeom>
          <a:solidFill xmlns:a="http://schemas.openxmlformats.org/drawingml/2006/main">
            <a:srgbClr val="EAF4FA"/>
          </a:solidFill>
          <a:ln xmlns:a="http://schemas.openxmlformats.org/drawingml/2006/main" w="12383">
            <a:solidFill>
              <a:srgbClr val="00539F"/>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350" b="1">
                <a:solidFill>
                  <a:srgbClr val="00539F"/>
                </a:solidFill>
                <a:latin typeface="Arial"/>
                <a:ea typeface="Arial"/>
                <a:cs typeface="Arial"/>
              </a:defRPr>
            </a:pPr>
            <a:r>
              <a:rPr sz="1350" b="1">
                <a:solidFill>
                  <a:srgbClr val="00539F"/>
                </a:solidFill>
                <a:latin typeface="Arial"/>
                <a:ea typeface="Arial"/>
                <a:cs typeface="Arial"/>
              </a:rPr>
              <a:t>Keep Canny evidence; replace straight grouping with a curve fit.</a:t>
            </a:r>
          </a:p>
        </p:txBody>
      </p:sp>
    </p:spTree>
    <p:extLst>
      <p:ext uri="{BB962C8B-B14F-4D97-AF65-F5344CB8AC3E}">
        <p14:creationId xmlns:p14="http://schemas.microsoft.com/office/powerpoint/2010/main" val="625655601"/>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83" name="Google Shape;83;g37bad65a17d_0_0">
            <a:extLst xmlns:a="http://schemas.openxmlformats.org/drawingml/2006/main">
              <a:ext uri="{FF2B5EF4-FFF2-40B4-BE49-F238E27FC236}">
                <a16:creationId xmlns:a16="http://schemas.microsoft.com/office/drawing/2014/main" id="{0CC56B34-6770-45D7-9E5A-4F0C2199F86A}"/>
              </a:ext>
            </a:extLst>
          </p:cNvPr>
          <p:cNvSpPr>
            <a:spLocks xmlns:a="http://schemas.openxmlformats.org/drawingml/2006/main" noGrp="1"/>
          </p:cNvSpPr>
          <p:nvPr>
            <p:ph type="title" idx="0"/>
          </p:nvPr>
        </p:nvSpPr>
        <p:spPr>
          <a:xfrm xmlns:a="http://schemas.openxmlformats.org/drawingml/2006/main">
            <a:off x="457200" y="528638"/>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45720" rIns="91440" bIns="4572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1400"/>
              <a:buNone/>
              <a:defRPr sz="2175" b="0">
                <a:solidFill>
                  <a:srgbClr val="00A0DF"/>
                </a:solidFill>
                <a:latin typeface="Arial"/>
                <a:ea typeface="Arial"/>
                <a:cs typeface="Arial"/>
              </a:defRPr>
            </a:pPr>
            <a:r>
              <a:rPr sz="2175" b="0">
                <a:solidFill>
                  <a:srgbClr val="00A0DF"/>
                </a:solidFill>
                <a:latin typeface="Arial"/>
                <a:ea typeface="Arial"/>
                <a:cs typeface="Arial"/>
              </a:rPr>
              <a:t>Curved lanes: collect pixels, then fit x(y)</a:t>
            </a:r>
            <a:endParaRPr/>
          </a:p>
        </p:txBody>
      </p:sp>
      <p:sp>
        <p:nvSpPr>
          <p:cNvPr id="85" name="Google Shape;85;g37bad65a17d_0_0">
            <a:extLst xmlns:a="http://schemas.openxmlformats.org/drawingml/2006/main">
              <a:ext uri="{FF2B5EF4-FFF2-40B4-BE49-F238E27FC236}">
                <a16:creationId xmlns:a16="http://schemas.microsoft.com/office/drawing/2014/main" id="{31B1C2C2-F77F-4032-9D0A-FF56401D76B3}"/>
              </a:ext>
            </a:extLst>
          </p:cNvPr>
          <p:cNvSpPr>
            <a:spLocks xmlns:a="http://schemas.openxmlformats.org/drawingml/2006/main" noGrp="1"/>
          </p:cNvSpPr>
          <p:nvPr>
            <p:ph type="sldNum" idx="12"/>
          </p:nvPr>
        </p:nvSpPr>
        <p:spPr>
          <a:xfrm xmlns:a="http://schemas.openxmlformats.org/drawingml/2006/main">
            <a:off x="3505200" y="4767263"/>
            <a:ext cx="2133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Clr>
                <a:srgbClr val="000000"/>
              </a:buClr>
              <a:buSzPts val="1200"/>
              <a:buFont typeface="Arial"/>
              <a:buNone/>
              <a:defRPr sz="1200">
                <a:solidFill>
                  <a:srgbClr val="00539F"/>
                </a:solidFill>
                <a:latin typeface="Arial"/>
                <a:ea typeface="Arial"/>
                <a:cs typeface="Arial"/>
              </a:defRPr>
            </a:pPr>
            <a:fld id="{D172A7C5-A0CC-7B36-F236-345181E6AD72}" type="slidenum">
              <a:rPr sz="1200">
                <a:solidFill>
                  <a:srgbClr val="00539F"/>
                </a:solidFill>
                <a:latin typeface="Arial"/>
                <a:ea typeface="Arial"/>
                <a:cs typeface="Arial"/>
              </a:rPr>
              <a:t>31</a:t>
            </a:fld>
            <a:endParaRPr/>
          </a:p>
        </p:txBody>
      </p:sp>
      <p:sp>
        <p:nvSpPr>
          <p:cNvPr id="86" name="Section tag">
            <a:extLst xmlns:a="http://schemas.openxmlformats.org/drawingml/2006/main">
              <a:ext uri="{FF2B5EF4-FFF2-40B4-BE49-F238E27FC236}">
                <a16:creationId xmlns:a16="http://schemas.microsoft.com/office/drawing/2014/main" id="{87C7B8FF-6276-4901-91BC-CD5F178510E2}"/>
              </a:ext>
            </a:extLst>
          </p:cNvPr>
          <p:cNvSpPr>
            <a:spLocks xmlns:a="http://schemas.openxmlformats.org/drawingml/2006/main" noGrp="1"/>
          </p:cNvSpPr>
          <p:nvPr/>
        </p:nvSpPr>
        <p:spPr>
          <a:xfrm xmlns:a="http://schemas.openxmlformats.org/drawingml/2006/main">
            <a:off x="619125" y="1304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CURVED LANES</a:t>
            </a:r>
          </a:p>
        </p:txBody>
      </p:sp>
      <p:pic>
        <p:nvPicPr>
          <p:cNvPr id="97" name=""/>
          <p:cNvPicPr>
            <a:picLocks xmlns:a="http://schemas.openxmlformats.org/drawingml/2006/main" noChangeAspect="1"/>
          </p:cNvPicPr>
          <p:nvPr/>
        </p:nvPicPr>
        <p:blipFill>
          <a:blip xmlns:r="http://schemas.openxmlformats.org/officeDocument/2006/relationships" xmlns:a="http://schemas.openxmlformats.org/drawingml/2006/main" r:embed="R8f90ec1defe64b53"/>
          <a:srcRect xmlns:a="http://schemas.openxmlformats.org/drawingml/2006/main" l="0" t="10317" r="0" b="10317"/>
          <a:stretch xmlns:a="http://schemas.openxmlformats.org/drawingml/2006/main">
            <a:fillRect l="0" t="0" r="0" b="0"/>
          </a:stretch>
        </p:blipFill>
        <p:spPr>
          <a:xfrm xmlns:a="http://schemas.openxmlformats.org/drawingml/2006/main">
            <a:off x="523875" y="1666875"/>
            <a:ext cx="4000500" cy="2381250"/>
          </a:xfrm>
          <a:prstGeom xmlns:a="http://schemas.openxmlformats.org/drawingml/2006/main" prst="rect">
            <a:avLst/>
          </a:prstGeom>
        </p:spPr>
      </p:pic>
      <p:sp>
        <p:nvSpPr>
          <p:cNvPr id="88" name="Canny + color">
            <a:extLst xmlns:a="http://schemas.openxmlformats.org/drawingml/2006/main">
              <a:ext uri="{FF2B5EF4-FFF2-40B4-BE49-F238E27FC236}">
                <a16:creationId xmlns:a16="http://schemas.microsoft.com/office/drawing/2014/main" id="{D899DBA7-F5F7-4DB3-80FD-862EF182770C}"/>
              </a:ext>
            </a:extLst>
          </p:cNvPr>
          <p:cNvSpPr>
            <a:spLocks xmlns:a="http://schemas.openxmlformats.org/drawingml/2006/main" noGrp="1"/>
          </p:cNvSpPr>
          <p:nvPr/>
        </p:nvSpPr>
        <p:spPr>
          <a:xfrm xmlns:a="http://schemas.openxmlformats.org/drawingml/2006/main">
            <a:off x="4857750" y="1762125"/>
            <a:ext cx="1524000" cy="590550"/>
          </a:xfrm>
          <a:prstGeom xmlns:a="http://schemas.openxmlformats.org/drawingml/2006/main" prst="roundRect">
            <a:avLst>
              <a:gd name="adj" fmla="val 16129"/>
            </a:avLst>
          </a:prstGeom>
          <a:solidFill xmlns:a="http://schemas.openxmlformats.org/drawingml/2006/main">
            <a:srgbClr val="EAF4FA"/>
          </a:solidFill>
          <a:ln xmlns:a="http://schemas.openxmlformats.org/drawingml/2006/main" w="12383">
            <a:solidFill>
              <a:srgbClr val="00A0DF"/>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350" b="1">
                <a:solidFill>
                  <a:srgbClr val="00539F"/>
                </a:solidFill>
                <a:latin typeface="Arial"/>
                <a:ea typeface="Arial"/>
                <a:cs typeface="Arial"/>
              </a:defRPr>
            </a:pPr>
            <a:r>
              <a:rPr sz="1350" b="1">
                <a:solidFill>
                  <a:srgbClr val="00539F"/>
                </a:solidFill>
                <a:latin typeface="Arial"/>
                <a:ea typeface="Arial"/>
                <a:cs typeface="Arial"/>
              </a:rPr>
              <a:t>Canny + color</a:t>
            </a:r>
          </a:p>
        </p:txBody>
      </p:sp>
      <p:sp>
        <p:nvSpPr>
          <p:cNvPr id="89" name="road ROI">
            <a:extLst xmlns:a="http://schemas.openxmlformats.org/drawingml/2006/main">
              <a:ext uri="{FF2B5EF4-FFF2-40B4-BE49-F238E27FC236}">
                <a16:creationId xmlns:a16="http://schemas.microsoft.com/office/drawing/2014/main" id="{901A5489-DD07-4528-9CB9-0CC5A0C2AF30}"/>
              </a:ext>
            </a:extLst>
          </p:cNvPr>
          <p:cNvSpPr>
            <a:spLocks xmlns:a="http://schemas.openxmlformats.org/drawingml/2006/main" noGrp="1"/>
          </p:cNvSpPr>
          <p:nvPr/>
        </p:nvSpPr>
        <p:spPr>
          <a:xfrm xmlns:a="http://schemas.openxmlformats.org/drawingml/2006/main">
            <a:off x="6762750" y="1762125"/>
            <a:ext cx="1524000" cy="590550"/>
          </a:xfrm>
          <a:prstGeom xmlns:a="http://schemas.openxmlformats.org/drawingml/2006/main" prst="roundRect">
            <a:avLst>
              <a:gd name="adj" fmla="val 16129"/>
            </a:avLst>
          </a:prstGeom>
          <a:solidFill xmlns:a="http://schemas.openxmlformats.org/drawingml/2006/main">
            <a:srgbClr val="FFF7E8"/>
          </a:solidFill>
          <a:ln xmlns:a="http://schemas.openxmlformats.org/drawingml/2006/main" w="12383">
            <a:solidFill>
              <a:srgbClr val="EF8200"/>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road ROI</a:t>
            </a:r>
          </a:p>
        </p:txBody>
      </p:sp>
      <p:sp>
        <p:nvSpPr>
          <p:cNvPr id="90" name="split left/right">
            <a:extLst xmlns:a="http://schemas.openxmlformats.org/drawingml/2006/main">
              <a:ext uri="{FF2B5EF4-FFF2-40B4-BE49-F238E27FC236}">
                <a16:creationId xmlns:a16="http://schemas.microsoft.com/office/drawing/2014/main" id="{B438AE51-B39C-407C-8B9B-2A047D24D1A4}"/>
              </a:ext>
            </a:extLst>
          </p:cNvPr>
          <p:cNvSpPr>
            <a:spLocks xmlns:a="http://schemas.openxmlformats.org/drawingml/2006/main" noGrp="1"/>
          </p:cNvSpPr>
          <p:nvPr/>
        </p:nvSpPr>
        <p:spPr>
          <a:xfrm xmlns:a="http://schemas.openxmlformats.org/drawingml/2006/main">
            <a:off x="4857750" y="2552700"/>
            <a:ext cx="1524000" cy="590550"/>
          </a:xfrm>
          <a:prstGeom xmlns:a="http://schemas.openxmlformats.org/drawingml/2006/main" prst="roundRect">
            <a:avLst>
              <a:gd name="adj" fmla="val 16129"/>
            </a:avLst>
          </a:prstGeom>
          <a:solidFill xmlns:a="http://schemas.openxmlformats.org/drawingml/2006/main">
            <a:srgbClr val="EEF7EA"/>
          </a:solidFill>
          <a:ln xmlns:a="http://schemas.openxmlformats.org/drawingml/2006/main" w="12383">
            <a:solidFill>
              <a:srgbClr val="5A8E22"/>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350" b="1">
                <a:solidFill>
                  <a:srgbClr val="17324D"/>
                </a:solidFill>
                <a:latin typeface="Arial"/>
                <a:ea typeface="Arial"/>
                <a:cs typeface="Arial"/>
              </a:defRPr>
            </a:pPr>
            <a:r>
              <a:rPr sz="1350" b="1">
                <a:solidFill>
                  <a:srgbClr val="17324D"/>
                </a:solidFill>
                <a:latin typeface="Arial"/>
                <a:ea typeface="Arial"/>
                <a:cs typeface="Arial"/>
              </a:rPr>
              <a:t>split left/right</a:t>
            </a:r>
          </a:p>
        </p:txBody>
      </p:sp>
      <p:sp>
        <p:nvSpPr>
          <p:cNvPr id="91" name="polyfit&#10;x=ay²+by+c">
            <a:extLst xmlns:a="http://schemas.openxmlformats.org/drawingml/2006/main">
              <a:ext uri="{FF2B5EF4-FFF2-40B4-BE49-F238E27FC236}">
                <a16:creationId xmlns:a16="http://schemas.microsoft.com/office/drawing/2014/main" id="{8384D29A-71BF-4E4D-96BE-5107A2AD4A64}"/>
              </a:ext>
            </a:extLst>
          </p:cNvPr>
          <p:cNvSpPr>
            <a:spLocks xmlns:a="http://schemas.openxmlformats.org/drawingml/2006/main" noGrp="1"/>
          </p:cNvSpPr>
          <p:nvPr/>
        </p:nvSpPr>
        <p:spPr>
          <a:xfrm xmlns:a="http://schemas.openxmlformats.org/drawingml/2006/main">
            <a:off x="6762750" y="2552700"/>
            <a:ext cx="1524000" cy="590550"/>
          </a:xfrm>
          <a:prstGeom xmlns:a="http://schemas.openxmlformats.org/drawingml/2006/main" prst="roundRect">
            <a:avLst>
              <a:gd name="adj" fmla="val 16129"/>
            </a:avLst>
          </a:prstGeom>
          <a:solidFill xmlns:a="http://schemas.openxmlformats.org/drawingml/2006/main">
            <a:srgbClr val="FCEAEC"/>
          </a:solidFill>
          <a:ln xmlns:a="http://schemas.openxmlformats.org/drawingml/2006/main" w="12383">
            <a:solidFill>
              <a:srgbClr val="AF1E2D"/>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275" b="1">
                <a:solidFill>
                  <a:srgbClr val="17324D"/>
                </a:solidFill>
                <a:latin typeface="Arial"/>
                <a:ea typeface="Arial"/>
                <a:cs typeface="Arial"/>
              </a:defRPr>
            </a:pPr>
            <a:r>
              <a:rPr sz="1275" b="1">
                <a:solidFill>
                  <a:srgbClr val="17324D"/>
                </a:solidFill>
                <a:latin typeface="Arial"/>
                <a:ea typeface="Arial"/>
                <a:cs typeface="Arial"/>
              </a:rPr>
              <a:t>polyfit</a:t>
            </a:r>
          </a:p>
          <a:p xmlns:a="http://schemas.openxmlformats.org/drawingml/2006/main">
            <a:pPr algn="ctr">
              <a:defRPr sz="1275" b="1">
                <a:solidFill>
                  <a:srgbClr val="17324D"/>
                </a:solidFill>
                <a:latin typeface="Arial"/>
                <a:ea typeface="Arial"/>
                <a:cs typeface="Arial"/>
              </a:defRPr>
            </a:pPr>
            <a:r>
              <a:rPr sz="1275" b="1">
                <a:solidFill>
                  <a:srgbClr val="17324D"/>
                </a:solidFill>
                <a:latin typeface="Arial"/>
                <a:ea typeface="Arial"/>
                <a:cs typeface="Arial"/>
              </a:rPr>
              <a:t>x=ay²+by+c</a:t>
            </a:r>
          </a:p>
        </p:txBody>
      </p:sp>
      <p:sp>
        <p:nvSpPr>
          <p:cNvPr id="92" name="Lecture text">
            <a:extLst xmlns:a="http://schemas.openxmlformats.org/drawingml/2006/main">
              <a:ext uri="{FF2B5EF4-FFF2-40B4-BE49-F238E27FC236}">
                <a16:creationId xmlns:a16="http://schemas.microsoft.com/office/drawing/2014/main" id="{02332638-0F05-47C9-AEFD-80032DFF1BB7}"/>
              </a:ext>
            </a:extLst>
          </p:cNvPr>
          <p:cNvSpPr>
            <a:spLocks xmlns:a="http://schemas.openxmlformats.org/drawingml/2006/main" noGrp="1"/>
          </p:cNvSpPr>
          <p:nvPr/>
        </p:nvSpPr>
        <p:spPr>
          <a:xfrm xmlns:a="http://schemas.openxmlformats.org/drawingml/2006/main">
            <a:off x="4762500" y="34290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ctr">
              <a:defRPr sz="1500" b="1">
                <a:solidFill>
                  <a:srgbClr val="00539F"/>
                </a:solidFill>
                <a:latin typeface="Arial"/>
                <a:ea typeface="Arial"/>
                <a:cs typeface="Arial"/>
              </a:defRPr>
            </a:pPr>
            <a:r>
              <a:rPr sz="1500" b="1">
                <a:solidFill>
                  <a:srgbClr val="00539F"/>
                </a:solidFill>
                <a:latin typeface="Arial"/>
                <a:ea typeface="Arial"/>
                <a:cs typeface="Arial"/>
              </a:rPr>
              <a:t>Sample y values → evaluate x(y) → draw two smooth polylines</a:t>
            </a:r>
          </a:p>
        </p:txBody>
      </p:sp>
      <p:sp>
        <p:nvSpPr>
          <p:cNvPr id="93" name="The curve fit is still classical: every assumption and parameter is chosen by us.">
            <a:extLst xmlns:a="http://schemas.openxmlformats.org/drawingml/2006/main">
              <a:ext uri="{FF2B5EF4-FFF2-40B4-BE49-F238E27FC236}">
                <a16:creationId xmlns:a16="http://schemas.microsoft.com/office/drawing/2014/main" id="{748BB7B8-A2C4-4CB6-8524-E099070E8A0D}"/>
              </a:ext>
            </a:extLst>
          </p:cNvPr>
          <p:cNvSpPr>
            <a:spLocks xmlns:a="http://schemas.openxmlformats.org/drawingml/2006/main" noGrp="1"/>
          </p:cNvSpPr>
          <p:nvPr/>
        </p:nvSpPr>
        <p:spPr>
          <a:xfrm xmlns:a="http://schemas.openxmlformats.org/drawingml/2006/main">
            <a:off x="1000125" y="4324350"/>
            <a:ext cx="7143750" cy="381000"/>
          </a:xfrm>
          <a:prstGeom xmlns:a="http://schemas.openxmlformats.org/drawingml/2006/main" prst="roundRect">
            <a:avLst>
              <a:gd name="adj" fmla="val 25000"/>
            </a:avLst>
          </a:prstGeom>
          <a:solidFill xmlns:a="http://schemas.openxmlformats.org/drawingml/2006/main">
            <a:srgbClr val="EAF4FA"/>
          </a:solidFill>
          <a:ln xmlns:a="http://schemas.openxmlformats.org/drawingml/2006/main" w="12383">
            <a:solidFill>
              <a:srgbClr val="00539F"/>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350" b="1">
                <a:solidFill>
                  <a:srgbClr val="00539F"/>
                </a:solidFill>
                <a:latin typeface="Arial"/>
                <a:ea typeface="Arial"/>
                <a:cs typeface="Arial"/>
              </a:defRPr>
            </a:pPr>
            <a:r>
              <a:rPr sz="1350" b="1">
                <a:solidFill>
                  <a:srgbClr val="00539F"/>
                </a:solidFill>
                <a:latin typeface="Arial"/>
                <a:ea typeface="Arial"/>
                <a:cs typeface="Arial"/>
              </a:rPr>
              <a:t>The curve fit is still classical: every assumption and parameter is chosen by us.</a:t>
            </a:r>
          </a:p>
        </p:txBody>
      </p:sp>
    </p:spTree>
    <p:extLst>
      <p:ext uri="{BB962C8B-B14F-4D97-AF65-F5344CB8AC3E}">
        <p14:creationId xmlns:p14="http://schemas.microsoft.com/office/powerpoint/2010/main" val="625655601"/>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83" name="Google Shape;83;g37bad65a17d_0_0">
            <a:extLst xmlns:a="http://schemas.openxmlformats.org/drawingml/2006/main">
              <a:ext uri="{FF2B5EF4-FFF2-40B4-BE49-F238E27FC236}">
                <a16:creationId xmlns:a16="http://schemas.microsoft.com/office/drawing/2014/main" id="{0CC56B34-6770-45D7-9E5A-4F0C2199F86A}"/>
              </a:ext>
            </a:extLst>
          </p:cNvPr>
          <p:cNvSpPr>
            <a:spLocks xmlns:a="http://schemas.openxmlformats.org/drawingml/2006/main" noGrp="1"/>
          </p:cNvSpPr>
          <p:nvPr>
            <p:ph type="title" idx="0"/>
          </p:nvPr>
        </p:nvSpPr>
        <p:spPr>
          <a:xfrm xmlns:a="http://schemas.openxmlformats.org/drawingml/2006/main">
            <a:off x="457200" y="528638"/>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45720" rIns="91440" bIns="4572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1400"/>
              <a:buNone/>
              <a:defRPr sz="2025" b="0">
                <a:solidFill>
                  <a:srgbClr val="00A0DF"/>
                </a:solidFill>
                <a:latin typeface="Arial"/>
                <a:ea typeface="Arial"/>
                <a:cs typeface="Arial"/>
              </a:defRPr>
            </a:pPr>
            <a:r>
              <a:rPr sz="2025" b="0">
                <a:solidFill>
                  <a:srgbClr val="00A0DF"/>
                </a:solidFill>
                <a:latin typeface="Arial"/>
                <a:ea typeface="Arial"/>
                <a:cs typeface="Arial"/>
              </a:rPr>
              <a:t>Hands-on 7: change a ROS parameter and publish the curved road</a:t>
            </a:r>
            <a:endParaRPr/>
          </a:p>
        </p:txBody>
      </p:sp>
      <p:sp>
        <p:nvSpPr>
          <p:cNvPr id="85" name="Google Shape;85;g37bad65a17d_0_0">
            <a:extLst xmlns:a="http://schemas.openxmlformats.org/drawingml/2006/main">
              <a:ext uri="{FF2B5EF4-FFF2-40B4-BE49-F238E27FC236}">
                <a16:creationId xmlns:a16="http://schemas.microsoft.com/office/drawing/2014/main" id="{31B1C2C2-F77F-4032-9D0A-FF56401D76B3}"/>
              </a:ext>
            </a:extLst>
          </p:cNvPr>
          <p:cNvSpPr>
            <a:spLocks xmlns:a="http://schemas.openxmlformats.org/drawingml/2006/main" noGrp="1"/>
          </p:cNvSpPr>
          <p:nvPr>
            <p:ph type="sldNum" idx="12"/>
          </p:nvPr>
        </p:nvSpPr>
        <p:spPr>
          <a:xfrm xmlns:a="http://schemas.openxmlformats.org/drawingml/2006/main">
            <a:off x="3505200" y="4767263"/>
            <a:ext cx="2133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Clr>
                <a:srgbClr val="000000"/>
              </a:buClr>
              <a:buSzPts val="1200"/>
              <a:buFont typeface="Arial"/>
              <a:buNone/>
              <a:defRPr sz="1200">
                <a:solidFill>
                  <a:srgbClr val="00539F"/>
                </a:solidFill>
                <a:latin typeface="Arial"/>
                <a:ea typeface="Arial"/>
                <a:cs typeface="Arial"/>
              </a:defRPr>
            </a:pPr>
            <a:fld id="{66C3428B-053E-6B4E-39FF-75B44F3F33F6}" type="slidenum">
              <a:rPr sz="1200">
                <a:solidFill>
                  <a:srgbClr val="00539F"/>
                </a:solidFill>
                <a:latin typeface="Arial"/>
                <a:ea typeface="Arial"/>
                <a:cs typeface="Arial"/>
              </a:rPr>
              <a:t>32</a:t>
            </a:fld>
            <a:endParaRPr/>
          </a:p>
        </p:txBody>
      </p:sp>
      <p:sp>
        <p:nvSpPr>
          <p:cNvPr id="86" name="Section tag">
            <a:extLst xmlns:a="http://schemas.openxmlformats.org/drawingml/2006/main">
              <a:ext uri="{FF2B5EF4-FFF2-40B4-BE49-F238E27FC236}">
                <a16:creationId xmlns:a16="http://schemas.microsoft.com/office/drawing/2014/main" id="{33EFA861-EBC0-4507-A36A-A34CB4F6B584}"/>
              </a:ext>
            </a:extLst>
          </p:cNvPr>
          <p:cNvSpPr>
            <a:spLocks xmlns:a="http://schemas.openxmlformats.org/drawingml/2006/main" noGrp="1"/>
          </p:cNvSpPr>
          <p:nvPr/>
        </p:nvSpPr>
        <p:spPr>
          <a:xfrm xmlns:a="http://schemas.openxmlformats.org/drawingml/2006/main">
            <a:off x="619125" y="1304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HANDS-ON CHECKPOINT</a:t>
            </a:r>
          </a:p>
        </p:txBody>
      </p:sp>
      <p:pic>
        <p:nvPicPr>
          <p:cNvPr id="95" name=""/>
          <p:cNvPicPr>
            <a:picLocks xmlns:a="http://schemas.openxmlformats.org/drawingml/2006/main" noChangeAspect="1"/>
          </p:cNvPicPr>
          <p:nvPr/>
        </p:nvPicPr>
        <p:blipFill>
          <a:blip xmlns:r="http://schemas.openxmlformats.org/officeDocument/2006/relationships" xmlns:a="http://schemas.openxmlformats.org/drawingml/2006/main" r:embed="R4c9eae254d8e48c9"/>
          <a:stretch xmlns:a="http://schemas.openxmlformats.org/drawingml/2006/main"/>
        </p:blipFill>
        <p:spPr>
          <a:xfrm xmlns:a="http://schemas.openxmlformats.org/drawingml/2006/main">
            <a:off x="514350" y="1756569"/>
            <a:ext cx="3905250" cy="2278063"/>
          </a:xfrm>
          <a:prstGeom xmlns:a="http://schemas.openxmlformats.org/drawingml/2006/main" prst="rect">
            <a:avLst/>
          </a:prstGeom>
        </p:spPr>
      </p:pic>
      <p:sp>
        <p:nvSpPr>
          <p:cNvPr id="88" name="Student coding task">
            <a:extLst xmlns:a="http://schemas.openxmlformats.org/drawingml/2006/main">
              <a:ext uri="{FF2B5EF4-FFF2-40B4-BE49-F238E27FC236}">
                <a16:creationId xmlns:a16="http://schemas.microsoft.com/office/drawing/2014/main" id="{E38801A1-A8D0-442C-8A40-949BE6F78AA5}"/>
              </a:ext>
            </a:extLst>
          </p:cNvPr>
          <p:cNvSpPr>
            <a:spLocks xmlns:a="http://schemas.openxmlformats.org/drawingml/2006/main" noGrp="1"/>
          </p:cNvSpPr>
          <p:nvPr/>
        </p:nvSpPr>
        <p:spPr>
          <a:xfrm xmlns:a="http://schemas.openxmlformats.org/drawingml/2006/main">
            <a:off x="4714875" y="1657350"/>
            <a:ext cx="3857625" cy="685800"/>
          </a:xfrm>
          <a:prstGeom xmlns:a="http://schemas.openxmlformats.org/drawingml/2006/main" prst="roundRect">
            <a:avLst>
              <a:gd name="adj" fmla="val 13889"/>
            </a:avLst>
          </a:prstGeom>
          <a:solidFill xmlns:a="http://schemas.openxmlformats.org/drawingml/2006/main">
            <a:srgbClr val="FFF7E8"/>
          </a:solidFill>
          <a:ln xmlns:a="http://schemas.openxmlformats.org/drawingml/2006/main" w="12383">
            <a:solidFill>
              <a:srgbClr val="EF8200"/>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840" b="1">
                <a:solidFill>
                  <a:srgbClr val="17324D"/>
                </a:solidFill>
                <a:latin typeface="Arial"/>
                <a:ea typeface="Arial"/>
                <a:cs typeface="Arial"/>
              </a:defRPr>
            </a:pPr>
            <a:r>
              <a:rPr sz="840" b="1">
                <a:solidFill>
                  <a:srgbClr val="17324D"/>
                </a:solidFill>
                <a:latin typeface="Arial"/>
                <a:ea typeface="Arial"/>
                <a:cs typeface="Arial"/>
              </a:rPr>
              <a:t>CONFIRM: the Hands-on 6 node is stopped</a:t>
            </a:r>
          </a:p>
          <a:p xmlns:a="http://schemas.openxmlformats.org/drawingml/2006/main">
            <a:pPr algn="ctr">
              <a:defRPr sz="840" b="1">
                <a:solidFill>
                  <a:srgbClr val="17324D"/>
                </a:solidFill>
                <a:latin typeface="Arial"/>
                <a:ea typeface="Arial"/>
                <a:cs typeface="Arial"/>
              </a:defRPr>
            </a:pPr>
            <a:r>
              <a:rPr sz="840" b="1">
                <a:solidFill>
                  <a:srgbClr val="17324D"/>
                </a:solidFill>
                <a:latin typeface="Arial"/>
                <a:ea typeface="Arial"/>
                <a:cs typeface="Arial"/>
              </a:rPr>
              <a:t>EDIT: ws/src/cv_lab/cv_lab/lane_detector_node.py</a:t>
            </a:r>
          </a:p>
          <a:p xmlns:a="http://schemas.openxmlformats.org/drawingml/2006/main">
            <a:pPr algn="ctr">
              <a:defRPr sz="840" b="1">
                <a:solidFill>
                  <a:srgbClr val="17324D"/>
                </a:solidFill>
                <a:latin typeface="Arial"/>
                <a:ea typeface="Arial"/>
                <a:cs typeface="Arial"/>
              </a:defRPr>
            </a:pPr>
            <a:r>
              <a:rPr sz="840" b="1">
                <a:solidFill>
                  <a:srgbClr val="17324D"/>
                </a:solidFill>
                <a:latin typeface="Arial"/>
                <a:ea typeface="Arial"/>
                <a:cs typeface="Arial"/>
              </a:rPr>
              <a:t>TODO: CURVE-CV</a:t>
            </a:r>
          </a:p>
        </p:txBody>
      </p:sp>
      <p:sp>
        <p:nvSpPr>
          <p:cNvPr id="89" name="Lecture text">
            <a:extLst xmlns:a="http://schemas.openxmlformats.org/drawingml/2006/main">
              <a:ext uri="{FF2B5EF4-FFF2-40B4-BE49-F238E27FC236}">
                <a16:creationId xmlns:a16="http://schemas.microsoft.com/office/drawing/2014/main" id="{A08634AB-8650-4C8E-BFD0-5953387BABDB}"/>
              </a:ext>
            </a:extLst>
          </p:cNvPr>
          <p:cNvSpPr>
            <a:spLocks xmlns:a="http://schemas.openxmlformats.org/drawingml/2006/main" noGrp="1"/>
          </p:cNvSpPr>
          <p:nvPr/>
        </p:nvSpPr>
        <p:spPr>
          <a:xfrm xmlns:a="http://schemas.openxmlformats.org/drawingml/2006/main">
            <a:off x="4810125" y="2381250"/>
            <a:ext cx="3667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CURVE-CV → rebuild + source → run 1–5.</a:t>
            </a:r>
          </a:p>
        </p:txBody>
      </p:sp>
      <p:sp>
        <p:nvSpPr>
          <p:cNvPr id="90" name="Runnable code">
            <a:extLst xmlns:a="http://schemas.openxmlformats.org/drawingml/2006/main">
              <a:ext uri="{FF2B5EF4-FFF2-40B4-BE49-F238E27FC236}">
                <a16:creationId xmlns:a16="http://schemas.microsoft.com/office/drawing/2014/main" id="{2906A69A-D45B-4C6D-9AF4-DE64E06039D9}"/>
              </a:ext>
            </a:extLst>
          </p:cNvPr>
          <p:cNvSpPr>
            <a:spLocks xmlns:a="http://schemas.openxmlformats.org/drawingml/2006/main" noGrp="1"/>
          </p:cNvSpPr>
          <p:nvPr/>
        </p:nvSpPr>
        <p:spPr>
          <a:xfrm xmlns:a="http://schemas.openxmlformats.org/drawingml/2006/main">
            <a:off x="4714875" y="2667000"/>
            <a:ext cx="3857625" cy="1381125"/>
          </a:xfrm>
          <a:prstGeom xmlns:a="http://schemas.openxmlformats.org/drawingml/2006/main" prst="roundRect">
            <a:avLst>
              <a:gd name="adj" fmla="val 5517"/>
            </a:avLst>
          </a:prstGeom>
          <a:solidFill xmlns:a="http://schemas.openxmlformats.org/drawingml/2006/main">
            <a:srgbClr val="F3F7FA"/>
          </a:solidFill>
          <a:ln xmlns:a="http://schemas.openxmlformats.org/drawingml/2006/main" w="11430">
            <a:solidFill>
              <a:srgbClr val="C8D7E1"/>
            </a:solidFill>
            <a:prstDash val="solid"/>
          </a:ln>
        </p:spPr>
        <p:txBody>
          <a:bodyPr xmlns:a="http://schemas.openxmlformats.org/drawingml/2006/main" wrap="square" lIns="114300" tIns="95250" rIns="114300" bIns="95250" anchor="t">
            <a:normAutofit fontScale="100000"/>
          </a:bodyPr>
          <a:lstStyle xmlns:a="http://schemas.openxmlformats.org/drawingml/2006/main"/>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 1) TERMINAL 1 — start the rebuilt node; leave running</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ros2 run cv_lab lane_detector_node --ros-args \</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 -p output_dir:="$PWD/outputs"</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 2) TERMINAL 2 — select curved mode; verify it</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ros2 param set /lane_detector mode curved</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ros2 param get /lane_detector mode</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 3) TERMINAL 2 — wait for one curved-lane report</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ros2 topic echo --once /perception/lane_report</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 4) TERMINAL 3 — publish road_curved.png</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ros2 topic pub --once /perception/road_image_path \</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 std_msgs/msg/String "{data: '$PWD/inputs/road_curved.png'}"</a:t>
            </a:r>
          </a:p>
          <a:p xmlns:a="http://schemas.openxmlformats.org/drawingml/2006/main">
            <a:pPr algn="l">
              <a:defRPr sz="563" b="0">
                <a:solidFill>
                  <a:srgbClr val="17324D"/>
                </a:solidFill>
                <a:latin typeface="Courier New"/>
                <a:ea typeface="Courier New"/>
                <a:cs typeface="Courier New"/>
              </a:defRPr>
            </a:pPr>
            <a:r>
              <a:rPr sz="563" b="0">
                <a:solidFill>
                  <a:srgbClr val="17324D"/>
                </a:solidFill>
                <a:latin typeface="Courier New"/>
                <a:ea typeface="Courier New"/>
                <a:cs typeface="Courier New"/>
              </a:rPr>
              <a:t># 5) FINISH — view PNG; Ctrl+C in Terminal 1</a:t>
            </a:r>
          </a:p>
        </p:txBody>
      </p:sp>
      <p:sp>
        <p:nvSpPr>
          <p:cNvPr id="91" name="Parameter value: curved • Echo contains fitted_curves=2 • Open outputs/lane_curved.png">
            <a:extLst xmlns:a="http://schemas.openxmlformats.org/drawingml/2006/main">
              <a:ext uri="{FF2B5EF4-FFF2-40B4-BE49-F238E27FC236}">
                <a16:creationId xmlns:a16="http://schemas.microsoft.com/office/drawing/2014/main" id="{A01E9A43-618F-4AD0-B751-56CE8656A983}"/>
              </a:ext>
            </a:extLst>
          </p:cNvPr>
          <p:cNvSpPr>
            <a:spLocks xmlns:a="http://schemas.openxmlformats.org/drawingml/2006/main" noGrp="1"/>
          </p:cNvSpPr>
          <p:nvPr/>
        </p:nvSpPr>
        <p:spPr>
          <a:xfrm xmlns:a="http://schemas.openxmlformats.org/drawingml/2006/main">
            <a:off x="762000" y="4219575"/>
            <a:ext cx="7620000" cy="476250"/>
          </a:xfrm>
          <a:prstGeom xmlns:a="http://schemas.openxmlformats.org/drawingml/2006/main" prst="roundRect">
            <a:avLst>
              <a:gd name="adj" fmla="val 20000"/>
            </a:avLst>
          </a:prstGeom>
          <a:solidFill xmlns:a="http://schemas.openxmlformats.org/drawingml/2006/main">
            <a:srgbClr val="FFF7E8"/>
          </a:solidFill>
          <a:ln xmlns:a="http://schemas.openxmlformats.org/drawingml/2006/main" w="12383">
            <a:solidFill>
              <a:srgbClr val="EF8200"/>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088" b="1">
                <a:solidFill>
                  <a:srgbClr val="17324D"/>
                </a:solidFill>
                <a:latin typeface="Arial"/>
                <a:ea typeface="Arial"/>
                <a:cs typeface="Arial"/>
              </a:defRPr>
            </a:pPr>
            <a:r>
              <a:rPr sz="1088" b="1">
                <a:solidFill>
                  <a:srgbClr val="17324D"/>
                </a:solidFill>
                <a:latin typeface="Arial"/>
                <a:ea typeface="Arial"/>
                <a:cs typeface="Arial"/>
              </a:rPr>
              <a:t>Parameter value: curved • Echo contains fitted_curves=2 • Open outputs/lane_curved.png</a:t>
            </a:r>
          </a:p>
        </p:txBody>
      </p:sp>
    </p:spTree>
    <p:extLst>
      <p:ext uri="{BB962C8B-B14F-4D97-AF65-F5344CB8AC3E}">
        <p14:creationId xmlns:p14="http://schemas.microsoft.com/office/powerpoint/2010/main" val="625655601"/>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83" name="Google Shape;83;g37bad65a17d_0_0">
            <a:extLst xmlns:a="http://schemas.openxmlformats.org/drawingml/2006/main">
              <a:ext uri="{FF2B5EF4-FFF2-40B4-BE49-F238E27FC236}">
                <a16:creationId xmlns:a16="http://schemas.microsoft.com/office/drawing/2014/main" id="{0CC56B34-6770-45D7-9E5A-4F0C2199F86A}"/>
              </a:ext>
            </a:extLst>
          </p:cNvPr>
          <p:cNvSpPr>
            <a:spLocks xmlns:a="http://schemas.openxmlformats.org/drawingml/2006/main" noGrp="1"/>
          </p:cNvSpPr>
          <p:nvPr>
            <p:ph type="title" idx="0"/>
          </p:nvPr>
        </p:nvSpPr>
        <p:spPr>
          <a:xfrm xmlns:a="http://schemas.openxmlformats.org/drawingml/2006/main">
            <a:off x="457200" y="528638"/>
            <a:ext cx="82296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91440" tIns="45720" rIns="91440" bIns="4572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1400"/>
              <a:buNone/>
              <a:defRPr sz="2400" b="0">
                <a:solidFill>
                  <a:srgbClr val="00A0DF"/>
                </a:solidFill>
                <a:latin typeface="Arial"/>
                <a:ea typeface="Arial"/>
                <a:cs typeface="Arial"/>
              </a:defRPr>
            </a:pPr>
            <a:r>
              <a:rPr sz="2400" b="0">
                <a:solidFill>
                  <a:srgbClr val="00A0DF"/>
                </a:solidFill>
                <a:latin typeface="Arial"/>
                <a:ea typeface="Arial"/>
                <a:cs typeface="Arial"/>
              </a:rPr>
              <a:t>Classical perception ends with an interpretable chain</a:t>
            </a:r>
            <a:endParaRPr/>
          </a:p>
        </p:txBody>
      </p:sp>
      <p:sp>
        <p:nvSpPr>
          <p:cNvPr id="85" name="Google Shape;85;g37bad65a17d_0_0">
            <a:extLst xmlns:a="http://schemas.openxmlformats.org/drawingml/2006/main">
              <a:ext uri="{FF2B5EF4-FFF2-40B4-BE49-F238E27FC236}">
                <a16:creationId xmlns:a16="http://schemas.microsoft.com/office/drawing/2014/main" id="{31B1C2C2-F77F-4032-9D0A-FF56401D76B3}"/>
              </a:ext>
            </a:extLst>
          </p:cNvPr>
          <p:cNvSpPr>
            <a:spLocks xmlns:a="http://schemas.openxmlformats.org/drawingml/2006/main" noGrp="1"/>
          </p:cNvSpPr>
          <p:nvPr>
            <p:ph type="sldNum" idx="12"/>
          </p:nvPr>
        </p:nvSpPr>
        <p:spPr>
          <a:xfrm xmlns:a="http://schemas.openxmlformats.org/drawingml/2006/main">
            <a:off x="3505200" y="4767263"/>
            <a:ext cx="2133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Clr>
                <a:srgbClr val="000000"/>
              </a:buClr>
              <a:buSzPts val="1200"/>
              <a:buFont typeface="Arial"/>
              <a:buNone/>
              <a:defRPr sz="1200">
                <a:solidFill>
                  <a:srgbClr val="00539F"/>
                </a:solidFill>
                <a:latin typeface="Arial"/>
                <a:ea typeface="Arial"/>
                <a:cs typeface="Arial"/>
              </a:defRPr>
            </a:pPr>
            <a:fld id="{59F9B2FD-F323-2D0A-D581-D6E61055F9A8}" type="slidenum">
              <a:rPr sz="1200">
                <a:solidFill>
                  <a:srgbClr val="00539F"/>
                </a:solidFill>
                <a:latin typeface="Arial"/>
                <a:ea typeface="Arial"/>
                <a:cs typeface="Arial"/>
              </a:rPr>
              <a:t>33</a:t>
            </a:fld>
            <a:endParaRPr/>
          </a:p>
        </p:txBody>
      </p:sp>
      <p:sp>
        <p:nvSpPr>
          <p:cNvPr id="86" name="Section tag">
            <a:extLst xmlns:a="http://schemas.openxmlformats.org/drawingml/2006/main">
              <a:ext uri="{FF2B5EF4-FFF2-40B4-BE49-F238E27FC236}">
                <a16:creationId xmlns:a16="http://schemas.microsoft.com/office/drawing/2014/main" id="{D3BD5552-0C2D-473F-ADAD-D81980D9F38D}"/>
              </a:ext>
            </a:extLst>
          </p:cNvPr>
          <p:cNvSpPr>
            <a:spLocks xmlns:a="http://schemas.openxmlformats.org/drawingml/2006/main" noGrp="1"/>
          </p:cNvSpPr>
          <p:nvPr/>
        </p:nvSpPr>
        <p:spPr>
          <a:xfrm xmlns:a="http://schemas.openxmlformats.org/drawingml/2006/main">
            <a:off x="619125" y="1304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l">
              <a:defRPr sz="1200" b="1">
                <a:solidFill>
                  <a:srgbClr val="EF8200"/>
                </a:solidFill>
                <a:latin typeface="Arial"/>
                <a:ea typeface="Arial"/>
                <a:cs typeface="Arial"/>
              </a:defRPr>
            </a:pPr>
            <a:r>
              <a:rPr sz="1200" b="1">
                <a:solidFill>
                  <a:srgbClr val="EF8200"/>
                </a:solidFill>
                <a:latin typeface="Arial"/>
                <a:ea typeface="Arial"/>
                <a:cs typeface="Arial"/>
              </a:rPr>
              <a:t>SYNTHESIS</a:t>
            </a:r>
          </a:p>
        </p:txBody>
      </p:sp>
      <p:sp>
        <p:nvSpPr>
          <p:cNvPr id="87" name="pixels">
            <a:extLst xmlns:a="http://schemas.openxmlformats.org/drawingml/2006/main">
              <a:ext uri="{FF2B5EF4-FFF2-40B4-BE49-F238E27FC236}">
                <a16:creationId xmlns:a16="http://schemas.microsoft.com/office/drawing/2014/main" id="{DBAB4315-8E8E-4DE1-A3C3-01496F7740B0}"/>
              </a:ext>
            </a:extLst>
          </p:cNvPr>
          <p:cNvSpPr>
            <a:spLocks xmlns:a="http://schemas.openxmlformats.org/drawingml/2006/main" noGrp="1"/>
          </p:cNvSpPr>
          <p:nvPr/>
        </p:nvSpPr>
        <p:spPr>
          <a:xfrm xmlns:a="http://schemas.openxmlformats.org/drawingml/2006/main">
            <a:off x="809625" y="1952625"/>
            <a:ext cx="952500" cy="781050"/>
          </a:xfrm>
          <a:prstGeom xmlns:a="http://schemas.openxmlformats.org/drawingml/2006/main" prst="roundRect">
            <a:avLst>
              <a:gd name="adj" fmla="val 12195"/>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pixels</a:t>
            </a:r>
          </a:p>
        </p:txBody>
      </p:sp>
      <p:sp>
        <p:nvSpPr>
          <p:cNvPr id="88" name="x/y&#10;counts">
            <a:extLst xmlns:a="http://schemas.openxmlformats.org/drawingml/2006/main">
              <a:ext uri="{FF2B5EF4-FFF2-40B4-BE49-F238E27FC236}">
                <a16:creationId xmlns:a16="http://schemas.microsoft.com/office/drawing/2014/main" id="{31066441-6C6A-49E8-B43D-20FC3AA4F7AB}"/>
              </a:ext>
            </a:extLst>
          </p:cNvPr>
          <p:cNvSpPr>
            <a:spLocks xmlns:a="http://schemas.openxmlformats.org/drawingml/2006/main" noGrp="1"/>
          </p:cNvSpPr>
          <p:nvPr/>
        </p:nvSpPr>
        <p:spPr>
          <a:xfrm xmlns:a="http://schemas.openxmlformats.org/drawingml/2006/main">
            <a:off x="2124075" y="1952625"/>
            <a:ext cx="952500" cy="781050"/>
          </a:xfrm>
          <a:prstGeom xmlns:a="http://schemas.openxmlformats.org/drawingml/2006/main" prst="roundRect">
            <a:avLst>
              <a:gd name="adj" fmla="val 12195"/>
            </a:avLst>
          </a:prstGeom>
          <a:solidFill xmlns:a="http://schemas.openxmlformats.org/drawingml/2006/main">
            <a:srgbClr val="EAF4FA"/>
          </a:solidFill>
          <a:ln xmlns:a="http://schemas.openxmlformats.org/drawingml/2006/main" w="12383">
            <a:solidFill>
              <a:srgbClr val="00A0DF"/>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x/y</a:t>
            </a:r>
          </a:p>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counts</a:t>
            </a:r>
          </a:p>
        </p:txBody>
      </p:sp>
      <p:sp>
        <p:nvSpPr>
          <p:cNvPr id="89" name="mask&#10;repair">
            <a:extLst xmlns:a="http://schemas.openxmlformats.org/drawingml/2006/main">
              <a:ext uri="{FF2B5EF4-FFF2-40B4-BE49-F238E27FC236}">
                <a16:creationId xmlns:a16="http://schemas.microsoft.com/office/drawing/2014/main" id="{A280CF20-4DB4-4D47-BFC1-CD74837D3E4C}"/>
              </a:ext>
            </a:extLst>
          </p:cNvPr>
          <p:cNvSpPr>
            <a:spLocks xmlns:a="http://schemas.openxmlformats.org/drawingml/2006/main" noGrp="1"/>
          </p:cNvSpPr>
          <p:nvPr/>
        </p:nvSpPr>
        <p:spPr>
          <a:xfrm xmlns:a="http://schemas.openxmlformats.org/drawingml/2006/main">
            <a:off x="3438525" y="1952625"/>
            <a:ext cx="952500" cy="781050"/>
          </a:xfrm>
          <a:prstGeom xmlns:a="http://schemas.openxmlformats.org/drawingml/2006/main" prst="roundRect">
            <a:avLst>
              <a:gd name="adj" fmla="val 12195"/>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mask</a:t>
            </a:r>
          </a:p>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repair</a:t>
            </a:r>
          </a:p>
        </p:txBody>
      </p:sp>
      <p:sp>
        <p:nvSpPr>
          <p:cNvPr id="90" name="edge&#10;maps">
            <a:extLst xmlns:a="http://schemas.openxmlformats.org/drawingml/2006/main">
              <a:ext uri="{FF2B5EF4-FFF2-40B4-BE49-F238E27FC236}">
                <a16:creationId xmlns:a16="http://schemas.microsoft.com/office/drawing/2014/main" id="{4FC418EF-7BD5-43D1-BA55-72A8C4275C5C}"/>
              </a:ext>
            </a:extLst>
          </p:cNvPr>
          <p:cNvSpPr>
            <a:spLocks xmlns:a="http://schemas.openxmlformats.org/drawingml/2006/main" noGrp="1"/>
          </p:cNvSpPr>
          <p:nvPr/>
        </p:nvSpPr>
        <p:spPr>
          <a:xfrm xmlns:a="http://schemas.openxmlformats.org/drawingml/2006/main">
            <a:off x="4752975" y="1952625"/>
            <a:ext cx="952500" cy="781050"/>
          </a:xfrm>
          <a:prstGeom xmlns:a="http://schemas.openxmlformats.org/drawingml/2006/main" prst="roundRect">
            <a:avLst>
              <a:gd name="adj" fmla="val 12195"/>
            </a:avLst>
          </a:prstGeom>
          <a:solidFill xmlns:a="http://schemas.openxmlformats.org/drawingml/2006/main">
            <a:srgbClr val="EAF4FA"/>
          </a:solidFill>
          <a:ln xmlns:a="http://schemas.openxmlformats.org/drawingml/2006/main" w="12383">
            <a:solidFill>
              <a:srgbClr val="00A0DF"/>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edge</a:t>
            </a:r>
          </a:p>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maps</a:t>
            </a:r>
          </a:p>
        </p:txBody>
      </p:sp>
      <p:sp>
        <p:nvSpPr>
          <p:cNvPr id="91" name="Canny +&#10;Hough">
            <a:extLst xmlns:a="http://schemas.openxmlformats.org/drawingml/2006/main">
              <a:ext uri="{FF2B5EF4-FFF2-40B4-BE49-F238E27FC236}">
                <a16:creationId xmlns:a16="http://schemas.microsoft.com/office/drawing/2014/main" id="{33CD9BCC-0C67-4D92-A7ED-B0461A6D4628}"/>
              </a:ext>
            </a:extLst>
          </p:cNvPr>
          <p:cNvSpPr>
            <a:spLocks xmlns:a="http://schemas.openxmlformats.org/drawingml/2006/main" noGrp="1"/>
          </p:cNvSpPr>
          <p:nvPr/>
        </p:nvSpPr>
        <p:spPr>
          <a:xfrm xmlns:a="http://schemas.openxmlformats.org/drawingml/2006/main">
            <a:off x="6067425" y="1952625"/>
            <a:ext cx="952500" cy="781050"/>
          </a:xfrm>
          <a:prstGeom xmlns:a="http://schemas.openxmlformats.org/drawingml/2006/main" prst="roundRect">
            <a:avLst>
              <a:gd name="adj" fmla="val 12195"/>
            </a:avLst>
          </a:prstGeom>
          <a:solidFill xmlns:a="http://schemas.openxmlformats.org/drawingml/2006/main">
            <a:srgbClr val="FFFFFF"/>
          </a:solidFill>
          <a:ln xmlns:a="http://schemas.openxmlformats.org/drawingml/2006/main" w="12383">
            <a:solidFill>
              <a:srgbClr val="C8D7E1"/>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Canny +</a:t>
            </a:r>
          </a:p>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Hough</a:t>
            </a:r>
          </a:p>
        </p:txBody>
      </p:sp>
      <p:sp>
        <p:nvSpPr>
          <p:cNvPr id="92" name="line / curve&#10;models">
            <a:extLst xmlns:a="http://schemas.openxmlformats.org/drawingml/2006/main">
              <a:ext uri="{FF2B5EF4-FFF2-40B4-BE49-F238E27FC236}">
                <a16:creationId xmlns:a16="http://schemas.microsoft.com/office/drawing/2014/main" id="{7900614B-3FF7-442D-8903-FF73353458BD}"/>
              </a:ext>
            </a:extLst>
          </p:cNvPr>
          <p:cNvSpPr>
            <a:spLocks xmlns:a="http://schemas.openxmlformats.org/drawingml/2006/main" noGrp="1"/>
          </p:cNvSpPr>
          <p:nvPr/>
        </p:nvSpPr>
        <p:spPr>
          <a:xfrm xmlns:a="http://schemas.openxmlformats.org/drawingml/2006/main">
            <a:off x="7381875" y="1952625"/>
            <a:ext cx="952500" cy="781050"/>
          </a:xfrm>
          <a:prstGeom xmlns:a="http://schemas.openxmlformats.org/drawingml/2006/main" prst="roundRect">
            <a:avLst>
              <a:gd name="adj" fmla="val 12195"/>
            </a:avLst>
          </a:prstGeom>
          <a:solidFill xmlns:a="http://schemas.openxmlformats.org/drawingml/2006/main">
            <a:srgbClr val="EAF4FA"/>
          </a:solidFill>
          <a:ln xmlns:a="http://schemas.openxmlformats.org/drawingml/2006/main" w="12383">
            <a:solidFill>
              <a:srgbClr val="00A0DF"/>
            </a:solidFill>
            <a:prstDash val="solid"/>
          </a:ln>
        </p:spPr>
        <p:txBody>
          <a:bodyPr xmlns:a="http://schemas.openxmlformats.org/drawingml/2006/main" wrap="square" lIns="66675" tIns="57150" rIns="66675" bIns="57150" anchor="ctr">
            <a:normAutofit fontScale="93775"/>
          </a:bodyPr>
          <a:lstStyle xmlns:a="http://schemas.openxmlformats.org/drawingml/2006/main"/>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line / curve</a:t>
            </a:r>
          </a:p>
          <a:p xmlns:a="http://schemas.openxmlformats.org/drawingml/2006/main">
            <a:pPr algn="ctr">
              <a:defRPr sz="1425" b="1">
                <a:solidFill>
                  <a:srgbClr val="17324D"/>
                </a:solidFill>
                <a:latin typeface="Arial"/>
                <a:ea typeface="Arial"/>
                <a:cs typeface="Arial"/>
              </a:defRPr>
            </a:pPr>
            <a:r>
              <a:rPr sz="1425" b="1">
                <a:solidFill>
                  <a:srgbClr val="17324D"/>
                </a:solidFill>
                <a:latin typeface="Arial"/>
                <a:ea typeface="Arial"/>
                <a:cs typeface="Arial"/>
              </a:rPr>
              <a:t>models</a:t>
            </a:r>
          </a:p>
        </p:txBody>
      </p:sp>
      <p:cxnSp>
        <p:nvCxnSpPr>
          <p:cNvPr id="114" name=""/>
          <p:cNvCxnSpPr>
            <a:stCxn xmlns:a="http://schemas.openxmlformats.org/drawingml/2006/main" id="87" idx="3"/>
            <a:endCxn xmlns:a="http://schemas.openxmlformats.org/drawingml/2006/main" id="88" idx="1"/>
          </p:cNvCxnSpPr>
          <p:nvPr/>
        </p:nvCxnSpPr>
        <p:spPr>
          <a:xfrm xmlns:a="http://schemas.openxmlformats.org/drawingml/2006/main">
            <a:off x="1762125" y="2343150"/>
            <a:ext cx="361950" cy="0"/>
          </a:xfrm>
          <a:prstGeom xmlns:a="http://schemas.openxmlformats.org/drawingml/2006/main" prst="straightConnector1">
            <a:avLst/>
          </a:prstGeom>
          <a:ln xmlns:a="http://schemas.openxmlformats.org/drawingml/2006/main" w="19050">
            <a:solidFill>
              <a:srgbClr val="4B6072"/>
            </a:solidFill>
            <a:prstDash val="solid"/>
            <a:tailEnd type="triangle" w="sm" len="sm"/>
          </a:ln>
        </p:spPr>
      </p:cxnSp>
      <p:cxnSp>
        <p:nvCxnSpPr>
          <p:cNvPr id="115" name=""/>
          <p:cNvCxnSpPr>
            <a:stCxn xmlns:a="http://schemas.openxmlformats.org/drawingml/2006/main" id="88" idx="3"/>
            <a:endCxn xmlns:a="http://schemas.openxmlformats.org/drawingml/2006/main" id="89" idx="1"/>
          </p:cNvCxnSpPr>
          <p:nvPr/>
        </p:nvCxnSpPr>
        <p:spPr>
          <a:xfrm xmlns:a="http://schemas.openxmlformats.org/drawingml/2006/main">
            <a:off x="3076575" y="2343150"/>
            <a:ext cx="361950" cy="0"/>
          </a:xfrm>
          <a:prstGeom xmlns:a="http://schemas.openxmlformats.org/drawingml/2006/main" prst="straightConnector1">
            <a:avLst/>
          </a:prstGeom>
          <a:ln xmlns:a="http://schemas.openxmlformats.org/drawingml/2006/main" w="19050">
            <a:solidFill>
              <a:srgbClr val="4B6072"/>
            </a:solidFill>
            <a:prstDash val="solid"/>
            <a:tailEnd type="triangle" w="sm" len="sm"/>
          </a:ln>
        </p:spPr>
      </p:cxnSp>
      <p:cxnSp>
        <p:nvCxnSpPr>
          <p:cNvPr id="116" name=""/>
          <p:cNvCxnSpPr>
            <a:stCxn xmlns:a="http://schemas.openxmlformats.org/drawingml/2006/main" id="89" idx="3"/>
            <a:endCxn xmlns:a="http://schemas.openxmlformats.org/drawingml/2006/main" id="90" idx="1"/>
          </p:cNvCxnSpPr>
          <p:nvPr/>
        </p:nvCxnSpPr>
        <p:spPr>
          <a:xfrm xmlns:a="http://schemas.openxmlformats.org/drawingml/2006/main">
            <a:off x="4391025" y="2343150"/>
            <a:ext cx="361950" cy="0"/>
          </a:xfrm>
          <a:prstGeom xmlns:a="http://schemas.openxmlformats.org/drawingml/2006/main" prst="straightConnector1">
            <a:avLst/>
          </a:prstGeom>
          <a:ln xmlns:a="http://schemas.openxmlformats.org/drawingml/2006/main" w="19050">
            <a:solidFill>
              <a:srgbClr val="4B6072"/>
            </a:solidFill>
            <a:prstDash val="solid"/>
            <a:tailEnd type="triangle" w="sm" len="sm"/>
          </a:ln>
        </p:spPr>
      </p:cxnSp>
      <p:cxnSp>
        <p:nvCxnSpPr>
          <p:cNvPr id="117" name=""/>
          <p:cNvCxnSpPr>
            <a:stCxn xmlns:a="http://schemas.openxmlformats.org/drawingml/2006/main" id="90" idx="3"/>
            <a:endCxn xmlns:a="http://schemas.openxmlformats.org/drawingml/2006/main" id="91" idx="1"/>
          </p:cNvCxnSpPr>
          <p:nvPr/>
        </p:nvCxnSpPr>
        <p:spPr>
          <a:xfrm xmlns:a="http://schemas.openxmlformats.org/drawingml/2006/main">
            <a:off x="5705475" y="2343150"/>
            <a:ext cx="361950" cy="0"/>
          </a:xfrm>
          <a:prstGeom xmlns:a="http://schemas.openxmlformats.org/drawingml/2006/main" prst="straightConnector1">
            <a:avLst/>
          </a:prstGeom>
          <a:ln xmlns:a="http://schemas.openxmlformats.org/drawingml/2006/main" w="19050">
            <a:solidFill>
              <a:srgbClr val="4B6072"/>
            </a:solidFill>
            <a:prstDash val="solid"/>
            <a:tailEnd type="triangle" w="sm" len="sm"/>
          </a:ln>
        </p:spPr>
      </p:cxnSp>
      <p:cxnSp>
        <p:nvCxnSpPr>
          <p:cNvPr id="118" name=""/>
          <p:cNvCxnSpPr>
            <a:stCxn xmlns:a="http://schemas.openxmlformats.org/drawingml/2006/main" id="91" idx="3"/>
            <a:endCxn xmlns:a="http://schemas.openxmlformats.org/drawingml/2006/main" id="92" idx="1"/>
          </p:cNvCxnSpPr>
          <p:nvPr/>
        </p:nvCxnSpPr>
        <p:spPr>
          <a:xfrm xmlns:a="http://schemas.openxmlformats.org/drawingml/2006/main">
            <a:off x="7019925" y="2343150"/>
            <a:ext cx="361950" cy="0"/>
          </a:xfrm>
          <a:prstGeom xmlns:a="http://schemas.openxmlformats.org/drawingml/2006/main" prst="straightConnector1">
            <a:avLst/>
          </a:prstGeom>
          <a:ln xmlns:a="http://schemas.openxmlformats.org/drawingml/2006/main" w="19050">
            <a:solidFill>
              <a:srgbClr val="4B6072"/>
            </a:solidFill>
            <a:prstDash val="solid"/>
            <a:tailEnd type="triangle" w="sm" len="sm"/>
          </a:ln>
        </p:spPr>
      </p:cxnSp>
      <p:sp>
        <p:nvSpPr>
          <p:cNvPr id="98" name="Strength">
            <a:extLst xmlns:a="http://schemas.openxmlformats.org/drawingml/2006/main">
              <a:ext uri="{FF2B5EF4-FFF2-40B4-BE49-F238E27FC236}">
                <a16:creationId xmlns:a16="http://schemas.microsoft.com/office/drawing/2014/main" id="{5D4AAD48-41F6-45F1-8464-2EF918732AA9}"/>
              </a:ext>
            </a:extLst>
          </p:cNvPr>
          <p:cNvSpPr>
            <a:spLocks xmlns:a="http://schemas.openxmlformats.org/drawingml/2006/main" noGrp="1"/>
          </p:cNvSpPr>
          <p:nvPr/>
        </p:nvSpPr>
        <p:spPr>
          <a:xfrm xmlns:a="http://schemas.openxmlformats.org/drawingml/2006/main">
            <a:off x="571500" y="3238500"/>
            <a:ext cx="2552700" cy="438150"/>
          </a:xfrm>
          <a:prstGeom xmlns:a="http://schemas.openxmlformats.org/drawingml/2006/main" prst="roundRect">
            <a:avLst>
              <a:gd name="adj" fmla="val 21739"/>
            </a:avLst>
          </a:prstGeom>
          <a:solidFill xmlns:a="http://schemas.openxmlformats.org/drawingml/2006/main">
            <a:srgbClr val="EAF4FA"/>
          </a:solidFill>
          <a:ln xmlns:a="http://schemas.openxmlformats.org/drawingml/2006/main" w="12383">
            <a:solidFill>
              <a:srgbClr val="00A0DF"/>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1">
                <a:solidFill>
                  <a:srgbClr val="00539F"/>
                </a:solidFill>
                <a:latin typeface="Arial"/>
                <a:ea typeface="Arial"/>
                <a:cs typeface="Arial"/>
              </a:defRPr>
            </a:pPr>
            <a:r>
              <a:rPr sz="1500" b="1">
                <a:solidFill>
                  <a:srgbClr val="00539F"/>
                </a:solidFill>
                <a:latin typeface="Arial"/>
                <a:ea typeface="Arial"/>
                <a:cs typeface="Arial"/>
              </a:rPr>
              <a:t>Strength</a:t>
            </a:r>
          </a:p>
        </p:txBody>
      </p:sp>
      <p:sp>
        <p:nvSpPr>
          <p:cNvPr id="99" name="Lecture text">
            <a:extLst xmlns:a="http://schemas.openxmlformats.org/drawingml/2006/main">
              <a:ext uri="{FF2B5EF4-FFF2-40B4-BE49-F238E27FC236}">
                <a16:creationId xmlns:a16="http://schemas.microsoft.com/office/drawing/2014/main" id="{DA72ED9F-4ACE-4D72-957D-A822526D5396}"/>
              </a:ext>
            </a:extLst>
          </p:cNvPr>
          <p:cNvSpPr>
            <a:spLocks xmlns:a="http://schemas.openxmlformats.org/drawingml/2006/main" noGrp="1"/>
          </p:cNvSpPr>
          <p:nvPr/>
        </p:nvSpPr>
        <p:spPr>
          <a:xfrm xmlns:a="http://schemas.openxmlformats.org/drawingml/2006/main">
            <a:off x="609600" y="3771900"/>
            <a:ext cx="2476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78124"/>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every stage is visible and debuggable</a:t>
            </a:r>
          </a:p>
        </p:txBody>
      </p:sp>
      <p:sp>
        <p:nvSpPr>
          <p:cNvPr id="100" name="Cost">
            <a:extLst xmlns:a="http://schemas.openxmlformats.org/drawingml/2006/main">
              <a:ext uri="{FF2B5EF4-FFF2-40B4-BE49-F238E27FC236}">
                <a16:creationId xmlns:a16="http://schemas.microsoft.com/office/drawing/2014/main" id="{FCD6DB3A-BD07-4E97-88ED-58E08185640A}"/>
              </a:ext>
            </a:extLst>
          </p:cNvPr>
          <p:cNvSpPr>
            <a:spLocks xmlns:a="http://schemas.openxmlformats.org/drawingml/2006/main" noGrp="1"/>
          </p:cNvSpPr>
          <p:nvPr/>
        </p:nvSpPr>
        <p:spPr>
          <a:xfrm xmlns:a="http://schemas.openxmlformats.org/drawingml/2006/main">
            <a:off x="3295650" y="3238500"/>
            <a:ext cx="2552700" cy="438150"/>
          </a:xfrm>
          <a:prstGeom xmlns:a="http://schemas.openxmlformats.org/drawingml/2006/main" prst="roundRect">
            <a:avLst>
              <a:gd name="adj" fmla="val 21739"/>
            </a:avLst>
          </a:prstGeom>
          <a:solidFill xmlns:a="http://schemas.openxmlformats.org/drawingml/2006/main">
            <a:srgbClr val="FFF7E8"/>
          </a:solidFill>
          <a:ln xmlns:a="http://schemas.openxmlformats.org/drawingml/2006/main" w="12383">
            <a:solidFill>
              <a:srgbClr val="EF8200"/>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1">
                <a:solidFill>
                  <a:srgbClr val="00539F"/>
                </a:solidFill>
                <a:latin typeface="Arial"/>
                <a:ea typeface="Arial"/>
                <a:cs typeface="Arial"/>
              </a:defRPr>
            </a:pPr>
            <a:r>
              <a:rPr sz="1500" b="1">
                <a:solidFill>
                  <a:srgbClr val="00539F"/>
                </a:solidFill>
                <a:latin typeface="Arial"/>
                <a:ea typeface="Arial"/>
                <a:cs typeface="Arial"/>
              </a:rPr>
              <a:t>Cost</a:t>
            </a:r>
          </a:p>
        </p:txBody>
      </p:sp>
      <p:sp>
        <p:nvSpPr>
          <p:cNvPr id="101" name="Lecture text">
            <a:extLst xmlns:a="http://schemas.openxmlformats.org/drawingml/2006/main">
              <a:ext uri="{FF2B5EF4-FFF2-40B4-BE49-F238E27FC236}">
                <a16:creationId xmlns:a16="http://schemas.microsoft.com/office/drawing/2014/main" id="{8100ADF6-F192-4D54-8B5A-0733D0159795}"/>
              </a:ext>
            </a:extLst>
          </p:cNvPr>
          <p:cNvSpPr>
            <a:spLocks xmlns:a="http://schemas.openxmlformats.org/drawingml/2006/main" noGrp="1"/>
          </p:cNvSpPr>
          <p:nvPr/>
        </p:nvSpPr>
        <p:spPr>
          <a:xfrm xmlns:a="http://schemas.openxmlformats.org/drawingml/2006/main">
            <a:off x="3333750" y="3771900"/>
            <a:ext cx="2476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71797"/>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each variation needs another assumption</a:t>
            </a:r>
          </a:p>
        </p:txBody>
      </p:sp>
      <p:sp>
        <p:nvSpPr>
          <p:cNvPr id="102" name="Next lecture">
            <a:extLst xmlns:a="http://schemas.openxmlformats.org/drawingml/2006/main">
              <a:ext uri="{FF2B5EF4-FFF2-40B4-BE49-F238E27FC236}">
                <a16:creationId xmlns:a16="http://schemas.microsoft.com/office/drawing/2014/main" id="{316489CE-8C4D-4D37-81F4-A6D721D09AD7}"/>
              </a:ext>
            </a:extLst>
          </p:cNvPr>
          <p:cNvSpPr>
            <a:spLocks xmlns:a="http://schemas.openxmlformats.org/drawingml/2006/main" noGrp="1"/>
          </p:cNvSpPr>
          <p:nvPr/>
        </p:nvSpPr>
        <p:spPr>
          <a:xfrm xmlns:a="http://schemas.openxmlformats.org/drawingml/2006/main">
            <a:off x="6019800" y="3238500"/>
            <a:ext cx="2552700" cy="438150"/>
          </a:xfrm>
          <a:prstGeom xmlns:a="http://schemas.openxmlformats.org/drawingml/2006/main" prst="roundRect">
            <a:avLst>
              <a:gd name="adj" fmla="val 21739"/>
            </a:avLst>
          </a:prstGeom>
          <a:solidFill xmlns:a="http://schemas.openxmlformats.org/drawingml/2006/main">
            <a:srgbClr val="EEF7EA"/>
          </a:solidFill>
          <a:ln xmlns:a="http://schemas.openxmlformats.org/drawingml/2006/main" w="12383">
            <a:solidFill>
              <a:srgbClr val="5A8E22"/>
            </a:solidFill>
            <a:prstDash val="solid"/>
          </a:ln>
        </p:spPr>
        <p:txBody>
          <a:bodyPr xmlns:a="http://schemas.openxmlformats.org/drawingml/2006/main" wrap="square" lIns="66675" tIns="57150" rIns="66675" bIns="57150" anchor="ctr">
            <a:normAutofit fontScale="100000"/>
          </a:bodyPr>
          <a:lstStyle xmlns:a="http://schemas.openxmlformats.org/drawingml/2006/main"/>
          <a:p xmlns:a="http://schemas.openxmlformats.org/drawingml/2006/main">
            <a:pPr algn="ctr">
              <a:defRPr sz="1500" b="1">
                <a:solidFill>
                  <a:srgbClr val="00539F"/>
                </a:solidFill>
                <a:latin typeface="Arial"/>
                <a:ea typeface="Arial"/>
                <a:cs typeface="Arial"/>
              </a:defRPr>
            </a:pPr>
            <a:r>
              <a:rPr sz="1500" b="1">
                <a:solidFill>
                  <a:srgbClr val="00539F"/>
                </a:solidFill>
                <a:latin typeface="Arial"/>
                <a:ea typeface="Arial"/>
                <a:cs typeface="Arial"/>
              </a:rPr>
              <a:t>Next lecture</a:t>
            </a:r>
          </a:p>
        </p:txBody>
      </p:sp>
      <p:sp>
        <p:nvSpPr>
          <p:cNvPr id="103" name="Lecture text">
            <a:extLst xmlns:a="http://schemas.openxmlformats.org/drawingml/2006/main">
              <a:ext uri="{FF2B5EF4-FFF2-40B4-BE49-F238E27FC236}">
                <a16:creationId xmlns:a16="http://schemas.microsoft.com/office/drawing/2014/main" id="{65E48139-392B-413C-A45C-FAEB21873677}"/>
              </a:ext>
            </a:extLst>
          </p:cNvPr>
          <p:cNvSpPr>
            <a:spLocks xmlns:a="http://schemas.openxmlformats.org/drawingml/2006/main" noGrp="1"/>
          </p:cNvSpPr>
          <p:nvPr/>
        </p:nvSpPr>
        <p:spPr>
          <a:xfrm xmlns:a="http://schemas.openxmlformats.org/drawingml/2006/main">
            <a:off x="6057900" y="3771900"/>
            <a:ext cx="2476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rmAutofit fontScale="63596"/>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learn features with CNNs; model wider context with transformers</a:t>
            </a:r>
          </a:p>
        </p:txBody>
      </p:sp>
      <p:sp>
        <p:nvSpPr>
          <p:cNvPr id="104" name="We did not eliminate failure—we made each failure explainable enough to motivate the next model.">
            <a:extLst xmlns:a="http://schemas.openxmlformats.org/drawingml/2006/main">
              <a:ext uri="{FF2B5EF4-FFF2-40B4-BE49-F238E27FC236}">
                <a16:creationId xmlns:a16="http://schemas.microsoft.com/office/drawing/2014/main" id="{899BCA53-9605-4690-81DD-2E4ED8A337CC}"/>
              </a:ext>
            </a:extLst>
          </p:cNvPr>
          <p:cNvSpPr>
            <a:spLocks xmlns:a="http://schemas.openxmlformats.org/drawingml/2006/main" noGrp="1"/>
          </p:cNvSpPr>
          <p:nvPr/>
        </p:nvSpPr>
        <p:spPr>
          <a:xfrm xmlns:a="http://schemas.openxmlformats.org/drawingml/2006/main">
            <a:off x="1000125" y="4324350"/>
            <a:ext cx="7143750" cy="381000"/>
          </a:xfrm>
          <a:prstGeom xmlns:a="http://schemas.openxmlformats.org/drawingml/2006/main" prst="roundRect">
            <a:avLst>
              <a:gd name="adj" fmla="val 25000"/>
            </a:avLst>
          </a:prstGeom>
          <a:solidFill xmlns:a="http://schemas.openxmlformats.org/drawingml/2006/main">
            <a:srgbClr val="EAF4FA"/>
          </a:solidFill>
          <a:ln xmlns:a="http://schemas.openxmlformats.org/drawingml/2006/main" w="12383">
            <a:solidFill>
              <a:srgbClr val="00539F"/>
            </a:solidFill>
            <a:prstDash val="solid"/>
          </a:ln>
        </p:spPr>
        <p:txBody>
          <a:bodyPr xmlns:a="http://schemas.openxmlformats.org/drawingml/2006/main" wrap="square" lIns="66675" tIns="57150" rIns="66675" bIns="57150" anchor="ctr">
            <a:normAutofit fontScale="86892"/>
          </a:bodyPr>
          <a:lstStyle xmlns:a="http://schemas.openxmlformats.org/drawingml/2006/main"/>
          <a:p xmlns:a="http://schemas.openxmlformats.org/drawingml/2006/main">
            <a:pPr algn="ctr">
              <a:defRPr sz="1350" b="1">
                <a:solidFill>
                  <a:srgbClr val="00539F"/>
                </a:solidFill>
                <a:latin typeface="Arial"/>
                <a:ea typeface="Arial"/>
                <a:cs typeface="Arial"/>
              </a:defRPr>
            </a:pPr>
            <a:r>
              <a:rPr sz="1350" b="1">
                <a:solidFill>
                  <a:srgbClr val="00539F"/>
                </a:solidFill>
                <a:latin typeface="Arial"/>
                <a:ea typeface="Arial"/>
                <a:cs typeface="Arial"/>
              </a:rPr>
              <a:t>We did not eliminate failure—we made each failure explainable enough to motivate the next model.</a:t>
            </a:r>
          </a:p>
        </p:txBody>
      </p:sp>
    </p:spTree>
    <p:extLst>
      <p:ext uri="{BB962C8B-B14F-4D97-AF65-F5344CB8AC3E}">
        <p14:creationId xmlns:p14="http://schemas.microsoft.com/office/powerpoint/2010/main" val="625655601"/>
      </p:ext>
    </p:extLst>
  </p:cSld>
</p:sld>
</file>

<file path=ppt/theme/theme1.xml><?xml version="1.0" encoding="utf-8"?>
<a:theme xmlns:a="http://schemas.openxmlformats.org/drawingml/2006/main" name="Office Theme">
  <a:themeElements>
    <a:clrScheme name="UD Primary and Secondary">
      <a:dk1>
        <a:srgbClr val="000000"/>
      </a:dk1>
      <a:lt1>
        <a:srgbClr val="FFFFFF"/>
      </a:lt1>
      <a:dk2>
        <a:srgbClr val="00539F"/>
      </a:dk2>
      <a:lt2>
        <a:srgbClr val="EEECE1"/>
      </a:lt2>
      <a:accent1>
        <a:srgbClr val="4F81BD"/>
      </a:accent1>
      <a:accent2>
        <a:srgbClr val="AF1E2D"/>
      </a:accent2>
      <a:accent3>
        <a:srgbClr val="BED600"/>
      </a:accent3>
      <a:accent4>
        <a:srgbClr val="5A8E22"/>
      </a:accent4>
      <a:accent5>
        <a:srgbClr val="00A0DF"/>
      </a:accent5>
      <a:accent6>
        <a:srgbClr val="EF8200"/>
      </a:accent6>
      <a:hlink>
        <a:srgbClr val="00539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UD Primary and Secondar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2026-09-04T19:22:42.6860000Z</dcterms:created>
  <dcterms:modified xsi:type="dcterms:W3CDTF">2026-09-04T19:22:42.6860000Z</dcterms:modified>
</coreProperties>
</file>