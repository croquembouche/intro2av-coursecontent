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dat" ContentType="application/x-fontdata"/>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daf2fd71c5441d7" /><Relationship Type="http://schemas.openxmlformats.org/officeDocument/2006/relationships/extended-properties" Target="/docProps/app.xml" Id="R54adb5bba7fd494b" /><Relationship Type="http://schemas.openxmlformats.org/officeDocument/2006/relationships/officeDocument" Target="/ppt/presentation.xml" Id="Rf7dcc537906d4c9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577a72a17c54123"/>
  </p:sldMasterIdLst>
  <p:notesMasterIdLst>
    <p:notesMasterId xmlns:r="http://schemas.openxmlformats.org/officeDocument/2006/relationships" r:id="R84515249b2694b6a"/>
  </p:notesMasterIdLst>
  <p:sldIdLst>
    <p:sldId xmlns:r="http://schemas.openxmlformats.org/officeDocument/2006/relationships" id="256" r:id="R6b7f56b073e7437e"/>
    <p:sldId xmlns:r="http://schemas.openxmlformats.org/officeDocument/2006/relationships" id="257" r:id="R427c3ce15e404c5a"/>
    <p:sldId xmlns:r="http://schemas.openxmlformats.org/officeDocument/2006/relationships" id="258" r:id="Re47e66b0510c4931"/>
    <p:sldId xmlns:r="http://schemas.openxmlformats.org/officeDocument/2006/relationships" id="259" r:id="R243843200ac24a44"/>
    <p:sldId xmlns:r="http://schemas.openxmlformats.org/officeDocument/2006/relationships" id="260" r:id="Rf590b82e48ac499b"/>
    <p:sldId xmlns:r="http://schemas.openxmlformats.org/officeDocument/2006/relationships" id="261" r:id="Rad3a10d77eb544fe"/>
    <p:sldId xmlns:r="http://schemas.openxmlformats.org/officeDocument/2006/relationships" id="262" r:id="R8ebdbc8d5e684c0a"/>
    <p:sldId xmlns:r="http://schemas.openxmlformats.org/officeDocument/2006/relationships" id="263" r:id="Rb8d6e3c264574ed3"/>
    <p:sldId xmlns:r="http://schemas.openxmlformats.org/officeDocument/2006/relationships" id="264" r:id="R1a550940f9124d11"/>
    <p:sldId xmlns:r="http://schemas.openxmlformats.org/officeDocument/2006/relationships" id="265" r:id="Rd8f0f09ca8334eb6"/>
    <p:sldId xmlns:r="http://schemas.openxmlformats.org/officeDocument/2006/relationships" id="266" r:id="R3eb4f9459572465e"/>
    <p:sldId xmlns:r="http://schemas.openxmlformats.org/officeDocument/2006/relationships" id="267" r:id="R69e0d02321144891"/>
    <p:sldId xmlns:r="http://schemas.openxmlformats.org/officeDocument/2006/relationships" id="268" r:id="Rc921ce5a8fb54e4d"/>
    <p:sldId xmlns:r="http://schemas.openxmlformats.org/officeDocument/2006/relationships" id="269" r:id="Rf1f37116522b41d4"/>
    <p:sldId xmlns:r="http://schemas.openxmlformats.org/officeDocument/2006/relationships" id="270" r:id="Rec80b1497bb54f19"/>
    <p:sldId xmlns:r="http://schemas.openxmlformats.org/officeDocument/2006/relationships" id="271" r:id="R0fb44ada779949f8"/>
    <p:sldId xmlns:r="http://schemas.openxmlformats.org/officeDocument/2006/relationships" id="272" r:id="R13870a566bb64dd3"/>
    <p:sldId xmlns:r="http://schemas.openxmlformats.org/officeDocument/2006/relationships" id="273" r:id="Rba198c2c0dcc499f"/>
    <p:sldId xmlns:r="http://schemas.openxmlformats.org/officeDocument/2006/relationships" id="274" r:id="R075e02d197ea4130"/>
    <p:sldId xmlns:r="http://schemas.openxmlformats.org/officeDocument/2006/relationships" id="275" r:id="Rd99e31e3304e4bcd"/>
    <p:sldId xmlns:r="http://schemas.openxmlformats.org/officeDocument/2006/relationships" id="276" r:id="Rc0c0f34a8a2440e7"/>
    <p:sldId xmlns:r="http://schemas.openxmlformats.org/officeDocument/2006/relationships" id="277" r:id="Rcf3ebde36b124242"/>
    <p:sldId xmlns:r="http://schemas.openxmlformats.org/officeDocument/2006/relationships" id="278" r:id="Rf02609588a344ec5"/>
    <p:sldId xmlns:r="http://schemas.openxmlformats.org/officeDocument/2006/relationships" id="279" r:id="Rb6d78146085142cd"/>
    <p:sldId xmlns:r="http://schemas.openxmlformats.org/officeDocument/2006/relationships" id="280" r:id="Rbce60a254d7c4ebc"/>
    <p:sldId xmlns:r="http://schemas.openxmlformats.org/officeDocument/2006/relationships" id="281" r:id="Ra72d783e52fc4b5d"/>
    <p:sldId xmlns:r="http://schemas.openxmlformats.org/officeDocument/2006/relationships" id="282" r:id="R5d5d18a634a34d49"/>
    <p:sldId xmlns:r="http://schemas.openxmlformats.org/officeDocument/2006/relationships" id="283" r:id="R10ea77d0bc194b03"/>
    <p:sldId xmlns:r="http://schemas.openxmlformats.org/officeDocument/2006/relationships" id="284" r:id="R12ceb782e9244c13"/>
    <p:sldId xmlns:r="http://schemas.openxmlformats.org/officeDocument/2006/relationships" id="285" r:id="Rb431c1bb7187499c"/>
    <p:sldId xmlns:r="http://schemas.openxmlformats.org/officeDocument/2006/relationships" id="286" r:id="R318d3dea82a34f41"/>
    <p:sldId xmlns:r="http://schemas.openxmlformats.org/officeDocument/2006/relationships" id="287" r:id="Rfa664ca7ee35445f"/>
  </p:sldIdLst>
  <p:sldSz cx="9144000" cy="5143500"/>
  <p:notesSz cx="6858000" cy="9144000"/>
  <p:embeddedFontLst>
    <p:embeddedFont>
      <p:font typeface="Helvetica Neue"/>
      <p:regular xmlns:r="http://schemas.openxmlformats.org/officeDocument/2006/relationships" r:id="Rd2dcf6008f3046b7"/>
      <p:bold xmlns:r="http://schemas.openxmlformats.org/officeDocument/2006/relationships" r:id="R54d2ffac011b4454"/>
      <p:italic xmlns:r="http://schemas.openxmlformats.org/officeDocument/2006/relationships" r:id="R81410cc859c64d46"/>
      <p:boldItalic xmlns:r="http://schemas.openxmlformats.org/officeDocument/2006/relationships" r:id="Re826ea9f536a43b9"/>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905f41e3f4884105" /><Relationship Type="http://schemas.openxmlformats.org/officeDocument/2006/relationships/slideMaster" Target="/ppt/slideMasters/slideMaster1.xml" Id="Rf577a72a17c54123" /><Relationship Type="http://schemas.openxmlformats.org/officeDocument/2006/relationships/notesMaster" Target="/ppt/notesMasters/notesMaster1.xml" Id="R84515249b2694b6a" /><Relationship Type="http://schemas.openxmlformats.org/officeDocument/2006/relationships/presProps" Target="/ppt/presProps.xml" Id="Rdd2f64762a364430" /><Relationship Type="http://schemas.openxmlformats.org/officeDocument/2006/relationships/viewProps" Target="/ppt/viewProps.xml" Id="R6bb5c167086f4313" /><Relationship Type="http://schemas.openxmlformats.org/officeDocument/2006/relationships/tableStyles" Target="/ppt/tableStyles.xml" Id="R1e6b326c57c943ca" /><Relationship Type="http://schemas.openxmlformats.org/officeDocument/2006/relationships/font" Target="/ppt/fonts/font.dat" Id="Rd2dcf6008f3046b7" /><Relationship Type="http://schemas.openxmlformats.org/officeDocument/2006/relationships/font" Target="/ppt/fonts/font2.dat" Id="R54d2ffac011b4454" /><Relationship Type="http://schemas.openxmlformats.org/officeDocument/2006/relationships/font" Target="/ppt/fonts/font3.dat" Id="R81410cc859c64d46" /><Relationship Type="http://schemas.openxmlformats.org/officeDocument/2006/relationships/font" Target="/ppt/fonts/font4.dat" Id="Re826ea9f536a43b9" /><Relationship Type="http://schemas.openxmlformats.org/officeDocument/2006/relationships/slide" Target="/ppt/slides/slide1.xml" Id="R6b7f56b073e7437e" /><Relationship Type="http://schemas.openxmlformats.org/officeDocument/2006/relationships/slide" Target="/ppt/slides/slide2.xml" Id="R427c3ce15e404c5a" /><Relationship Type="http://schemas.openxmlformats.org/officeDocument/2006/relationships/slide" Target="/ppt/slides/slide3.xml" Id="Re47e66b0510c4931" /><Relationship Type="http://schemas.openxmlformats.org/officeDocument/2006/relationships/slide" Target="/ppt/slides/slide4.xml" Id="R243843200ac24a44" /><Relationship Type="http://schemas.openxmlformats.org/officeDocument/2006/relationships/slide" Target="/ppt/slides/slide5.xml" Id="Rf590b82e48ac499b" /><Relationship Type="http://schemas.openxmlformats.org/officeDocument/2006/relationships/slide" Target="/ppt/slides/slide6.xml" Id="Rad3a10d77eb544fe" /><Relationship Type="http://schemas.openxmlformats.org/officeDocument/2006/relationships/slide" Target="/ppt/slides/slide7.xml" Id="R8ebdbc8d5e684c0a" /><Relationship Type="http://schemas.openxmlformats.org/officeDocument/2006/relationships/slide" Target="/ppt/slides/slide8.xml" Id="Rb8d6e3c264574ed3" /><Relationship Type="http://schemas.openxmlformats.org/officeDocument/2006/relationships/slide" Target="/ppt/slides/slide9.xml" Id="R1a550940f9124d11" /><Relationship Type="http://schemas.openxmlformats.org/officeDocument/2006/relationships/slide" Target="/ppt/slides/slide10.xml" Id="Rd8f0f09ca8334eb6" /><Relationship Type="http://schemas.openxmlformats.org/officeDocument/2006/relationships/slide" Target="/ppt/slides/slide11.xml" Id="R3eb4f9459572465e" /><Relationship Type="http://schemas.openxmlformats.org/officeDocument/2006/relationships/slide" Target="/ppt/slides/slide12.xml" Id="R69e0d02321144891" /><Relationship Type="http://schemas.openxmlformats.org/officeDocument/2006/relationships/slide" Target="/ppt/slides/slide13.xml" Id="Rc921ce5a8fb54e4d" /><Relationship Type="http://schemas.openxmlformats.org/officeDocument/2006/relationships/slide" Target="/ppt/slides/slide14.xml" Id="Rf1f37116522b41d4" /><Relationship Type="http://schemas.openxmlformats.org/officeDocument/2006/relationships/slide" Target="/ppt/slides/slide15.xml" Id="Rec80b1497bb54f19" /><Relationship Type="http://schemas.openxmlformats.org/officeDocument/2006/relationships/slide" Target="/ppt/slides/slide16.xml" Id="R0fb44ada779949f8" /><Relationship Type="http://schemas.openxmlformats.org/officeDocument/2006/relationships/slide" Target="/ppt/slides/slide17.xml" Id="R13870a566bb64dd3" /><Relationship Type="http://schemas.openxmlformats.org/officeDocument/2006/relationships/slide" Target="/ppt/slides/slide18.xml" Id="Rba198c2c0dcc499f" /><Relationship Type="http://schemas.openxmlformats.org/officeDocument/2006/relationships/slide" Target="/ppt/slides/slide19.xml" Id="R075e02d197ea4130" /><Relationship Type="http://schemas.openxmlformats.org/officeDocument/2006/relationships/slide" Target="/ppt/slides/slide20.xml" Id="Rd99e31e3304e4bcd" /><Relationship Type="http://schemas.openxmlformats.org/officeDocument/2006/relationships/slide" Target="/ppt/slides/slide21.xml" Id="Rc0c0f34a8a2440e7" /><Relationship Type="http://schemas.openxmlformats.org/officeDocument/2006/relationships/slide" Target="/ppt/slides/slide22.xml" Id="Rcf3ebde36b124242" /><Relationship Type="http://schemas.openxmlformats.org/officeDocument/2006/relationships/slide" Target="/ppt/slides/slide23.xml" Id="Rf02609588a344ec5" /><Relationship Type="http://schemas.openxmlformats.org/officeDocument/2006/relationships/slide" Target="/ppt/slides/slide24.xml" Id="Rb6d78146085142cd" /><Relationship Type="http://schemas.openxmlformats.org/officeDocument/2006/relationships/slide" Target="/ppt/slides/slide25.xml" Id="Rbce60a254d7c4ebc" /><Relationship Type="http://schemas.openxmlformats.org/officeDocument/2006/relationships/slide" Target="/ppt/slides/slide26.xml" Id="Ra72d783e52fc4b5d" /><Relationship Type="http://schemas.openxmlformats.org/officeDocument/2006/relationships/slide" Target="/ppt/slides/slide27.xml" Id="R5d5d18a634a34d49" /><Relationship Type="http://schemas.openxmlformats.org/officeDocument/2006/relationships/slide" Target="/ppt/slides/slide28.xml" Id="R10ea77d0bc194b03" /><Relationship Type="http://schemas.openxmlformats.org/officeDocument/2006/relationships/slide" Target="/ppt/slides/slide29.xml" Id="R12ceb782e9244c13" /><Relationship Type="http://schemas.openxmlformats.org/officeDocument/2006/relationships/slide" Target="/ppt/slides/slide30.xml" Id="Rb431c1bb7187499c" /><Relationship Type="http://schemas.openxmlformats.org/officeDocument/2006/relationships/slide" Target="/ppt/slides/slide31.xml" Id="R318d3dea82a34f41" /><Relationship Type="http://schemas.openxmlformats.org/officeDocument/2006/relationships/slide" Target="/ppt/slides/slide32.xml" Id="Rfa664ca7ee35445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5f88908a434f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UD Primary and Secondary">
      <a:dk1>
        <a:srgbClr val="000000"/>
      </a:dk1>
      <a:lt1>
        <a:srgbClr val="FFFFFF"/>
      </a:lt1>
      <a:dk2>
        <a:srgbClr val="00539F"/>
      </a:dk2>
      <a:lt2>
        <a:srgbClr val="EEECE1"/>
      </a:lt2>
      <a:accent1>
        <a:srgbClr val="4F81BD"/>
      </a:accent1>
      <a:accent2>
        <a:srgbClr val="AF1E2D"/>
      </a:accent2>
      <a:accent3>
        <a:srgbClr val="BED600"/>
      </a:accent3>
      <a:accent4>
        <a:srgbClr val="5A8E22"/>
      </a:accent4>
      <a:accent5>
        <a:srgbClr val="00A0DF"/>
      </a:accent5>
      <a:accent6>
        <a:srgbClr val="EF8200"/>
      </a:accent6>
      <a:hlink>
        <a:srgbClr val="00539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D Primary and Secondar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b08a93a5194f91" /><Relationship Type="http://schemas.openxmlformats.org/officeDocument/2006/relationships/notesMaster" Target="/ppt/notesMasters/notesMaster1.xml" Id="Re31c62d4b6334e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15dc31086b429c" /><Relationship Type="http://schemas.openxmlformats.org/officeDocument/2006/relationships/notesMaster" Target="/ppt/notesMasters/notesMaster1.xml" Id="R57c46cef73f747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f42b4d6e724606" /><Relationship Type="http://schemas.openxmlformats.org/officeDocument/2006/relationships/notesMaster" Target="/ppt/notesMasters/notesMaster1.xml" Id="Rb4411eb6d4ba45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b9b928477a864a3a" /><Relationship Type="http://schemas.openxmlformats.org/officeDocument/2006/relationships/notesMaster" Target="/ppt/notesMasters/notesMaster1.xml" Id="R048ca423b60147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fe1475b3b242ee" /><Relationship Type="http://schemas.openxmlformats.org/officeDocument/2006/relationships/notesMaster" Target="/ppt/notesMasters/notesMaster1.xml" Id="R68e816a925ff4e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9b9f9f84f44d85" /><Relationship Type="http://schemas.openxmlformats.org/officeDocument/2006/relationships/notesMaster" Target="/ppt/notesMasters/notesMaster1.xml" Id="R1301fef6de5b49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974d0b9c7f42f1" /><Relationship Type="http://schemas.openxmlformats.org/officeDocument/2006/relationships/notesMaster" Target="/ppt/notesMasters/notesMaster1.xml" Id="Rcea631f4029642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4034c9ab0ed4039" /><Relationship Type="http://schemas.openxmlformats.org/officeDocument/2006/relationships/notesMaster" Target="/ppt/notesMasters/notesMaster1.xml" Id="R0a7b4496ba1b41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4603c7b95d0b4706" /><Relationship Type="http://schemas.openxmlformats.org/officeDocument/2006/relationships/notesMaster" Target="/ppt/notesMasters/notesMaster1.xml" Id="R5ddbf2ac789a45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739655733b24455" /><Relationship Type="http://schemas.openxmlformats.org/officeDocument/2006/relationships/notesMaster" Target="/ppt/notesMasters/notesMaster1.xml" Id="R2863fbd0523d4a8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8e96828ccc4d81" /><Relationship Type="http://schemas.openxmlformats.org/officeDocument/2006/relationships/notesMaster" Target="/ppt/notesMasters/notesMaster1.xml" Id="Rfa5ba2a6b6b043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6e9885c1684992" /><Relationship Type="http://schemas.openxmlformats.org/officeDocument/2006/relationships/notesMaster" Target="/ppt/notesMasters/notesMaster1.xml" Id="R47b97c78ec7043c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70bbd64ce640a4" /><Relationship Type="http://schemas.openxmlformats.org/officeDocument/2006/relationships/notesMaster" Target="/ppt/notesMasters/notesMaster1.xml" Id="R0a1d4401e90c4fb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89d089c8f6d4f3e" /><Relationship Type="http://schemas.openxmlformats.org/officeDocument/2006/relationships/notesMaster" Target="/ppt/notesMasters/notesMaster1.xml" Id="Rb0155b59dca6440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54d90c746804b7f" /><Relationship Type="http://schemas.openxmlformats.org/officeDocument/2006/relationships/notesMaster" Target="/ppt/notesMasters/notesMaster1.xml" Id="Rb87b924fc9684b9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3e18bb61ba34d08" /><Relationship Type="http://schemas.openxmlformats.org/officeDocument/2006/relationships/notesMaster" Target="/ppt/notesMasters/notesMaster1.xml" Id="R0f430661b01d4be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c18a216050c40ff" /><Relationship Type="http://schemas.openxmlformats.org/officeDocument/2006/relationships/notesMaster" Target="/ppt/notesMasters/notesMaster1.xml" Id="R8ec42d0f72dd4f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b96c0e2dfbe4f91" /><Relationship Type="http://schemas.openxmlformats.org/officeDocument/2006/relationships/notesMaster" Target="/ppt/notesMasters/notesMaster1.xml" Id="R620224a9d1f7438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e535d7751034b23" /><Relationship Type="http://schemas.openxmlformats.org/officeDocument/2006/relationships/notesMaster" Target="/ppt/notesMasters/notesMaster1.xml" Id="R369473c56a48411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7f5159e04c4dfe" /><Relationship Type="http://schemas.openxmlformats.org/officeDocument/2006/relationships/notesMaster" Target="/ppt/notesMasters/notesMaster1.xml" Id="R65535fb784dd4e2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f66624229444402" /><Relationship Type="http://schemas.openxmlformats.org/officeDocument/2006/relationships/notesMaster" Target="/ppt/notesMasters/notesMaster1.xml" Id="R0170431eb684432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5756b43c7244681" /><Relationship Type="http://schemas.openxmlformats.org/officeDocument/2006/relationships/notesMaster" Target="/ppt/notesMasters/notesMaster1.xml" Id="Rfcf1108a164d4d1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8f8a59982254916" /><Relationship Type="http://schemas.openxmlformats.org/officeDocument/2006/relationships/notesMaster" Target="/ppt/notesMasters/notesMaster1.xml" Id="R3cf9a3e05d074a1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1e54e5507c64b61" /><Relationship Type="http://schemas.openxmlformats.org/officeDocument/2006/relationships/notesMaster" Target="/ppt/notesMasters/notesMaster1.xml" Id="Rcc7143c6858147b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70170bdb8dc4bdb" /><Relationship Type="http://schemas.openxmlformats.org/officeDocument/2006/relationships/notesMaster" Target="/ppt/notesMasters/notesMaster1.xml" Id="R8ad3c2960f54487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1649906d6ba44a1" /><Relationship Type="http://schemas.openxmlformats.org/officeDocument/2006/relationships/notesMaster" Target="/ppt/notesMasters/notesMaster1.xml" Id="Rd037bdc45b8140c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e70f249e0214eee" /><Relationship Type="http://schemas.openxmlformats.org/officeDocument/2006/relationships/notesMaster" Target="/ppt/notesMasters/notesMaster1.xml" Id="R69a3c9b19c894c4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41e8ee10e2f48fa" /><Relationship Type="http://schemas.openxmlformats.org/officeDocument/2006/relationships/notesMaster" Target="/ppt/notesMasters/notesMaster1.xml" Id="Rd6e3b1eb00ae4e5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e030b3f46ed4507" /><Relationship Type="http://schemas.openxmlformats.org/officeDocument/2006/relationships/notesMaster" Target="/ppt/notesMasters/notesMaster1.xml" Id="Rd0cc1b1a406b4d0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2e20e5a06794017" /><Relationship Type="http://schemas.openxmlformats.org/officeDocument/2006/relationships/notesMaster" Target="/ppt/notesMasters/notesMaster1.xml" Id="R779e3802d128451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44f54b79c4f43c0" /><Relationship Type="http://schemas.openxmlformats.org/officeDocument/2006/relationships/notesMaster" Target="/ppt/notesMasters/notesMaster1.xml" Id="R678d93414fd9495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a321aeff9064146" /><Relationship Type="http://schemas.openxmlformats.org/officeDocument/2006/relationships/notesMaster" Target="/ppt/notesMasters/notesMaster1.xml" Id="Rcf0d23e167a9491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Plan for about 75 minutes including instructor-led demos. Connect Lecture 4 sensor-to-vehicle calibration to today’s unknown vehicle-to-map pose. The map is assumed available. These are three major methods selected for this lecture, not an exhaustive list of localization methods.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Opening, 3 minutes. A LiDAR point can be correctly expressed in base_link while the vehicle is one lane away from its estimated map position. Calibration is a fixed relationship; localization changes as the vehicle moves.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Use 2D for visibility, then note that 3D poses contain translation plus roll, pitch, and yaw. Define T_map,sensor explicitly as mapping sensor coordinates into the map. With known sensor extrinsics, recover vehicle pose as T_map,base = T_map,sensor × inverse(T_base,sensor).</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3 minutes. Examples of initial estimates include GNSS, wheel/IMU odometry, a previous localization result, or a user-provided pose. Explain kidnapped robot: the physical pose changes without a matching odometry update. Localization assumes an existing map; SLAM also estimates the map.</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ICP block: about 20 minutes, slides 5–13. The scan is a sparse, partial observation of the map; point ordering does not tell us correspondences. Green is simulation truth and blue is the estimate. Truth is not given to ICP.</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Show the early correspondence lines. A wall point can be matched to another point along that wall. Correspondence rejection can suppress irrelevant pairs, but too small a gate can eliminate useful ones before alignment.</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Explain p_i is a scan point, q_c(i) its current matched map point, and R must be a valid rotation. In 2D the centered dot/cross sums give the optimal angle; 3D commonly uses an SVD with a determinant correction. The matching problem and rigid solve are different subproblems.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Play the animation, then pause after one iteration in the live demo. Each displayed update is calculated from real nearest-neighbor pairs and a least-squares rigid solve. A stationary update can be a correct solution or a local minimum.</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Explain scan-to-map residual versus pose error. Real vehicles do not usually know their exact true pose online. Residual, overlap, temporal consistency, and independent sensors help judge reliability. The demo can show true error because its scene is synthetic.</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Run the poor-guess preset. Ask whether the algorithm can know which wall is intended using only its current nearest neighbors. Compare the residual and the green true pose. Do not imply every poor guess fails, or that every low residual proves failure.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Illustrate verbally: sliding along a perfect wall changes little, while moving through the wall increases error. Corners constrain more directions. Downsampling and outlier rejection trade retained geometry against cost. This demo implements point-to-point only.</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https://pointclouds.org/documentation/classpcl_1_1_iterative_closest_point_with_normals.html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Instructor-led demo, 4 minutes. Nearby: reset, play to alignment. Poor guess: reset and show wrong convergence. Set a tiny gate to explain insufficient support. Ask why reducing a threshold can prevent recovery.</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Local demo: https://croquembouche.github.io/Intro2AV-CourseContent/localization/#icp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Transition, 2 minutes. AMCL is a Bayesian filtering method, while ICP and NDT are registration methods used within localization systems. They are not interchangeable algorithms at the same level. Multiple hypotheses are helpful when the prior is broad; finite particle budgets still limit global coverage.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AMCL block: about 22 minutes, slides 14–23. Interpret spread in position and heading separately. If two clusters survive, the weighted mean can be physically implausible between them. Inspect clusters rather than treating the blue mean arrow as guaranteed truth.</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Explain the integral as all previous poses contributing to the new belief through a motion model. u_t is odometry, z_t is the scan, m is the map. Our demo uses noisy body-frame increments, not the full production Nav2 differential or omnidirectional model.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In the likelihood-field model, use endpoint distance to the nearest occupied surface. It is not direct point-to-point scan registration. A random-measurement term prevents every imperfect scan from receiving zero likelihood. Beam skipping and dynamic-object handling matter in production.</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Explain proportionality and normalization. If we just resampled, weights begin uniform. Otherwise multiply existing weights, as the demo does. Use log likelihoods in code to avoid numerical underflow from multiplying many small numbers.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Show the cycle. Distinguish a copied particle from a better measured pose. Too few particles can eliminate a useful mode. Motion noise can spread the surviving particles at the next prediction. In our demo the last measurement ESS remains visible after resampling and is labeled that way.</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KLD sampling bounds approximation error under its assumptions; it is not a correctness certificate for the true pose. Our demo samples until the occupied-bin formula is met, clamped to 150–800. For one occupied bin it retains the maximum, following a conservative special case. Tighten epsilon to request more samples. z=2.326 is the normal quantile used in this example.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Compare the initial population to this later result. A concentrated cloud can still be wrong if the map is ambiguous or the right hypothesis was lost. The demo is deterministic for reproducibility; a different random seed can change global-localization outcomes.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Use the green ring to distinguish a physical pose change from a filter update. Automatic recovery mechanisms may inject random poses depending on configuration. Do not promise automatic recovery from ordinary resampling. Our demo deliberately requires explicit global reinitialization.</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This animation uses 800 initial samples in the bounded room, including uniformly sampled heading. It is a small teaching example, not evidence of reliable recovery on a large road map. The scan and odometry are the only update inputs; the initialization does not center on truth.</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Instructor-led demo, 4 minutes. Point out the stage title and last-measurement ESS. Large sigma makes the sensor less discriminating. Smaller epsilon typically demands more particles, subject to limits. Turn adaptation off to retain 800 samples.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Local demo: https://croquembouche.github.io/Intro2AV-CourseContent/localization/#amcl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NDT block: about 18 minutes, slides 24–30. Normal means Gaussian distribution, not a surface normal. The 2D demo uses grid cells; 3D implementations use voxels. AMCL particle spread is uncertainty in pose, whereas NDT covariance describes local map-point geometry.</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Explain an elongated ellipse: points spread along a wall but little across it. Sample covariance can be singular with too few or nearly collinear points. Our 2D demo requires five points per cell and adds 0.012 m² to covariance diagonal entries. These are teaching settings, not PCL defaults.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Mahalanobis distance penalizes displacement across a thin wall more than along it. Explain inverse covariance qualitatively before presenting the expression. Production variants differ in Gaussian normalization, outlier mixture, neighboring-cell support, and optimizer. The demo minimizes an average negative log score with an outlier floor.</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Show the animation. The demo evaluates neighboring cells and uses coordinate search to make each optimization step inspectable. PCL uses a different optimizer; the teaching output is not a PCL benchmark. A stationary score can still correspond to a wrong local solution.</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Compare 0.5 m and 2 m. A cell containing a corner mixes two surface directions into one covariance. Too small a cell may lack enough points. Coarse-to-fine registration is a useful strategy in some systems, but this demo runs one selected resolution at a time.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Instructor-led demo, 3 minutes. Reset for each resolution so the initial pose is identical. Explain that NDT cost is not in meters, while ICP RMSE is. Do not directly rank the algorithms using incomparable scores or this tiny synthetic scene.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Original deterministic outputs captured from the accompanying Localization teaching simulator. These are synthetic teaching scenes, not real sensor recordings.</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Local demo: https://croquembouche.github.io/Intro2AV-CourseContent/localization/#ndt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Comparison, 3 minutes. All three assume a map in this lecture. ICP and NDT are local registration methods here. AMCL maintains a temporal belief and can start globally if sufficiently covered. Systems may use registration measurements inside a filter. Avoid the claim that NDT is always superior to ICP or AMCL.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Closing, 3 minutes. Ask: a long corridor produces a low residual but position jumps along the corridor; what is missing? Answer: observability along the repeated direction and independent constraints. Ask: would simply increasing iterations resolve a wrong correspondence basin? Usually no. Mention GNSS/IMU/wheel odometry as sources of prior or consistency evidence, without presenting this lecture as a complete fusion design.</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360"/>
              </a:spcBef>
              <a:spcAft>
                <a:spcPts val="0"/>
              </a:spcAft>
              <a:buSzPts val="1400"/>
              <a:buNone/>
            </a:pPr>
            <a:r>
              <a:t>Expected answers: locally consistent wrong correspondences; selection proportional to weights followed by equal output weights; covariance of map points versus uncertainty over the vehicle state. Suggested pacing: introduction 8, ICP 20, AMCL 22, NDT 18, comparison and discussion 7 minutes. No student installation is required.</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[Sources]</a:t>
            </a:r>
            <a:endParaRPr/>
          </a:p>
          <a:p xmlns:a="http://schemas.openxmlformats.org/drawingml/2006/main">
            <a:pPr marL="0" lvl="0" indent="0" algn="l">
              <a:lnSpc>
                <a:spcPct val="100000"/>
              </a:lnSpc>
              <a:spcBef>
                <a:spcPts val="360"/>
              </a:spcBef>
              <a:spcAft>
                <a:spcPts val="0"/>
              </a:spcAft>
              <a:buSzPts val="1400"/>
              <a:buNone/>
            </a:pPr>
            <a:r>
              <a:t>https://pointclouds.org/documentation/tutorials/iterative_closest_point.html</a:t>
            </a:r>
            <a:endParaRPr/>
          </a:p>
          <a:p xmlns:a="http://schemas.openxmlformats.org/drawingml/2006/main">
            <a:pPr marL="0" lvl="0" indent="0" algn="l">
              <a:lnSpc>
                <a:spcPct val="100000"/>
              </a:lnSpc>
              <a:spcBef>
                <a:spcPts val="360"/>
              </a:spcBef>
              <a:spcAft>
                <a:spcPts val="0"/>
              </a:spcAft>
              <a:buSzPts val="1400"/>
              <a:buNone/>
            </a:pPr>
            <a:r>
              <a:t>https://docs.nav2.org/jazzy/configuration_and_development/configuration_guide/others/configuring_amcl/</a:t>
            </a:r>
            <a:endParaRPr/>
          </a:p>
          <a:p xmlns:a="http://schemas.openxmlformats.org/drawingml/2006/main">
            <a:pPr marL="0" lvl="0" indent="0" algn="l">
              <a:lnSpc>
                <a:spcPct val="100000"/>
              </a:lnSpc>
              <a:spcBef>
                <a:spcPts val="360"/>
              </a:spcBef>
              <a:spcAft>
                <a:spcPts val="0"/>
              </a:spcAft>
              <a:buSzPts val="1400"/>
              <a:buNone/>
            </a:pPr>
            <a:r>
              <a:t>https://pointclouds.org/documentation/tutorials/normal_distributions_transform.html</a:t>
            </a:r>
            <a:endParaRPr/>
          </a:p>
          <a:p xmlns:a="http://schemas.openxmlformats.org/drawingml/2006/main">
            <a:pPr marL="0" lvl="0" indent="0" algn="l">
              <a:lnSpc>
                <a:spcPct val="100000"/>
              </a:lnSpc>
              <a:spcBef>
                <a:spcPts val="360"/>
              </a:spcBef>
              <a:spcAft>
                <a:spcPts val="0"/>
              </a:spcAft>
              <a:buSzPts val="1400"/>
              <a:buNone/>
            </a:pPr>
            <a:r>
              <a:t>https://papers.nips.cc/paper_files/paper/2001/hash/c5b2cebf15b205503560c4e8e6d1ea78-Abstract.html</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[Visuals]</a:t>
            </a:r>
            <a:endParaRPr/>
          </a:p>
          <a:p xmlns:a="http://schemas.openxmlformats.org/drawingml/2006/main">
            <a:pPr marL="0" lvl="0" indent="0" algn="l">
              <a:lnSpc>
                <a:spcPct val="100000"/>
              </a:lnSpc>
              <a:spcBef>
                <a:spcPts val="360"/>
              </a:spcBef>
              <a:spcAft>
                <a:spcPts val="0"/>
              </a:spcAft>
              <a:buSzPts val="1400"/>
              <a:buNone/>
            </a:pPr>
            <a:r>
              <a:t>Editable instructional text, equations, or table.</a:t>
            </a:r>
            <a:endParaRPr/>
          </a:p>
          <a:p xmlns:a="http://schemas.openxmlformats.org/drawingml/2006/main">
            <a:pPr marL="0" lvl="0" indent="0" algn="l">
              <a:lnSpc>
                <a:spcPct val="100000"/>
              </a:lnSpc>
              <a:spcBef>
                <a:spcPts val="360"/>
              </a:spcBef>
              <a:spcAft>
                <a:spcPts val="0"/>
              </a:spcAft>
              <a:buSzPts val="1400"/>
              <a:buNone/>
            </a:pPr>
            <a:r>
              <a:t/>
            </a:r>
            <a:endParaRPr/>
          </a:p>
          <a:p xmlns:a="http://schemas.openxmlformats.org/drawingml/2006/main">
            <a:pPr marL="0" lvl="0" indent="0" algn="l">
              <a:lnSpc>
                <a:spcPct val="100000"/>
              </a:lnSpc>
              <a:spcBef>
                <a:spcPts val="36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027248f67e4852" /><Relationship Type="http://schemas.openxmlformats.org/officeDocument/2006/relationships/image" Target="/ppt/media/image.jpeg" Id="R94103767f67d470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50b84f1154f4fe0" /><Relationship Type="http://schemas.openxmlformats.org/officeDocument/2006/relationships/image" Target="/ppt/media/image.png" Id="Rce3e755975534ef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f8bf72fce0a4421" /><Relationship Type="http://schemas.openxmlformats.org/officeDocument/2006/relationships/image" Target="/ppt/media/image2.jpeg" Id="Raf57c1b684234f3e" /><Relationship Type="http://schemas.openxmlformats.org/officeDocument/2006/relationships/image" Target="/ppt/media/image.png" Id="Rc80c5791f15642e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8bdb2e002904cfe" /><Relationship Type="http://schemas.openxmlformats.org/officeDocument/2006/relationships/image" Target="/ppt/media/image2.jpeg" Id="R9b2a4f98385f4daa" /><Relationship Type="http://schemas.openxmlformats.org/officeDocument/2006/relationships/image" Target="/ppt/media/image.png" Id="R57e46bb6d6b34e1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72e6564d3254f80" /><Relationship Type="http://schemas.openxmlformats.org/officeDocument/2006/relationships/image" Target="/ppt/media/image2.jpeg" Id="R75c96ad6c101433e" /><Relationship Type="http://schemas.openxmlformats.org/officeDocument/2006/relationships/image" Target="/ppt/media/image.png" Id="Rd81ffd3b22f84e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9c697b0d4e84720" /><Relationship Type="http://schemas.openxmlformats.org/officeDocument/2006/relationships/image" Target="/ppt/media/image2.jpeg" Id="R521bde35c4414f76" /><Relationship Type="http://schemas.openxmlformats.org/officeDocument/2006/relationships/image" Target="/ppt/media/image.png" Id="Ra908aad5188a4f84"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15b3a28dc34419c" /><Relationship Type="http://schemas.openxmlformats.org/officeDocument/2006/relationships/image" Target="/ppt/media/image2.jpeg" Id="Rf833477c345f4242" /><Relationship Type="http://schemas.openxmlformats.org/officeDocument/2006/relationships/image" Target="/ppt/media/image.png" Id="Rd4d32306c922439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0e495c044f24416" /><Relationship Type="http://schemas.openxmlformats.org/officeDocument/2006/relationships/image" Target="/ppt/media/image2.jpeg" Id="Rba5dd6184c6340dc" /><Relationship Type="http://schemas.openxmlformats.org/officeDocument/2006/relationships/image" Target="/ppt/media/image.png" Id="R3972cf07133149c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1563a2f9ad34397" /><Relationship Type="http://schemas.openxmlformats.org/officeDocument/2006/relationships/image" Target="/ppt/media/image2.jpeg" Id="R619c1cad232d4230" /><Relationship Type="http://schemas.openxmlformats.org/officeDocument/2006/relationships/image" Target="/ppt/media/image.png" Id="R95db64daa1e546d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afb48d97715462d" /><Relationship Type="http://schemas.openxmlformats.org/officeDocument/2006/relationships/image" Target="/ppt/media/image2.jpeg" Id="Rdd2def300b5e4869" /><Relationship Type="http://schemas.openxmlformats.org/officeDocument/2006/relationships/image" Target="/ppt/media/image.png" Id="R57d0bfbded3b497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7927aefd5864ee7" /><Relationship Type="http://schemas.openxmlformats.org/officeDocument/2006/relationships/image" Target="/ppt/media/image2.jpeg" Id="Re4f8bda4b857402d" /><Relationship Type="http://schemas.openxmlformats.org/officeDocument/2006/relationships/image" Target="/ppt/media/image.png" Id="R40f16480fdea4677"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f9bc88dcf37a4783" /><Relationship Type="http://schemas.openxmlformats.org/officeDocument/2006/relationships/image" Target="/ppt/media/image2.jpeg" Id="R1685f606810d4c0a" /><Relationship Type="http://schemas.openxmlformats.org/officeDocument/2006/relationships/image" Target="/ppt/media/image.png" Id="R445ee5d862c74ccb" /></Relationships>
</file>

<file path=ppt/slideLayouts/slideLayout1.xml><?xml version="1.0" encoding="utf-8"?>
<p:sldLayout xmlns:p="http://schemas.openxmlformats.org/presentationml/2006/main" matchingName="Title Slide" type="title">
  <p:cSld name="TITLE">
    <p:bg>
      <p:bgPr>
        <a:blipFill xmlns:a="http://schemas.openxmlformats.org/drawingml/2006/main">
          <a:blip xmlns:r="http://schemas.openxmlformats.org/officeDocument/2006/relationships" r:embed="R94103767f67d4700">
            <a:alphaModFix/>
          </a:blip>
          <a:stretch>
            <a:fillRect l="0" t="0" r="0" b="0"/>
          </a:stretch>
        </a:blipFill>
      </p:bgPr>
    </p:bg>
    <p:spTree>
      <p:nvGrpSpPr>
        <p:cNvPr id="1" name=""/>
        <p:cNvGrpSpPr/>
        <p:nvPr/>
      </p:nvGrpSpPr>
      <p:grpSpPr>
        <a:xfrm xmlns:a="http://schemas.openxmlformats.org/drawingml/2006/main"/>
      </p:grpSpPr>
      <p:sp>
        <p:nvSpPr>
          <p:cNvPr id="14" name="Google Shape;14;p5">
            <a:extLst xmlns:a="http://schemas.openxmlformats.org/drawingml/2006/main">
              <a:ext uri="{FF2B5EF4-FFF2-40B4-BE49-F238E27FC236}">
                <a16:creationId xmlns:a16="http://schemas.microsoft.com/office/drawing/2014/main" id="{EE9ED71F-3551-4438-85B7-9B9AE6CDE244}"/>
              </a:ext>
            </a:extLst>
          </p:cNvPr>
          <p:cNvSpPr>
            <a:spLocks xmlns:a="http://schemas.openxmlformats.org/drawingml/2006/main" noGrp="1"/>
          </p:cNvSpPr>
          <p:nvPr>
            <p:ph type="ctrTitle" idx="0"/>
          </p:nvPr>
        </p:nvSpPr>
        <p:spPr>
          <a:xfrm xmlns:a="http://schemas.openxmlformats.org/drawingml/2006/main">
            <a:off x="685800" y="1597819"/>
            <a:ext cx="7772400" cy="110251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chemeClr val="lt1"/>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15" name="Google Shape;15;p5">
            <a:extLst xmlns:a="http://schemas.openxmlformats.org/drawingml/2006/main">
              <a:ext uri="{FF2B5EF4-FFF2-40B4-BE49-F238E27FC236}">
                <a16:creationId xmlns:a16="http://schemas.microsoft.com/office/drawing/2014/main" id="{5EC03B77-5463-43C0-8A98-279C1E061655}"/>
              </a:ext>
            </a:extLst>
          </p:cNvPr>
          <p:cNvSpPr>
            <a:spLocks xmlns:a="http://schemas.openxmlformats.org/drawingml/2006/main" noGrp="1"/>
          </p:cNvSpPr>
          <p:nvPr>
            <p:ph type="subTitle" idx="1"/>
          </p:nvPr>
        </p:nvSpPr>
        <p:spPr>
          <a:xfrm xmlns:a="http://schemas.openxmlformats.org/drawingml/2006/main">
            <a:off x="1371600" y="2914650"/>
            <a:ext cx="6400800" cy="1314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algn="ctr">
              <a:lnSpc>
                <a:spcPct val="100000"/>
              </a:lnSpc>
              <a:spcBef>
                <a:spcPts val="360"/>
              </a:spcBef>
              <a:spcAft>
                <a:spcPts val="0"/>
              </a:spcAft>
              <a:buClr>
                <a:schemeClr val="accent5"/>
              </a:buClr>
              <a:buSzPts val="1800"/>
              <a:buNone/>
              <a:defRPr>
                <a:solidFill>
                  <a:schemeClr val="accent5"/>
                </a:solidFill>
              </a:defRPr>
            </a:lvl1pPr>
            <a:lvl2pPr algn="ctr">
              <a:lnSpc>
                <a:spcPct val="100000"/>
              </a:lnSpc>
              <a:spcBef>
                <a:spcPts val="360"/>
              </a:spcBef>
              <a:spcAft>
                <a:spcPts val="0"/>
              </a:spcAft>
              <a:buClr>
                <a:srgbClr val="888888"/>
              </a:buClr>
              <a:buSzPts val="1800"/>
              <a:buNone/>
              <a:defRPr>
                <a:solidFill>
                  <a:srgbClr val="888888"/>
                </a:solidFill>
              </a:defRPr>
            </a:lvl2pPr>
            <a:lvl3pPr algn="ctr">
              <a:lnSpc>
                <a:spcPct val="100000"/>
              </a:lnSpc>
              <a:spcBef>
                <a:spcPts val="360"/>
              </a:spcBef>
              <a:spcAft>
                <a:spcPts val="0"/>
              </a:spcAft>
              <a:buClr>
                <a:srgbClr val="888888"/>
              </a:buClr>
              <a:buSzPts val="1800"/>
              <a:buNone/>
              <a:defRPr>
                <a:solidFill>
                  <a:srgbClr val="888888"/>
                </a:solidFill>
              </a:defRPr>
            </a:lvl3pPr>
            <a:lvl4pPr algn="ctr">
              <a:lnSpc>
                <a:spcPct val="100000"/>
              </a:lnSpc>
              <a:spcBef>
                <a:spcPts val="360"/>
              </a:spcBef>
              <a:spcAft>
                <a:spcPts val="0"/>
              </a:spcAft>
              <a:buClr>
                <a:srgbClr val="888888"/>
              </a:buClr>
              <a:buSzPts val="1800"/>
              <a:buNone/>
              <a:defRPr>
                <a:solidFill>
                  <a:srgbClr val="888888"/>
                </a:solidFill>
              </a:defRPr>
            </a:lvl4pPr>
            <a:lvl5pPr algn="ctr">
              <a:lnSpc>
                <a:spcPct val="100000"/>
              </a:lnSpc>
              <a:spcBef>
                <a:spcPts val="360"/>
              </a:spcBef>
              <a:spcAft>
                <a:spcPts val="0"/>
              </a:spcAft>
              <a:buClr>
                <a:srgbClr val="888888"/>
              </a:buClr>
              <a:buSzPts val="1800"/>
              <a:buNone/>
              <a:defRPr>
                <a:solidFill>
                  <a:srgbClr val="888888"/>
                </a:solidFill>
              </a:defRPr>
            </a:lvl5pPr>
            <a:lvl6pPr algn="ctr">
              <a:lnSpc>
                <a:spcPct val="100000"/>
              </a:lnSpc>
              <a:spcBef>
                <a:spcPts val="400"/>
              </a:spcBef>
              <a:spcAft>
                <a:spcPts val="0"/>
              </a:spcAft>
              <a:buClr>
                <a:srgbClr val="888888"/>
              </a:buClr>
              <a:buSzPts val="2000"/>
              <a:buNone/>
              <a:defRPr>
                <a:solidFill>
                  <a:srgbClr val="888888"/>
                </a:solidFill>
              </a:defRPr>
            </a:lvl6pPr>
            <a:lvl7pPr algn="ctr">
              <a:lnSpc>
                <a:spcPct val="100000"/>
              </a:lnSpc>
              <a:spcBef>
                <a:spcPts val="400"/>
              </a:spcBef>
              <a:spcAft>
                <a:spcPts val="0"/>
              </a:spcAft>
              <a:buClr>
                <a:srgbClr val="888888"/>
              </a:buClr>
              <a:buSzPts val="2000"/>
              <a:buNone/>
              <a:defRPr>
                <a:solidFill>
                  <a:srgbClr val="888888"/>
                </a:solidFill>
              </a:defRPr>
            </a:lvl7pPr>
            <a:lvl8pPr algn="ctr">
              <a:lnSpc>
                <a:spcPct val="100000"/>
              </a:lnSpc>
              <a:spcBef>
                <a:spcPts val="400"/>
              </a:spcBef>
              <a:spcAft>
                <a:spcPts val="0"/>
              </a:spcAft>
              <a:buClr>
                <a:srgbClr val="888888"/>
              </a:buClr>
              <a:buSzPts val="2000"/>
              <a:buNone/>
              <a:defRPr>
                <a:solidFill>
                  <a:srgbClr val="888888"/>
                </a:solidFill>
              </a:defRPr>
            </a:lvl8pPr>
            <a:lvl9pPr algn="ctr">
              <a:lnSpc>
                <a:spcPct val="100000"/>
              </a:lnSpc>
              <a:spcBef>
                <a:spcPts val="400"/>
              </a:spcBef>
              <a:spcAft>
                <a:spcPts val="0"/>
              </a:spcAft>
              <a:buClr>
                <a:srgbClr val="888888"/>
              </a:buClr>
              <a:buSzPts val="2000"/>
              <a:buNone/>
              <a:defRPr>
                <a:solidFill>
                  <a:srgbClr val="888888"/>
                </a:solidFill>
              </a:defRPr>
            </a:lvl9pPr>
          </a:lstStyle>
          <a:p xmlns:a="http://schemas.openxmlformats.org/drawingml/2006/main"/>
        </p:txBody>
      </p:sp>
    </p:spTree>
  </p:cSld>
</p:sldLayout>
</file>

<file path=ppt/slideLayouts/slideLayout2.xml><?xml version="1.0" encoding="utf-8"?>
<p:sldLayout xmlns:p="http://schemas.openxmlformats.org/presentationml/2006/main" matchingName="Title and Content" type="obj">
  <p:cSld name="OBJECT">
    <p:bg>
      <p:bgPr>
        <a:solidFill xmlns:a="http://schemas.openxmlformats.org/drawingml/2006/main">
          <a:schemeClr val="lt1"/>
        </a:solidFill>
      </p:bgPr>
    </p:bg>
    <p:spTree>
      <p:nvGrpSpPr>
        <p:cNvPr id="1" name=""/>
        <p:cNvGrpSpPr/>
        <p:nvPr/>
      </p:nvGrpSpPr>
      <p:grpSpPr>
        <a:xfrm xmlns:a="http://schemas.openxmlformats.org/drawingml/2006/main"/>
      </p:grpSpPr>
      <p:sp>
        <p:nvSpPr>
          <p:cNvPr id="17" name="Google Shape;17;p6">
            <a:extLst xmlns:a="http://schemas.openxmlformats.org/drawingml/2006/main">
              <a:ext uri="{FF2B5EF4-FFF2-40B4-BE49-F238E27FC236}">
                <a16:creationId xmlns:a16="http://schemas.microsoft.com/office/drawing/2014/main" id="{C79D7B47-0CBE-41BC-A27C-BF942DC17ACF}"/>
              </a:ext>
            </a:extLst>
          </p:cNvPr>
          <p:cNvSpPr>
            <a:spLocks xmlns:a="http://schemas.openxmlformats.org/drawingml/2006/main" noGrp="1"/>
          </p:cNvSpPr>
          <p:nvPr>
            <p:ph type="title" idx="0"/>
          </p:nvPr>
        </p:nvSpPr>
        <p:spPr>
          <a:xfrm xmlns:a="http://schemas.openxmlformats.org/drawingml/2006/main">
            <a:off x="457200" y="528490"/>
            <a:ext cx="8229600" cy="742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18" name="Google Shape;18;p6">
            <a:extLst xmlns:a="http://schemas.openxmlformats.org/drawingml/2006/main">
              <a:ext uri="{FF2B5EF4-FFF2-40B4-BE49-F238E27FC236}">
                <a16:creationId xmlns:a16="http://schemas.microsoft.com/office/drawing/2014/main" id="{74BC8D3C-C384-4A5D-B3F3-C6EB1E7B3B5D}"/>
              </a:ext>
            </a:extLst>
          </p:cNvPr>
          <p:cNvSpPr>
            <a:spLocks xmlns:a="http://schemas.openxmlformats.org/drawingml/2006/main" noGrp="1"/>
          </p:cNvSpPr>
          <p:nvPr>
            <p:ph type="body" idx="1"/>
          </p:nvPr>
        </p:nvSpPr>
        <p:spPr>
          <a:xfrm xmlns:a="http://schemas.openxmlformats.org/drawingml/2006/main">
            <a:off x="457200" y="1543050"/>
            <a:ext cx="8229600" cy="2651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342900" algn="l">
              <a:lnSpc>
                <a:spcPct val="100000"/>
              </a:lnSpc>
              <a:spcBef>
                <a:spcPts val="360"/>
              </a:spcBef>
              <a:spcAft>
                <a:spcPts val="0"/>
              </a:spcAft>
              <a:buClr>
                <a:srgbClr val="006096"/>
              </a:buClr>
              <a:buSzPts val="1800"/>
              <a:buChar char="•"/>
              <a:defRPr>
                <a:solidFill>
                  <a:srgbClr val="006096"/>
                </a:solidFill>
              </a:defRPr>
            </a:lvl1pPr>
            <a:lvl2pPr marL="914400" indent="-342900" algn="l">
              <a:lnSpc>
                <a:spcPct val="100000"/>
              </a:lnSpc>
              <a:spcBef>
                <a:spcPts val="360"/>
              </a:spcBef>
              <a:spcAft>
                <a:spcPts val="0"/>
              </a:spcAft>
              <a:buClr>
                <a:srgbClr val="006096"/>
              </a:buClr>
              <a:buSzPts val="1800"/>
              <a:buChar char="–"/>
              <a:defRPr>
                <a:solidFill>
                  <a:srgbClr val="006096"/>
                </a:solidFill>
              </a:defRPr>
            </a:lvl2pPr>
            <a:lvl3pPr marL="1371600" indent="-342900" algn="l">
              <a:lnSpc>
                <a:spcPct val="100000"/>
              </a:lnSpc>
              <a:spcBef>
                <a:spcPts val="360"/>
              </a:spcBef>
              <a:spcAft>
                <a:spcPts val="0"/>
              </a:spcAft>
              <a:buClr>
                <a:srgbClr val="006096"/>
              </a:buClr>
              <a:buSzPts val="1800"/>
              <a:buChar char="•"/>
              <a:defRPr>
                <a:solidFill>
                  <a:srgbClr val="006096"/>
                </a:solidFill>
              </a:defRPr>
            </a:lvl3pPr>
            <a:lvl4pPr marL="1828800" indent="-342900" algn="l">
              <a:lnSpc>
                <a:spcPct val="100000"/>
              </a:lnSpc>
              <a:spcBef>
                <a:spcPts val="360"/>
              </a:spcBef>
              <a:spcAft>
                <a:spcPts val="0"/>
              </a:spcAft>
              <a:buClr>
                <a:srgbClr val="006096"/>
              </a:buClr>
              <a:buSzPts val="1800"/>
              <a:buChar char="–"/>
              <a:defRPr>
                <a:solidFill>
                  <a:srgbClr val="006096"/>
                </a:solidFill>
              </a:defRPr>
            </a:lvl4pPr>
            <a:lvl5pPr marL="2286000" indent="-342900" algn="l">
              <a:lnSpc>
                <a:spcPct val="100000"/>
              </a:lnSpc>
              <a:spcBef>
                <a:spcPts val="360"/>
              </a:spcBef>
              <a:spcAft>
                <a:spcPts val="0"/>
              </a:spcAft>
              <a:buClr>
                <a:srgbClr val="006096"/>
              </a:buClr>
              <a:buSzPts val="1800"/>
              <a:buChar char="»"/>
              <a:defRPr>
                <a:solidFill>
                  <a:srgbClr val="006096"/>
                </a:solidFill>
              </a:defRPr>
            </a:lvl5pPr>
            <a:lvl6pPr marL="2743200" indent="-342900" algn="l">
              <a:lnSpc>
                <a:spcPct val="100000"/>
              </a:lnSpc>
              <a:spcBef>
                <a:spcPts val="360"/>
              </a:spcBef>
              <a:spcAft>
                <a:spcPts val="0"/>
              </a:spcAft>
              <a:buClr>
                <a:schemeClr val="dk1"/>
              </a:buClr>
              <a:buSzPts val="1800"/>
              <a:buChar char="•"/>
              <a:defRPr/>
            </a:lvl6pPr>
            <a:lvl7pPr marL="3200400" indent="-342900" algn="l">
              <a:lnSpc>
                <a:spcPct val="100000"/>
              </a:lnSpc>
              <a:spcBef>
                <a:spcPts val="360"/>
              </a:spcBef>
              <a:spcAft>
                <a:spcPts val="0"/>
              </a:spcAft>
              <a:buClr>
                <a:schemeClr val="dk1"/>
              </a:buClr>
              <a:buSzPts val="1800"/>
              <a:buChar char="•"/>
              <a:defRPr/>
            </a:lvl7pPr>
            <a:lvl8pPr marL="3657600" indent="-342900" algn="l">
              <a:lnSpc>
                <a:spcPct val="100000"/>
              </a:lnSpc>
              <a:spcBef>
                <a:spcPts val="360"/>
              </a:spcBef>
              <a:spcAft>
                <a:spcPts val="0"/>
              </a:spcAft>
              <a:buClr>
                <a:schemeClr val="dk1"/>
              </a:buClr>
              <a:buSzPts val="1800"/>
              <a:buChar char="•"/>
              <a:defRPr/>
            </a:lvl8pPr>
            <a:lvl9pPr marL="4114800" indent="-342900" algn="l">
              <a:lnSpc>
                <a:spcPct val="100000"/>
              </a:lnSpc>
              <a:spcBef>
                <a:spcPts val="360"/>
              </a:spcBef>
              <a:spcAft>
                <a:spcPts val="0"/>
              </a:spcAft>
              <a:buClr>
                <a:schemeClr val="dk1"/>
              </a:buClr>
              <a:buSzPts val="1800"/>
              <a:buChar char="•"/>
              <a:defRPr/>
            </a:lvl9pPr>
          </a:lstStyle>
          <a:p xmlns:a="http://schemas.openxmlformats.org/drawingml/2006/main"/>
        </p:txBody>
      </p:sp>
      <p:sp>
        <p:nvSpPr>
          <p:cNvPr id="19" name="Google Shape;19;p6">
            <a:extLst xmlns:a="http://schemas.openxmlformats.org/drawingml/2006/main">
              <a:ext uri="{FF2B5EF4-FFF2-40B4-BE49-F238E27FC236}">
                <a16:creationId xmlns:a16="http://schemas.microsoft.com/office/drawing/2014/main" id="{7A507B5B-61C7-47F8-9CA2-2E85FB24A3C7}"/>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24" name="Google Shape;20;p6"/>
          <p:cNvPicPr>
            <a:picLocks xmlns:a="http://schemas.openxmlformats.org/drawingml/2006/main" noChangeAspect="1"/>
          </p:cNvPicPr>
          <p:nvPr/>
        </p:nvPicPr>
        <p:blipFill rotWithShape="1">
          <a:blip xmlns:r="http://schemas.openxmlformats.org/officeDocument/2006/relationships" xmlns:a="http://schemas.openxmlformats.org/drawingml/2006/main" r:embed="Rce3e755975534efa">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3.xml><?xml version="1.0" encoding="utf-8"?>
<p:sldLayout xmlns:p="http://schemas.openxmlformats.org/presentationml/2006/main" matchingName="Custom Layout">
  <p:cSld name="Custom Layout">
    <p:bg>
      <p:bgPr>
        <a:blipFill xmlns:a="http://schemas.openxmlformats.org/drawingml/2006/main">
          <a:blip xmlns:r="http://schemas.openxmlformats.org/officeDocument/2006/relationships" r:embed="Raf57c1b684234f3e">
            <a:alphaModFix/>
          </a:blip>
          <a:stretch>
            <a:fillRect l="0" t="0" r="0" b="0"/>
          </a:stretch>
        </a:blipFill>
      </p:bgPr>
    </p:bg>
    <p:spTree>
      <p:nvGrpSpPr>
        <p:cNvPr id="1" name=""/>
        <p:cNvGrpSpPr/>
        <p:nvPr/>
      </p:nvGrpSpPr>
      <p:grpSpPr>
        <a:xfrm xmlns:a="http://schemas.openxmlformats.org/drawingml/2006/main"/>
      </p:grpSpPr>
      <p:sp>
        <p:nvSpPr>
          <p:cNvPr id="22" name="Google Shape;22;p7">
            <a:extLst xmlns:a="http://schemas.openxmlformats.org/drawingml/2006/main">
              <a:ext uri="{FF2B5EF4-FFF2-40B4-BE49-F238E27FC236}">
                <a16:creationId xmlns:a16="http://schemas.microsoft.com/office/drawing/2014/main" id="{642AC0A4-E9F6-4A67-87FC-91551F30940B}"/>
              </a:ext>
            </a:extLst>
          </p:cNvPr>
          <p:cNvSpPr>
            <a:spLocks xmlns:a="http://schemas.openxmlformats.org/drawingml/2006/main" noGrp="1"/>
          </p:cNvSpPr>
          <p:nvPr>
            <p:ph type="title" idx="0"/>
          </p:nvPr>
        </p:nvSpPr>
        <p:spPr>
          <a:xfrm xmlns:a="http://schemas.openxmlformats.org/drawingml/2006/main">
            <a:off x="457200" y="914400"/>
            <a:ext cx="8229600" cy="742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23" name="Google Shape;23;p7">
            <a:extLst xmlns:a="http://schemas.openxmlformats.org/drawingml/2006/main">
              <a:ext uri="{FF2B5EF4-FFF2-40B4-BE49-F238E27FC236}">
                <a16:creationId xmlns:a16="http://schemas.microsoft.com/office/drawing/2014/main" id="{20B5EA5C-A8C7-4A8F-A0AF-244DAB62F05D}"/>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r>
              <a:t>1</a:t>
            </a:r>
            <a:endParaRPr>
              <a:solidFill>
                <a:schemeClr val="dk2"/>
              </a:solidFill>
            </a:endParaRPr>
          </a:p>
        </p:txBody>
      </p:sp>
      <p:pic>
        <p:nvPicPr>
          <p:cNvPr id="27" name="Google Shape;24;p7"/>
          <p:cNvPicPr>
            <a:picLocks xmlns:a="http://schemas.openxmlformats.org/drawingml/2006/main" noChangeAspect="1"/>
          </p:cNvPicPr>
          <p:nvPr/>
        </p:nvPicPr>
        <p:blipFill rotWithShape="1">
          <a:blip xmlns:r="http://schemas.openxmlformats.org/officeDocument/2006/relationships" xmlns:a="http://schemas.openxmlformats.org/drawingml/2006/main" r:embed="Rc80c5791f15642e4">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4.xml><?xml version="1.0" encoding="utf-8"?>
<p:sldLayout xmlns:p="http://schemas.openxmlformats.org/presentationml/2006/main" matchingName="Section Header" type="secHead">
  <p:cSld name="SECTION_HEADER">
    <p:bg>
      <p:bgPr>
        <a:blipFill xmlns:a="http://schemas.openxmlformats.org/drawingml/2006/main">
          <a:blip xmlns:r="http://schemas.openxmlformats.org/officeDocument/2006/relationships" r:embed="R9b2a4f98385f4daa">
            <a:alphaModFix/>
          </a:blip>
          <a:stretch>
            <a:fillRect l="0" t="0" r="0" b="0"/>
          </a:stretch>
        </a:blipFill>
      </p:bgPr>
    </p:bg>
    <p:spTree>
      <p:nvGrpSpPr>
        <p:cNvPr id="1" name=""/>
        <p:cNvGrpSpPr/>
        <p:nvPr/>
      </p:nvGrpSpPr>
      <p:grpSpPr>
        <a:xfrm xmlns:a="http://schemas.openxmlformats.org/drawingml/2006/main"/>
      </p:grpSpPr>
      <p:sp>
        <p:nvSpPr>
          <p:cNvPr id="26" name="Google Shape;26;p8">
            <a:extLst xmlns:a="http://schemas.openxmlformats.org/drawingml/2006/main">
              <a:ext uri="{FF2B5EF4-FFF2-40B4-BE49-F238E27FC236}">
                <a16:creationId xmlns:a16="http://schemas.microsoft.com/office/drawing/2014/main" id="{E3E70F02-DD3D-47A5-8F35-820EE6519C51}"/>
              </a:ext>
            </a:extLst>
          </p:cNvPr>
          <p:cNvSpPr>
            <a:spLocks xmlns:a="http://schemas.openxmlformats.org/drawingml/2006/main" noGrp="1"/>
          </p:cNvSpPr>
          <p:nvPr>
            <p:ph type="title" idx="0"/>
          </p:nvPr>
        </p:nvSpPr>
        <p:spPr>
          <a:xfrm xmlns:a="http://schemas.openxmlformats.org/drawingml/2006/main">
            <a:off x="722313" y="2477691"/>
            <a:ext cx="7772400" cy="10215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l">
              <a:lnSpc>
                <a:spcPct val="100000"/>
              </a:lnSpc>
              <a:spcBef>
                <a:spcPts val="0"/>
              </a:spcBef>
              <a:spcAft>
                <a:spcPts val="0"/>
              </a:spcAft>
              <a:buSzPts val="1400"/>
              <a:buNone/>
              <a:defRPr sz="3200" b="1" cap="none">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27" name="Google Shape;27;p8">
            <a:extLst xmlns:a="http://schemas.openxmlformats.org/drawingml/2006/main">
              <a:ext uri="{FF2B5EF4-FFF2-40B4-BE49-F238E27FC236}">
                <a16:creationId xmlns:a16="http://schemas.microsoft.com/office/drawing/2014/main" id="{28F565E2-66D6-4375-B6AE-4D09BF9715F4}"/>
              </a:ext>
            </a:extLst>
          </p:cNvPr>
          <p:cNvSpPr>
            <a:spLocks xmlns:a="http://schemas.openxmlformats.org/drawingml/2006/main" noGrp="1"/>
          </p:cNvSpPr>
          <p:nvPr>
            <p:ph type="body" idx="1"/>
          </p:nvPr>
        </p:nvSpPr>
        <p:spPr>
          <a:xfrm xmlns:a="http://schemas.openxmlformats.org/drawingml/2006/main">
            <a:off x="722313" y="1352550"/>
            <a:ext cx="7772400" cy="11251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Autofit/>
          </a:bodyPr>
          <a:lstStyle xmlns:a="http://schemas.openxmlformats.org/drawingml/2006/main">
            <a:lvl1pPr marL="457200" indent="-228600" algn="l">
              <a:lnSpc>
                <a:spcPct val="100000"/>
              </a:lnSpc>
              <a:spcBef>
                <a:spcPts val="400"/>
              </a:spcBef>
              <a:spcAft>
                <a:spcPts val="0"/>
              </a:spcAft>
              <a:buClr>
                <a:srgbClr val="888888"/>
              </a:buClr>
              <a:buSzPts val="2000"/>
              <a:buNone/>
              <a:defRPr sz="2000">
                <a:solidFill>
                  <a:srgbClr val="888888"/>
                </a:solidFill>
              </a:defRPr>
            </a:lvl1pPr>
            <a:lvl2pPr marL="914400" indent="-228600" algn="l">
              <a:lnSpc>
                <a:spcPct val="100000"/>
              </a:lnSpc>
              <a:spcBef>
                <a:spcPts val="360"/>
              </a:spcBef>
              <a:spcAft>
                <a:spcPts val="0"/>
              </a:spcAft>
              <a:buClr>
                <a:srgbClr val="888888"/>
              </a:buClr>
              <a:buSzPts val="1800"/>
              <a:buNone/>
              <a:defRPr sz="1800">
                <a:solidFill>
                  <a:srgbClr val="888888"/>
                </a:solidFill>
              </a:defRPr>
            </a:lvl2pPr>
            <a:lvl3pPr marL="1371600" indent="-228600" algn="l">
              <a:lnSpc>
                <a:spcPct val="100000"/>
              </a:lnSpc>
              <a:spcBef>
                <a:spcPts val="320"/>
              </a:spcBef>
              <a:spcAft>
                <a:spcPts val="0"/>
              </a:spcAft>
              <a:buClr>
                <a:srgbClr val="888888"/>
              </a:buClr>
              <a:buSzPts val="1600"/>
              <a:buNone/>
              <a:defRPr sz="1600">
                <a:solidFill>
                  <a:srgbClr val="888888"/>
                </a:solidFill>
              </a:defRPr>
            </a:lvl3pPr>
            <a:lvl4pPr marL="1828800" indent="-228600" algn="l">
              <a:lnSpc>
                <a:spcPct val="100000"/>
              </a:lnSpc>
              <a:spcBef>
                <a:spcPts val="280"/>
              </a:spcBef>
              <a:spcAft>
                <a:spcPts val="0"/>
              </a:spcAft>
              <a:buClr>
                <a:srgbClr val="888888"/>
              </a:buClr>
              <a:buSzPts val="1400"/>
              <a:buNone/>
              <a:defRPr sz="1400">
                <a:solidFill>
                  <a:srgbClr val="888888"/>
                </a:solidFill>
              </a:defRPr>
            </a:lvl4pPr>
            <a:lvl5pPr marL="2286000" indent="-228600" algn="l">
              <a:lnSpc>
                <a:spcPct val="100000"/>
              </a:lnSpc>
              <a:spcBef>
                <a:spcPts val="280"/>
              </a:spcBef>
              <a:spcAft>
                <a:spcPts val="0"/>
              </a:spcAft>
              <a:buClr>
                <a:srgbClr val="888888"/>
              </a:buClr>
              <a:buSzPts val="1400"/>
              <a:buNone/>
              <a:defRPr sz="1400">
                <a:solidFill>
                  <a:srgbClr val="888888"/>
                </a:solidFill>
              </a:defRPr>
            </a:lvl5pPr>
            <a:lvl6pPr marL="2743200" indent="-228600" algn="l">
              <a:lnSpc>
                <a:spcPct val="100000"/>
              </a:lnSpc>
              <a:spcBef>
                <a:spcPts val="280"/>
              </a:spcBef>
              <a:spcAft>
                <a:spcPts val="0"/>
              </a:spcAft>
              <a:buClr>
                <a:srgbClr val="888888"/>
              </a:buClr>
              <a:buSzPts val="1400"/>
              <a:buNone/>
              <a:defRPr sz="1400">
                <a:solidFill>
                  <a:srgbClr val="888888"/>
                </a:solidFill>
              </a:defRPr>
            </a:lvl6pPr>
            <a:lvl7pPr marL="3200400" indent="-228600" algn="l">
              <a:lnSpc>
                <a:spcPct val="100000"/>
              </a:lnSpc>
              <a:spcBef>
                <a:spcPts val="280"/>
              </a:spcBef>
              <a:spcAft>
                <a:spcPts val="0"/>
              </a:spcAft>
              <a:buClr>
                <a:srgbClr val="888888"/>
              </a:buClr>
              <a:buSzPts val="1400"/>
              <a:buNone/>
              <a:defRPr sz="1400">
                <a:solidFill>
                  <a:srgbClr val="888888"/>
                </a:solidFill>
              </a:defRPr>
            </a:lvl7pPr>
            <a:lvl8pPr marL="3657600" indent="-228600" algn="l">
              <a:lnSpc>
                <a:spcPct val="100000"/>
              </a:lnSpc>
              <a:spcBef>
                <a:spcPts val="280"/>
              </a:spcBef>
              <a:spcAft>
                <a:spcPts val="0"/>
              </a:spcAft>
              <a:buClr>
                <a:srgbClr val="888888"/>
              </a:buClr>
              <a:buSzPts val="1400"/>
              <a:buNone/>
              <a:defRPr sz="1400">
                <a:solidFill>
                  <a:srgbClr val="888888"/>
                </a:solidFill>
              </a:defRPr>
            </a:lvl8pPr>
            <a:lvl9pPr marL="4114800" indent="-228600" algn="l">
              <a:lnSpc>
                <a:spcPct val="100000"/>
              </a:lnSpc>
              <a:spcBef>
                <a:spcPts val="280"/>
              </a:spcBef>
              <a:spcAft>
                <a:spcPts val="0"/>
              </a:spcAft>
              <a:buClr>
                <a:srgbClr val="888888"/>
              </a:buClr>
              <a:buSzPts val="1400"/>
              <a:buNone/>
              <a:defRPr sz="1400">
                <a:solidFill>
                  <a:srgbClr val="888888"/>
                </a:solidFill>
              </a:defRPr>
            </a:lvl9pPr>
          </a:lstStyle>
          <a:p xmlns:a="http://schemas.openxmlformats.org/drawingml/2006/main"/>
        </p:txBody>
      </p:sp>
      <p:sp>
        <p:nvSpPr>
          <p:cNvPr id="28" name="Google Shape;28;p8">
            <a:extLst xmlns:a="http://schemas.openxmlformats.org/drawingml/2006/main">
              <a:ext uri="{FF2B5EF4-FFF2-40B4-BE49-F238E27FC236}">
                <a16:creationId xmlns:a16="http://schemas.microsoft.com/office/drawing/2014/main" id="{E36CAC64-3B77-4E3D-9866-47C6993BB1E3}"/>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33" name="Google Shape;29;p8"/>
          <p:cNvPicPr>
            <a:picLocks xmlns:a="http://schemas.openxmlformats.org/drawingml/2006/main" noChangeAspect="1"/>
          </p:cNvPicPr>
          <p:nvPr/>
        </p:nvPicPr>
        <p:blipFill rotWithShape="1">
          <a:blip xmlns:r="http://schemas.openxmlformats.org/officeDocument/2006/relationships" xmlns:a="http://schemas.openxmlformats.org/drawingml/2006/main" r:embed="R57e46bb6d6b34e11">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5.xml><?xml version="1.0" encoding="utf-8"?>
<p:sldLayout xmlns:p="http://schemas.openxmlformats.org/presentationml/2006/main" matchingName="Two Content" type="twoObj">
  <p:cSld name="TWO_OBJECTS">
    <p:bg>
      <p:bgPr>
        <a:blipFill xmlns:a="http://schemas.openxmlformats.org/drawingml/2006/main">
          <a:blip xmlns:r="http://schemas.openxmlformats.org/officeDocument/2006/relationships" r:embed="R75c96ad6c101433e">
            <a:alphaModFix/>
          </a:blip>
          <a:stretch>
            <a:fillRect l="0" t="0" r="0" b="0"/>
          </a:stretch>
        </a:blipFill>
      </p:bgPr>
    </p:bg>
    <p:spTree>
      <p:nvGrpSpPr>
        <p:cNvPr id="1" name=""/>
        <p:cNvGrpSpPr/>
        <p:nvPr/>
      </p:nvGrpSpPr>
      <p:grpSpPr>
        <a:xfrm xmlns:a="http://schemas.openxmlformats.org/drawingml/2006/main"/>
      </p:grpSpPr>
      <p:sp>
        <p:nvSpPr>
          <p:cNvPr id="31" name="Google Shape;31;p9">
            <a:extLst xmlns:a="http://schemas.openxmlformats.org/drawingml/2006/main">
              <a:ext uri="{FF2B5EF4-FFF2-40B4-BE49-F238E27FC236}">
                <a16:creationId xmlns:a16="http://schemas.microsoft.com/office/drawing/2014/main" id="{572AB830-7281-4F1F-A6A2-10F9214EF704}"/>
              </a:ext>
            </a:extLst>
          </p:cNvPr>
          <p:cNvSpPr>
            <a:spLocks xmlns:a="http://schemas.openxmlformats.org/drawingml/2006/main" noGrp="1"/>
          </p:cNvSpPr>
          <p:nvPr>
            <p:ph type="title" idx="0"/>
          </p:nvPr>
        </p:nvSpPr>
        <p:spPr>
          <a:xfrm xmlns:a="http://schemas.openxmlformats.org/drawingml/2006/main">
            <a:off x="457200" y="514350"/>
            <a:ext cx="8229600" cy="742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32" name="Google Shape;32;p9">
            <a:extLst xmlns:a="http://schemas.openxmlformats.org/drawingml/2006/main">
              <a:ext uri="{FF2B5EF4-FFF2-40B4-BE49-F238E27FC236}">
                <a16:creationId xmlns:a16="http://schemas.microsoft.com/office/drawing/2014/main" id="{882D9A88-529D-4EA8-BEBD-7A937BCCDCFD}"/>
              </a:ext>
            </a:extLst>
          </p:cNvPr>
          <p:cNvSpPr>
            <a:spLocks xmlns:a="http://schemas.openxmlformats.org/drawingml/2006/main" noGrp="1"/>
          </p:cNvSpPr>
          <p:nvPr>
            <p:ph type="body" idx="1"/>
          </p:nvPr>
        </p:nvSpPr>
        <p:spPr>
          <a:xfrm xmlns:a="http://schemas.openxmlformats.org/drawingml/2006/main">
            <a:off x="457200" y="1085851"/>
            <a:ext cx="4038600" cy="310872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406400" algn="l">
              <a:lnSpc>
                <a:spcPct val="100000"/>
              </a:lnSpc>
              <a:spcBef>
                <a:spcPts val="560"/>
              </a:spcBef>
              <a:spcAft>
                <a:spcPts val="0"/>
              </a:spcAft>
              <a:buClr>
                <a:schemeClr val="dk2"/>
              </a:buClr>
              <a:buSzPts val="2800"/>
              <a:buChar char="•"/>
              <a:defRPr sz="2800"/>
            </a:lvl1pPr>
            <a:lvl2pPr marL="914400" indent="-381000" algn="l">
              <a:lnSpc>
                <a:spcPct val="100000"/>
              </a:lnSpc>
              <a:spcBef>
                <a:spcPts val="480"/>
              </a:spcBef>
              <a:spcAft>
                <a:spcPts val="0"/>
              </a:spcAft>
              <a:buClr>
                <a:schemeClr val="dk2"/>
              </a:buClr>
              <a:buSzPts val="2400"/>
              <a:buChar char="–"/>
              <a:defRPr sz="2400"/>
            </a:lvl2pPr>
            <a:lvl3pPr marL="1371600" indent="-355600" algn="l">
              <a:lnSpc>
                <a:spcPct val="100000"/>
              </a:lnSpc>
              <a:spcBef>
                <a:spcPts val="400"/>
              </a:spcBef>
              <a:spcAft>
                <a:spcPts val="0"/>
              </a:spcAft>
              <a:buClr>
                <a:schemeClr val="dk2"/>
              </a:buClr>
              <a:buSzPts val="2000"/>
              <a:buChar char="•"/>
              <a:defRPr sz="2000"/>
            </a:lvl3pPr>
            <a:lvl4pPr marL="1828800" indent="-342900" algn="l">
              <a:lnSpc>
                <a:spcPct val="100000"/>
              </a:lnSpc>
              <a:spcBef>
                <a:spcPts val="360"/>
              </a:spcBef>
              <a:spcAft>
                <a:spcPts val="0"/>
              </a:spcAft>
              <a:buClr>
                <a:schemeClr val="dk2"/>
              </a:buClr>
              <a:buSzPts val="1800"/>
              <a:buChar char="–"/>
              <a:defRPr sz="1800"/>
            </a:lvl4pPr>
            <a:lvl5pPr marL="2286000" indent="-342900" algn="l">
              <a:lnSpc>
                <a:spcPct val="100000"/>
              </a:lnSpc>
              <a:spcBef>
                <a:spcPts val="360"/>
              </a:spcBef>
              <a:spcAft>
                <a:spcPts val="0"/>
              </a:spcAft>
              <a:buClr>
                <a:schemeClr val="dk2"/>
              </a:buClr>
              <a:buSzPts val="1800"/>
              <a:buChar char="»"/>
              <a:defRPr sz="1800"/>
            </a:lvl5pPr>
            <a:lvl6pPr marL="2743200" indent="-342900" algn="l">
              <a:lnSpc>
                <a:spcPct val="100000"/>
              </a:lnSpc>
              <a:spcBef>
                <a:spcPts val="360"/>
              </a:spcBef>
              <a:spcAft>
                <a:spcPts val="0"/>
              </a:spcAft>
              <a:buClr>
                <a:schemeClr val="dk1"/>
              </a:buClr>
              <a:buSzPts val="1800"/>
              <a:buChar char="•"/>
              <a:defRPr sz="1800"/>
            </a:lvl6pPr>
            <a:lvl7pPr marL="3200400" indent="-342900" algn="l">
              <a:lnSpc>
                <a:spcPct val="100000"/>
              </a:lnSpc>
              <a:spcBef>
                <a:spcPts val="360"/>
              </a:spcBef>
              <a:spcAft>
                <a:spcPts val="0"/>
              </a:spcAft>
              <a:buClr>
                <a:schemeClr val="dk1"/>
              </a:buClr>
              <a:buSzPts val="1800"/>
              <a:buChar char="•"/>
              <a:defRPr sz="1800"/>
            </a:lvl7pPr>
            <a:lvl8pPr marL="3657600" indent="-342900" algn="l">
              <a:lnSpc>
                <a:spcPct val="100000"/>
              </a:lnSpc>
              <a:spcBef>
                <a:spcPts val="360"/>
              </a:spcBef>
              <a:spcAft>
                <a:spcPts val="0"/>
              </a:spcAft>
              <a:buClr>
                <a:schemeClr val="dk1"/>
              </a:buClr>
              <a:buSzPts val="1800"/>
              <a:buChar char="•"/>
              <a:defRPr sz="1800"/>
            </a:lvl8pPr>
            <a:lvl9pPr marL="4114800" indent="-342900" algn="l">
              <a:lnSpc>
                <a:spcPct val="100000"/>
              </a:lnSpc>
              <a:spcBef>
                <a:spcPts val="360"/>
              </a:spcBef>
              <a:spcAft>
                <a:spcPts val="0"/>
              </a:spcAft>
              <a:buClr>
                <a:schemeClr val="dk1"/>
              </a:buClr>
              <a:buSzPts val="1800"/>
              <a:buChar char="•"/>
              <a:defRPr sz="1800"/>
            </a:lvl9pPr>
          </a:lstStyle>
          <a:p xmlns:a="http://schemas.openxmlformats.org/drawingml/2006/main"/>
        </p:txBody>
      </p:sp>
      <p:sp>
        <p:nvSpPr>
          <p:cNvPr id="33" name="Google Shape;33;p9">
            <a:extLst xmlns:a="http://schemas.openxmlformats.org/drawingml/2006/main">
              <a:ext uri="{FF2B5EF4-FFF2-40B4-BE49-F238E27FC236}">
                <a16:creationId xmlns:a16="http://schemas.microsoft.com/office/drawing/2014/main" id="{FFD379FB-FC6A-411B-9864-DAB682D25069}"/>
              </a:ext>
            </a:extLst>
          </p:cNvPr>
          <p:cNvSpPr>
            <a:spLocks xmlns:a="http://schemas.openxmlformats.org/drawingml/2006/main" noGrp="1"/>
          </p:cNvSpPr>
          <p:nvPr>
            <p:ph type="body" idx="2"/>
          </p:nvPr>
        </p:nvSpPr>
        <p:spPr>
          <a:xfrm xmlns:a="http://schemas.openxmlformats.org/drawingml/2006/main">
            <a:off x="4648200" y="1085851"/>
            <a:ext cx="4038600" cy="310872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406400" algn="l">
              <a:lnSpc>
                <a:spcPct val="100000"/>
              </a:lnSpc>
              <a:spcBef>
                <a:spcPts val="560"/>
              </a:spcBef>
              <a:spcAft>
                <a:spcPts val="0"/>
              </a:spcAft>
              <a:buClr>
                <a:schemeClr val="dk2"/>
              </a:buClr>
              <a:buSzPts val="2800"/>
              <a:buChar char="•"/>
              <a:defRPr sz="2800"/>
            </a:lvl1pPr>
            <a:lvl2pPr marL="914400" indent="-381000" algn="l">
              <a:lnSpc>
                <a:spcPct val="100000"/>
              </a:lnSpc>
              <a:spcBef>
                <a:spcPts val="480"/>
              </a:spcBef>
              <a:spcAft>
                <a:spcPts val="0"/>
              </a:spcAft>
              <a:buClr>
                <a:schemeClr val="dk2"/>
              </a:buClr>
              <a:buSzPts val="2400"/>
              <a:buChar char="–"/>
              <a:defRPr sz="2400"/>
            </a:lvl2pPr>
            <a:lvl3pPr marL="1371600" indent="-355600" algn="l">
              <a:lnSpc>
                <a:spcPct val="100000"/>
              </a:lnSpc>
              <a:spcBef>
                <a:spcPts val="400"/>
              </a:spcBef>
              <a:spcAft>
                <a:spcPts val="0"/>
              </a:spcAft>
              <a:buClr>
                <a:schemeClr val="dk2"/>
              </a:buClr>
              <a:buSzPts val="2000"/>
              <a:buChar char="•"/>
              <a:defRPr sz="2000"/>
            </a:lvl3pPr>
            <a:lvl4pPr marL="1828800" indent="-342900" algn="l">
              <a:lnSpc>
                <a:spcPct val="100000"/>
              </a:lnSpc>
              <a:spcBef>
                <a:spcPts val="360"/>
              </a:spcBef>
              <a:spcAft>
                <a:spcPts val="0"/>
              </a:spcAft>
              <a:buClr>
                <a:schemeClr val="dk2"/>
              </a:buClr>
              <a:buSzPts val="1800"/>
              <a:buChar char="–"/>
              <a:defRPr sz="1800"/>
            </a:lvl4pPr>
            <a:lvl5pPr marL="2286000" indent="-342900" algn="l">
              <a:lnSpc>
                <a:spcPct val="100000"/>
              </a:lnSpc>
              <a:spcBef>
                <a:spcPts val="360"/>
              </a:spcBef>
              <a:spcAft>
                <a:spcPts val="0"/>
              </a:spcAft>
              <a:buClr>
                <a:schemeClr val="dk2"/>
              </a:buClr>
              <a:buSzPts val="1800"/>
              <a:buChar char="»"/>
              <a:defRPr sz="1800"/>
            </a:lvl5pPr>
            <a:lvl6pPr marL="2743200" indent="-342900" algn="l">
              <a:lnSpc>
                <a:spcPct val="100000"/>
              </a:lnSpc>
              <a:spcBef>
                <a:spcPts val="360"/>
              </a:spcBef>
              <a:spcAft>
                <a:spcPts val="0"/>
              </a:spcAft>
              <a:buClr>
                <a:schemeClr val="dk1"/>
              </a:buClr>
              <a:buSzPts val="1800"/>
              <a:buChar char="•"/>
              <a:defRPr sz="1800"/>
            </a:lvl6pPr>
            <a:lvl7pPr marL="3200400" indent="-342900" algn="l">
              <a:lnSpc>
                <a:spcPct val="100000"/>
              </a:lnSpc>
              <a:spcBef>
                <a:spcPts val="360"/>
              </a:spcBef>
              <a:spcAft>
                <a:spcPts val="0"/>
              </a:spcAft>
              <a:buClr>
                <a:schemeClr val="dk1"/>
              </a:buClr>
              <a:buSzPts val="1800"/>
              <a:buChar char="•"/>
              <a:defRPr sz="1800"/>
            </a:lvl7pPr>
            <a:lvl8pPr marL="3657600" indent="-342900" algn="l">
              <a:lnSpc>
                <a:spcPct val="100000"/>
              </a:lnSpc>
              <a:spcBef>
                <a:spcPts val="360"/>
              </a:spcBef>
              <a:spcAft>
                <a:spcPts val="0"/>
              </a:spcAft>
              <a:buClr>
                <a:schemeClr val="dk1"/>
              </a:buClr>
              <a:buSzPts val="1800"/>
              <a:buChar char="•"/>
              <a:defRPr sz="1800"/>
            </a:lvl8pPr>
            <a:lvl9pPr marL="4114800" indent="-342900" algn="l">
              <a:lnSpc>
                <a:spcPct val="100000"/>
              </a:lnSpc>
              <a:spcBef>
                <a:spcPts val="360"/>
              </a:spcBef>
              <a:spcAft>
                <a:spcPts val="0"/>
              </a:spcAft>
              <a:buClr>
                <a:schemeClr val="dk1"/>
              </a:buClr>
              <a:buSzPts val="1800"/>
              <a:buChar char="•"/>
              <a:defRPr sz="1800"/>
            </a:lvl9pPr>
          </a:lstStyle>
          <a:p xmlns:a="http://schemas.openxmlformats.org/drawingml/2006/main"/>
        </p:txBody>
      </p:sp>
      <p:sp>
        <p:nvSpPr>
          <p:cNvPr id="34" name="Google Shape;34;p9">
            <a:extLst xmlns:a="http://schemas.openxmlformats.org/drawingml/2006/main">
              <a:ext uri="{FF2B5EF4-FFF2-40B4-BE49-F238E27FC236}">
                <a16:creationId xmlns:a16="http://schemas.microsoft.com/office/drawing/2014/main" id="{40A3B26B-30F2-4DD4-8A73-C8DCE1238AAE}"/>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40" name="Google Shape;35;p9"/>
          <p:cNvPicPr>
            <a:picLocks xmlns:a="http://schemas.openxmlformats.org/drawingml/2006/main" noChangeAspect="1"/>
          </p:cNvPicPr>
          <p:nvPr/>
        </p:nvPicPr>
        <p:blipFill rotWithShape="1">
          <a:blip xmlns:r="http://schemas.openxmlformats.org/officeDocument/2006/relationships" xmlns:a="http://schemas.openxmlformats.org/drawingml/2006/main" r:embed="Rd81ffd3b22f84e40">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6.xml><?xml version="1.0" encoding="utf-8"?>
<p:sldLayout xmlns:p="http://schemas.openxmlformats.org/presentationml/2006/main" matchingName="Comparison">
  <p:cSld name="Comparison">
    <p:bg>
      <p:bgPr>
        <a:blipFill xmlns:a="http://schemas.openxmlformats.org/drawingml/2006/main">
          <a:blip xmlns:r="http://schemas.openxmlformats.org/officeDocument/2006/relationships" r:embed="R521bde35c4414f76">
            <a:alphaModFix/>
          </a:blip>
          <a:stretch>
            <a:fillRect l="0" t="0" r="0" b="0"/>
          </a:stretch>
        </a:blipFill>
      </p:bgPr>
    </p:bg>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5132B670-240F-426D-A702-8349F6ACF749}"/>
              </a:ext>
            </a:extLst>
          </p:cNvPr>
          <p:cNvSpPr>
            <a:spLocks xmlns:a="http://schemas.openxmlformats.org/drawingml/2006/main" noGrp="1"/>
          </p:cNvSpPr>
          <p:nvPr>
            <p:ph type="body" idx="1"/>
          </p:nvPr>
        </p:nvSpPr>
        <p:spPr>
          <a:xfrm xmlns:a="http://schemas.openxmlformats.org/drawingml/2006/main">
            <a:off x="457200" y="514350"/>
            <a:ext cx="4040188" cy="77390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Autofit/>
          </a:bodyPr>
          <a:lstStyle xmlns:a="http://schemas.openxmlformats.org/drawingml/2006/main">
            <a:lvl1pPr marL="457200" indent="-228600" algn="l">
              <a:lnSpc>
                <a:spcPct val="100000"/>
              </a:lnSpc>
              <a:spcBef>
                <a:spcPts val="480"/>
              </a:spcBef>
              <a:spcAft>
                <a:spcPts val="0"/>
              </a:spcAft>
              <a:buClr>
                <a:schemeClr val="dk2"/>
              </a:buClr>
              <a:buSzPts val="2400"/>
              <a:buNone/>
              <a:defRPr sz="2400" b="1"/>
            </a:lvl1pPr>
            <a:lvl2pPr marL="914400" indent="-228600" algn="l">
              <a:lnSpc>
                <a:spcPct val="100000"/>
              </a:lnSpc>
              <a:spcBef>
                <a:spcPts val="400"/>
              </a:spcBef>
              <a:spcAft>
                <a:spcPts val="0"/>
              </a:spcAft>
              <a:buClr>
                <a:schemeClr val="dk2"/>
              </a:buClr>
              <a:buSzPts val="2000"/>
              <a:buNone/>
              <a:defRPr sz="2000" b="1"/>
            </a:lvl2pPr>
            <a:lvl3pPr marL="1371600" indent="-228600" algn="l">
              <a:lnSpc>
                <a:spcPct val="100000"/>
              </a:lnSpc>
              <a:spcBef>
                <a:spcPts val="360"/>
              </a:spcBef>
              <a:spcAft>
                <a:spcPts val="0"/>
              </a:spcAft>
              <a:buClr>
                <a:schemeClr val="dk2"/>
              </a:buClr>
              <a:buSzPts val="1800"/>
              <a:buNone/>
              <a:defRPr sz="1800" b="1"/>
            </a:lvl3pPr>
            <a:lvl4pPr marL="1828800" indent="-228600" algn="l">
              <a:lnSpc>
                <a:spcPct val="100000"/>
              </a:lnSpc>
              <a:spcBef>
                <a:spcPts val="320"/>
              </a:spcBef>
              <a:spcAft>
                <a:spcPts val="0"/>
              </a:spcAft>
              <a:buClr>
                <a:schemeClr val="dk2"/>
              </a:buClr>
              <a:buSzPts val="1600"/>
              <a:buNone/>
              <a:defRPr sz="1600" b="1"/>
            </a:lvl4pPr>
            <a:lvl5pPr marL="2286000" indent="-228600" algn="l">
              <a:lnSpc>
                <a:spcPct val="100000"/>
              </a:lnSpc>
              <a:spcBef>
                <a:spcPts val="320"/>
              </a:spcBef>
              <a:spcAft>
                <a:spcPts val="0"/>
              </a:spcAft>
              <a:buClr>
                <a:schemeClr val="dk2"/>
              </a:buClr>
              <a:buSzPts val="1600"/>
              <a:buNone/>
              <a:defRPr sz="1600" b="1"/>
            </a:lvl5pPr>
            <a:lvl6pPr marL="2743200" indent="-228600" algn="l">
              <a:lnSpc>
                <a:spcPct val="100000"/>
              </a:lnSpc>
              <a:spcBef>
                <a:spcPts val="320"/>
              </a:spcBef>
              <a:spcAft>
                <a:spcPts val="0"/>
              </a:spcAft>
              <a:buClr>
                <a:schemeClr val="dk1"/>
              </a:buClr>
              <a:buSzPts val="1600"/>
              <a:buNone/>
              <a:defRPr sz="1600" b="1"/>
            </a:lvl6pPr>
            <a:lvl7pPr marL="3200400" indent="-228600" algn="l">
              <a:lnSpc>
                <a:spcPct val="100000"/>
              </a:lnSpc>
              <a:spcBef>
                <a:spcPts val="320"/>
              </a:spcBef>
              <a:spcAft>
                <a:spcPts val="0"/>
              </a:spcAft>
              <a:buClr>
                <a:schemeClr val="dk1"/>
              </a:buClr>
              <a:buSzPts val="1600"/>
              <a:buNone/>
              <a:defRPr sz="1600" b="1"/>
            </a:lvl7pPr>
            <a:lvl8pPr marL="3657600" indent="-228600" algn="l">
              <a:lnSpc>
                <a:spcPct val="100000"/>
              </a:lnSpc>
              <a:spcBef>
                <a:spcPts val="320"/>
              </a:spcBef>
              <a:spcAft>
                <a:spcPts val="0"/>
              </a:spcAft>
              <a:buClr>
                <a:schemeClr val="dk1"/>
              </a:buClr>
              <a:buSzPts val="1600"/>
              <a:buNone/>
              <a:defRPr sz="1600" b="1"/>
            </a:lvl8pPr>
            <a:lvl9pPr marL="4114800" indent="-228600" algn="l">
              <a:lnSpc>
                <a:spcPct val="100000"/>
              </a:lnSpc>
              <a:spcBef>
                <a:spcPts val="320"/>
              </a:spcBef>
              <a:spcAft>
                <a:spcPts val="0"/>
              </a:spcAft>
              <a:buClr>
                <a:schemeClr val="dk1"/>
              </a:buClr>
              <a:buSzPts val="1600"/>
              <a:buNone/>
              <a:defRPr sz="1600" b="1"/>
            </a:lvl9pPr>
          </a:lstStyle>
          <a:p xmlns:a="http://schemas.openxmlformats.org/drawingml/2006/main"/>
        </p:txBody>
      </p:sp>
      <p:sp>
        <p:nvSpPr>
          <p:cNvPr id="38" name="Google Shape;38;p10">
            <a:extLst xmlns:a="http://schemas.openxmlformats.org/drawingml/2006/main">
              <a:ext uri="{FF2B5EF4-FFF2-40B4-BE49-F238E27FC236}">
                <a16:creationId xmlns:a16="http://schemas.microsoft.com/office/drawing/2014/main" id="{47B53898-A81A-4D92-BB3A-1247A98C010A}"/>
              </a:ext>
            </a:extLst>
          </p:cNvPr>
          <p:cNvSpPr>
            <a:spLocks xmlns:a="http://schemas.openxmlformats.org/drawingml/2006/main" noGrp="1"/>
          </p:cNvSpPr>
          <p:nvPr>
            <p:ph type="body" idx="2"/>
          </p:nvPr>
        </p:nvSpPr>
        <p:spPr>
          <a:xfrm xmlns:a="http://schemas.openxmlformats.org/drawingml/2006/main">
            <a:off x="457200" y="1288255"/>
            <a:ext cx="4040188" cy="29634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381000" algn="l">
              <a:lnSpc>
                <a:spcPct val="100000"/>
              </a:lnSpc>
              <a:spcBef>
                <a:spcPts val="480"/>
              </a:spcBef>
              <a:spcAft>
                <a:spcPts val="0"/>
              </a:spcAft>
              <a:buClr>
                <a:schemeClr val="dk2"/>
              </a:buClr>
              <a:buSzPts val="2400"/>
              <a:buChar char="•"/>
              <a:defRPr sz="2400"/>
            </a:lvl1pPr>
            <a:lvl2pPr marL="914400" indent="-355600" algn="l">
              <a:lnSpc>
                <a:spcPct val="100000"/>
              </a:lnSpc>
              <a:spcBef>
                <a:spcPts val="400"/>
              </a:spcBef>
              <a:spcAft>
                <a:spcPts val="0"/>
              </a:spcAft>
              <a:buClr>
                <a:schemeClr val="dk2"/>
              </a:buClr>
              <a:buSzPts val="2000"/>
              <a:buChar char="–"/>
              <a:defRPr sz="2000"/>
            </a:lvl2pPr>
            <a:lvl3pPr marL="1371600" indent="-342900" algn="l">
              <a:lnSpc>
                <a:spcPct val="100000"/>
              </a:lnSpc>
              <a:spcBef>
                <a:spcPts val="360"/>
              </a:spcBef>
              <a:spcAft>
                <a:spcPts val="0"/>
              </a:spcAft>
              <a:buClr>
                <a:schemeClr val="dk2"/>
              </a:buClr>
              <a:buSzPts val="1800"/>
              <a:buChar char="•"/>
              <a:defRPr sz="1800"/>
            </a:lvl3pPr>
            <a:lvl4pPr marL="1828800" indent="-330200" algn="l">
              <a:lnSpc>
                <a:spcPct val="100000"/>
              </a:lnSpc>
              <a:spcBef>
                <a:spcPts val="320"/>
              </a:spcBef>
              <a:spcAft>
                <a:spcPts val="0"/>
              </a:spcAft>
              <a:buClr>
                <a:schemeClr val="dk2"/>
              </a:buClr>
              <a:buSzPts val="1600"/>
              <a:buChar char="–"/>
              <a:defRPr sz="1600"/>
            </a:lvl4pPr>
            <a:lvl5pPr marL="2286000" indent="-330200" algn="l">
              <a:lnSpc>
                <a:spcPct val="100000"/>
              </a:lnSpc>
              <a:spcBef>
                <a:spcPts val="320"/>
              </a:spcBef>
              <a:spcAft>
                <a:spcPts val="0"/>
              </a:spcAft>
              <a:buClr>
                <a:schemeClr val="dk2"/>
              </a:buClr>
              <a:buSzPts val="1600"/>
              <a:buChar char="»"/>
              <a:defRPr sz="1600"/>
            </a:lvl5pPr>
            <a:lvl6pPr marL="2743200" indent="-330200" algn="l">
              <a:lnSpc>
                <a:spcPct val="100000"/>
              </a:lnSpc>
              <a:spcBef>
                <a:spcPts val="320"/>
              </a:spcBef>
              <a:spcAft>
                <a:spcPts val="0"/>
              </a:spcAft>
              <a:buClr>
                <a:schemeClr val="dk1"/>
              </a:buClr>
              <a:buSzPts val="1600"/>
              <a:buChar char="•"/>
              <a:defRPr sz="1600"/>
            </a:lvl6pPr>
            <a:lvl7pPr marL="3200400" indent="-330200" algn="l">
              <a:lnSpc>
                <a:spcPct val="100000"/>
              </a:lnSpc>
              <a:spcBef>
                <a:spcPts val="320"/>
              </a:spcBef>
              <a:spcAft>
                <a:spcPts val="0"/>
              </a:spcAft>
              <a:buClr>
                <a:schemeClr val="dk1"/>
              </a:buClr>
              <a:buSzPts val="1600"/>
              <a:buChar char="•"/>
              <a:defRPr sz="1600"/>
            </a:lvl7pPr>
            <a:lvl8pPr marL="3657600" indent="-330200" algn="l">
              <a:lnSpc>
                <a:spcPct val="100000"/>
              </a:lnSpc>
              <a:spcBef>
                <a:spcPts val="320"/>
              </a:spcBef>
              <a:spcAft>
                <a:spcPts val="0"/>
              </a:spcAft>
              <a:buClr>
                <a:schemeClr val="dk1"/>
              </a:buClr>
              <a:buSzPts val="1600"/>
              <a:buChar char="•"/>
              <a:defRPr sz="1600"/>
            </a:lvl8pPr>
            <a:lvl9pPr marL="4114800" indent="-330200" algn="l">
              <a:lnSpc>
                <a:spcPct val="100000"/>
              </a:lnSpc>
              <a:spcBef>
                <a:spcPts val="320"/>
              </a:spcBef>
              <a:spcAft>
                <a:spcPts val="0"/>
              </a:spcAft>
              <a:buClr>
                <a:schemeClr val="dk1"/>
              </a:buClr>
              <a:buSzPts val="1600"/>
              <a:buChar char="•"/>
              <a:defRPr sz="16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BCF58325-F569-4BB2-9070-680C3E96C1FD}"/>
              </a:ext>
            </a:extLst>
          </p:cNvPr>
          <p:cNvSpPr>
            <a:spLocks xmlns:a="http://schemas.openxmlformats.org/drawingml/2006/main" noGrp="1"/>
          </p:cNvSpPr>
          <p:nvPr>
            <p:ph type="body" idx="3"/>
          </p:nvPr>
        </p:nvSpPr>
        <p:spPr>
          <a:xfrm xmlns:a="http://schemas.openxmlformats.org/drawingml/2006/main">
            <a:off x="4645026" y="514350"/>
            <a:ext cx="4041775" cy="77390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Autofit/>
          </a:bodyPr>
          <a:lstStyle xmlns:a="http://schemas.openxmlformats.org/drawingml/2006/main">
            <a:lvl1pPr marL="457200" indent="-228600" algn="l">
              <a:lnSpc>
                <a:spcPct val="100000"/>
              </a:lnSpc>
              <a:spcBef>
                <a:spcPts val="480"/>
              </a:spcBef>
              <a:spcAft>
                <a:spcPts val="0"/>
              </a:spcAft>
              <a:buClr>
                <a:schemeClr val="dk2"/>
              </a:buClr>
              <a:buSzPts val="2400"/>
              <a:buNone/>
              <a:defRPr sz="2400" b="1"/>
            </a:lvl1pPr>
            <a:lvl2pPr marL="914400" indent="-228600" algn="l">
              <a:lnSpc>
                <a:spcPct val="100000"/>
              </a:lnSpc>
              <a:spcBef>
                <a:spcPts val="400"/>
              </a:spcBef>
              <a:spcAft>
                <a:spcPts val="0"/>
              </a:spcAft>
              <a:buClr>
                <a:schemeClr val="dk2"/>
              </a:buClr>
              <a:buSzPts val="2000"/>
              <a:buNone/>
              <a:defRPr sz="2000" b="1"/>
            </a:lvl2pPr>
            <a:lvl3pPr marL="1371600" indent="-228600" algn="l">
              <a:lnSpc>
                <a:spcPct val="100000"/>
              </a:lnSpc>
              <a:spcBef>
                <a:spcPts val="360"/>
              </a:spcBef>
              <a:spcAft>
                <a:spcPts val="0"/>
              </a:spcAft>
              <a:buClr>
                <a:schemeClr val="dk2"/>
              </a:buClr>
              <a:buSzPts val="1800"/>
              <a:buNone/>
              <a:defRPr sz="1800" b="1"/>
            </a:lvl3pPr>
            <a:lvl4pPr marL="1828800" indent="-228600" algn="l">
              <a:lnSpc>
                <a:spcPct val="100000"/>
              </a:lnSpc>
              <a:spcBef>
                <a:spcPts val="320"/>
              </a:spcBef>
              <a:spcAft>
                <a:spcPts val="0"/>
              </a:spcAft>
              <a:buClr>
                <a:schemeClr val="dk2"/>
              </a:buClr>
              <a:buSzPts val="1600"/>
              <a:buNone/>
              <a:defRPr sz="1600" b="1"/>
            </a:lvl4pPr>
            <a:lvl5pPr marL="2286000" indent="-228600" algn="l">
              <a:lnSpc>
                <a:spcPct val="100000"/>
              </a:lnSpc>
              <a:spcBef>
                <a:spcPts val="320"/>
              </a:spcBef>
              <a:spcAft>
                <a:spcPts val="0"/>
              </a:spcAft>
              <a:buClr>
                <a:schemeClr val="dk2"/>
              </a:buClr>
              <a:buSzPts val="1600"/>
              <a:buNone/>
              <a:defRPr sz="1600" b="1"/>
            </a:lvl5pPr>
            <a:lvl6pPr marL="2743200" indent="-228600" algn="l">
              <a:lnSpc>
                <a:spcPct val="100000"/>
              </a:lnSpc>
              <a:spcBef>
                <a:spcPts val="320"/>
              </a:spcBef>
              <a:spcAft>
                <a:spcPts val="0"/>
              </a:spcAft>
              <a:buClr>
                <a:schemeClr val="dk1"/>
              </a:buClr>
              <a:buSzPts val="1600"/>
              <a:buNone/>
              <a:defRPr sz="1600" b="1"/>
            </a:lvl6pPr>
            <a:lvl7pPr marL="3200400" indent="-228600" algn="l">
              <a:lnSpc>
                <a:spcPct val="100000"/>
              </a:lnSpc>
              <a:spcBef>
                <a:spcPts val="320"/>
              </a:spcBef>
              <a:spcAft>
                <a:spcPts val="0"/>
              </a:spcAft>
              <a:buClr>
                <a:schemeClr val="dk1"/>
              </a:buClr>
              <a:buSzPts val="1600"/>
              <a:buNone/>
              <a:defRPr sz="1600" b="1"/>
            </a:lvl7pPr>
            <a:lvl8pPr marL="3657600" indent="-228600" algn="l">
              <a:lnSpc>
                <a:spcPct val="100000"/>
              </a:lnSpc>
              <a:spcBef>
                <a:spcPts val="320"/>
              </a:spcBef>
              <a:spcAft>
                <a:spcPts val="0"/>
              </a:spcAft>
              <a:buClr>
                <a:schemeClr val="dk1"/>
              </a:buClr>
              <a:buSzPts val="1600"/>
              <a:buNone/>
              <a:defRPr sz="1600" b="1"/>
            </a:lvl8pPr>
            <a:lvl9pPr marL="4114800" indent="-228600" algn="l">
              <a:lnSpc>
                <a:spcPct val="100000"/>
              </a:lnSpc>
              <a:spcBef>
                <a:spcPts val="320"/>
              </a:spcBef>
              <a:spcAft>
                <a:spcPts val="0"/>
              </a:spcAft>
              <a:buClr>
                <a:schemeClr val="dk1"/>
              </a:buClr>
              <a:buSzPts val="1600"/>
              <a:buNone/>
              <a:defRPr sz="1600" b="1"/>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471A090D-3F21-4FB3-A839-7EEC9B8C5E89}"/>
              </a:ext>
            </a:extLst>
          </p:cNvPr>
          <p:cNvSpPr>
            <a:spLocks xmlns:a="http://schemas.openxmlformats.org/drawingml/2006/main" noGrp="1"/>
          </p:cNvSpPr>
          <p:nvPr>
            <p:ph type="body" idx="4"/>
          </p:nvPr>
        </p:nvSpPr>
        <p:spPr>
          <a:xfrm xmlns:a="http://schemas.openxmlformats.org/drawingml/2006/main">
            <a:off x="4645026" y="1288255"/>
            <a:ext cx="4041775" cy="29634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381000" algn="l">
              <a:lnSpc>
                <a:spcPct val="100000"/>
              </a:lnSpc>
              <a:spcBef>
                <a:spcPts val="480"/>
              </a:spcBef>
              <a:spcAft>
                <a:spcPts val="0"/>
              </a:spcAft>
              <a:buClr>
                <a:schemeClr val="dk2"/>
              </a:buClr>
              <a:buSzPts val="2400"/>
              <a:buChar char="•"/>
              <a:defRPr sz="2400"/>
            </a:lvl1pPr>
            <a:lvl2pPr marL="914400" indent="-355600" algn="l">
              <a:lnSpc>
                <a:spcPct val="100000"/>
              </a:lnSpc>
              <a:spcBef>
                <a:spcPts val="400"/>
              </a:spcBef>
              <a:spcAft>
                <a:spcPts val="0"/>
              </a:spcAft>
              <a:buClr>
                <a:schemeClr val="dk2"/>
              </a:buClr>
              <a:buSzPts val="2000"/>
              <a:buChar char="–"/>
              <a:defRPr sz="2000"/>
            </a:lvl2pPr>
            <a:lvl3pPr marL="1371600" indent="-342900" algn="l">
              <a:lnSpc>
                <a:spcPct val="100000"/>
              </a:lnSpc>
              <a:spcBef>
                <a:spcPts val="360"/>
              </a:spcBef>
              <a:spcAft>
                <a:spcPts val="0"/>
              </a:spcAft>
              <a:buClr>
                <a:schemeClr val="dk2"/>
              </a:buClr>
              <a:buSzPts val="1800"/>
              <a:buChar char="•"/>
              <a:defRPr sz="1800"/>
            </a:lvl3pPr>
            <a:lvl4pPr marL="1828800" indent="-330200" algn="l">
              <a:lnSpc>
                <a:spcPct val="100000"/>
              </a:lnSpc>
              <a:spcBef>
                <a:spcPts val="320"/>
              </a:spcBef>
              <a:spcAft>
                <a:spcPts val="0"/>
              </a:spcAft>
              <a:buClr>
                <a:schemeClr val="dk2"/>
              </a:buClr>
              <a:buSzPts val="1600"/>
              <a:buChar char="–"/>
              <a:defRPr sz="1600"/>
            </a:lvl4pPr>
            <a:lvl5pPr marL="2286000" indent="-330200" algn="l">
              <a:lnSpc>
                <a:spcPct val="100000"/>
              </a:lnSpc>
              <a:spcBef>
                <a:spcPts val="320"/>
              </a:spcBef>
              <a:spcAft>
                <a:spcPts val="0"/>
              </a:spcAft>
              <a:buClr>
                <a:schemeClr val="dk2"/>
              </a:buClr>
              <a:buSzPts val="1600"/>
              <a:buChar char="»"/>
              <a:defRPr sz="1600"/>
            </a:lvl5pPr>
            <a:lvl6pPr marL="2743200" indent="-330200" algn="l">
              <a:lnSpc>
                <a:spcPct val="100000"/>
              </a:lnSpc>
              <a:spcBef>
                <a:spcPts val="320"/>
              </a:spcBef>
              <a:spcAft>
                <a:spcPts val="0"/>
              </a:spcAft>
              <a:buClr>
                <a:schemeClr val="dk1"/>
              </a:buClr>
              <a:buSzPts val="1600"/>
              <a:buChar char="•"/>
              <a:defRPr sz="1600"/>
            </a:lvl6pPr>
            <a:lvl7pPr marL="3200400" indent="-330200" algn="l">
              <a:lnSpc>
                <a:spcPct val="100000"/>
              </a:lnSpc>
              <a:spcBef>
                <a:spcPts val="320"/>
              </a:spcBef>
              <a:spcAft>
                <a:spcPts val="0"/>
              </a:spcAft>
              <a:buClr>
                <a:schemeClr val="dk1"/>
              </a:buClr>
              <a:buSzPts val="1600"/>
              <a:buChar char="•"/>
              <a:defRPr sz="1600"/>
            </a:lvl7pPr>
            <a:lvl8pPr marL="3657600" indent="-330200" algn="l">
              <a:lnSpc>
                <a:spcPct val="100000"/>
              </a:lnSpc>
              <a:spcBef>
                <a:spcPts val="320"/>
              </a:spcBef>
              <a:spcAft>
                <a:spcPts val="0"/>
              </a:spcAft>
              <a:buClr>
                <a:schemeClr val="dk1"/>
              </a:buClr>
              <a:buSzPts val="1600"/>
              <a:buChar char="•"/>
              <a:defRPr sz="1600"/>
            </a:lvl8pPr>
            <a:lvl9pPr marL="4114800" indent="-330200" algn="l">
              <a:lnSpc>
                <a:spcPct val="100000"/>
              </a:lnSpc>
              <a:spcBef>
                <a:spcPts val="320"/>
              </a:spcBef>
              <a:spcAft>
                <a:spcPts val="0"/>
              </a:spcAft>
              <a:buClr>
                <a:schemeClr val="dk1"/>
              </a:buClr>
              <a:buSzPts val="1600"/>
              <a:buChar char="•"/>
              <a:defRPr sz="1600"/>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74371D8F-0CCC-404B-99F0-BA0973EE7237}"/>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48" name="Google Shape;42;p10"/>
          <p:cNvPicPr>
            <a:picLocks xmlns:a="http://schemas.openxmlformats.org/drawingml/2006/main" noChangeAspect="1"/>
          </p:cNvPicPr>
          <p:nvPr/>
        </p:nvPicPr>
        <p:blipFill rotWithShape="1">
          <a:blip xmlns:r="http://schemas.openxmlformats.org/officeDocument/2006/relationships" xmlns:a="http://schemas.openxmlformats.org/drawingml/2006/main" r:embed="Ra908aad5188a4f84">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7.xml><?xml version="1.0" encoding="utf-8"?>
<p:sldLayout xmlns:p="http://schemas.openxmlformats.org/presentationml/2006/main" matchingName="Title Only" type="titleOnly">
  <p:cSld name="TITLE_ONLY">
    <p:bg>
      <p:bgPr>
        <a:blipFill xmlns:a="http://schemas.openxmlformats.org/drawingml/2006/main">
          <a:blip xmlns:r="http://schemas.openxmlformats.org/officeDocument/2006/relationships" r:embed="Rf833477c345f4242">
            <a:alphaModFix/>
          </a:blip>
          <a:stretch>
            <a:fillRect l="0" t="0" r="0" b="0"/>
          </a:stretch>
        </a:blipFill>
      </p:bgPr>
    </p:bg>
    <p:spTree>
      <p:nvGrpSpPr>
        <p:cNvPr id="1" name=""/>
        <p:cNvGrpSpPr/>
        <p:nvPr/>
      </p:nvGrpSpPr>
      <p:grpSpPr>
        <a:xfrm xmlns:a="http://schemas.openxmlformats.org/drawingml/2006/main"/>
      </p:grpSpPr>
      <p:sp>
        <p:nvSpPr>
          <p:cNvPr id="44" name="Google Shape;44;p11">
            <a:extLst xmlns:a="http://schemas.openxmlformats.org/drawingml/2006/main">
              <a:ext uri="{FF2B5EF4-FFF2-40B4-BE49-F238E27FC236}">
                <a16:creationId xmlns:a16="http://schemas.microsoft.com/office/drawing/2014/main" id="{C72BA869-5F5A-4340-8BFF-955523601914}"/>
              </a:ext>
            </a:extLst>
          </p:cNvPr>
          <p:cNvSpPr>
            <a:spLocks xmlns:a="http://schemas.openxmlformats.org/drawingml/2006/main" noGrp="1"/>
          </p:cNvSpPr>
          <p:nvPr>
            <p:ph type="title" idx="0"/>
          </p:nvPr>
        </p:nvSpPr>
        <p:spPr>
          <a:xfrm xmlns:a="http://schemas.openxmlformats.org/drawingml/2006/main">
            <a:off x="457200" y="514350"/>
            <a:ext cx="8229600" cy="742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45" name="Google Shape;45;p11">
            <a:extLst xmlns:a="http://schemas.openxmlformats.org/drawingml/2006/main">
              <a:ext uri="{FF2B5EF4-FFF2-40B4-BE49-F238E27FC236}">
                <a16:creationId xmlns:a16="http://schemas.microsoft.com/office/drawing/2014/main" id="{DDBE5E72-ED27-4482-BAF2-AD787D74EEBE}"/>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49" name="Google Shape;46;p11"/>
          <p:cNvPicPr>
            <a:picLocks xmlns:a="http://schemas.openxmlformats.org/drawingml/2006/main" noChangeAspect="1"/>
          </p:cNvPicPr>
          <p:nvPr/>
        </p:nvPicPr>
        <p:blipFill rotWithShape="1">
          <a:blip xmlns:r="http://schemas.openxmlformats.org/officeDocument/2006/relationships" xmlns:a="http://schemas.openxmlformats.org/drawingml/2006/main" r:embed="Rd4d32306c922439b">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8.xml><?xml version="1.0" encoding="utf-8"?>
<p:sldLayout xmlns:p="http://schemas.openxmlformats.org/presentationml/2006/main" matchingName="Blank" type="blank">
  <p:cSld name="BLANK">
    <p:bg>
      <p:bgPr>
        <a:blipFill xmlns:a="http://schemas.openxmlformats.org/drawingml/2006/main">
          <a:blip xmlns:r="http://schemas.openxmlformats.org/officeDocument/2006/relationships" r:embed="Rba5dd6184c6340dc">
            <a:alphaModFix/>
          </a:blip>
          <a:stretch>
            <a:fillRect l="0" t="0" r="0" b="0"/>
          </a:stretch>
        </a:blipFill>
      </p:bgPr>
    </p:bg>
    <p:spTree>
      <p:nvGrpSpPr>
        <p:cNvPr id="1" name=""/>
        <p:cNvGrpSpPr/>
        <p:nvPr/>
      </p:nvGrpSpPr>
      <p:grpSpPr>
        <a:xfrm xmlns:a="http://schemas.openxmlformats.org/drawingml/2006/main"/>
      </p:grpSpPr>
      <p:sp>
        <p:nvSpPr>
          <p:cNvPr id="48" name="Google Shape;48;p12">
            <a:extLst xmlns:a="http://schemas.openxmlformats.org/drawingml/2006/main">
              <a:ext uri="{FF2B5EF4-FFF2-40B4-BE49-F238E27FC236}">
                <a16:creationId xmlns:a16="http://schemas.microsoft.com/office/drawing/2014/main" id="{67B86C1F-4CDF-4B46-979E-6AAE21529B98}"/>
              </a:ext>
            </a:extLst>
          </p:cNvPr>
          <p:cNvSpPr>
            <a:spLocks xmlns:a="http://schemas.openxmlformats.org/drawingml/2006/main" noGrp="1"/>
          </p:cNvSpPr>
          <p:nvPr>
            <p:ph type="sldNum" idx="12"/>
          </p:nvPr>
        </p:nvSpPr>
        <p:spPr>
          <a:xfrm xmlns:a="http://schemas.openxmlformats.org/drawingml/2006/main">
            <a:off x="32766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51" name="Google Shape;49;p12"/>
          <p:cNvPicPr>
            <a:picLocks xmlns:a="http://schemas.openxmlformats.org/drawingml/2006/main" noChangeAspect="1"/>
          </p:cNvPicPr>
          <p:nvPr/>
        </p:nvPicPr>
        <p:blipFill rotWithShape="1">
          <a:blip xmlns:r="http://schemas.openxmlformats.org/officeDocument/2006/relationships" xmlns:a="http://schemas.openxmlformats.org/drawingml/2006/main" r:embed="R3972cf07133149cb">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9.xml><?xml version="1.0" encoding="utf-8"?>
<p:sldLayout xmlns:p="http://schemas.openxmlformats.org/presentationml/2006/main" matchingName="Content with Caption" type="objTx">
  <p:cSld name="OBJECT_WITH_CAPTION_TEXT">
    <p:bg>
      <p:bgPr>
        <a:blipFill xmlns:a="http://schemas.openxmlformats.org/drawingml/2006/main">
          <a:blip xmlns:r="http://schemas.openxmlformats.org/officeDocument/2006/relationships" r:embed="R619c1cad232d4230">
            <a:alphaModFix/>
          </a:blip>
          <a:stretch>
            <a:fillRect l="0" t="0" r="0" b="0"/>
          </a:stretch>
        </a:blipFill>
      </p:bgPr>
    </p:bg>
    <p:spTree>
      <p:nvGrpSpPr>
        <p:cNvPr id="1" name=""/>
        <p:cNvGrpSpPr/>
        <p:nvPr/>
      </p:nvGrpSpPr>
      <p:grpSpPr>
        <a:xfrm xmlns:a="http://schemas.openxmlformats.org/drawingml/2006/main"/>
      </p:grpSpPr>
      <p:sp>
        <p:nvSpPr>
          <p:cNvPr id="51" name="Google Shape;51;p13">
            <a:extLst xmlns:a="http://schemas.openxmlformats.org/drawingml/2006/main">
              <a:ext uri="{FF2B5EF4-FFF2-40B4-BE49-F238E27FC236}">
                <a16:creationId xmlns:a16="http://schemas.microsoft.com/office/drawing/2014/main" id="{2A2D6E6E-4EDD-46AA-BC3B-FF5AEA5806E7}"/>
              </a:ext>
            </a:extLst>
          </p:cNvPr>
          <p:cNvSpPr>
            <a:spLocks xmlns:a="http://schemas.openxmlformats.org/drawingml/2006/main" noGrp="1"/>
          </p:cNvSpPr>
          <p:nvPr>
            <p:ph type="title" idx="0"/>
          </p:nvPr>
        </p:nvSpPr>
        <p:spPr>
          <a:xfrm xmlns:a="http://schemas.openxmlformats.org/drawingml/2006/main">
            <a:off x="457201" y="438150"/>
            <a:ext cx="3008313" cy="8715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Autofit/>
          </a:bodyPr>
          <a:lstStyle xmlns:a="http://schemas.openxmlformats.org/drawingml/2006/main">
            <a:lvl1pPr algn="l">
              <a:lnSpc>
                <a:spcPct val="100000"/>
              </a:lnSpc>
              <a:spcBef>
                <a:spcPts val="0"/>
              </a:spcBef>
              <a:spcAft>
                <a:spcPts val="0"/>
              </a:spcAft>
              <a:buSzPts val="1400"/>
              <a:buNone/>
              <a:defRPr sz="2000" b="1">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52" name="Google Shape;52;p13">
            <a:extLst xmlns:a="http://schemas.openxmlformats.org/drawingml/2006/main">
              <a:ext uri="{FF2B5EF4-FFF2-40B4-BE49-F238E27FC236}">
                <a16:creationId xmlns:a16="http://schemas.microsoft.com/office/drawing/2014/main" id="{2F07ADC9-0E3A-40F2-B18F-BF95BAF4D5D2}"/>
              </a:ext>
            </a:extLst>
          </p:cNvPr>
          <p:cNvSpPr>
            <a:spLocks xmlns:a="http://schemas.openxmlformats.org/drawingml/2006/main" noGrp="1"/>
          </p:cNvSpPr>
          <p:nvPr>
            <p:ph type="body" idx="1"/>
          </p:nvPr>
        </p:nvSpPr>
        <p:spPr>
          <a:xfrm xmlns:a="http://schemas.openxmlformats.org/drawingml/2006/main">
            <a:off x="3575050" y="438151"/>
            <a:ext cx="511175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431800" algn="l">
              <a:lnSpc>
                <a:spcPct val="100000"/>
              </a:lnSpc>
              <a:spcBef>
                <a:spcPts val="640"/>
              </a:spcBef>
              <a:spcAft>
                <a:spcPts val="0"/>
              </a:spcAft>
              <a:buClr>
                <a:schemeClr val="dk2"/>
              </a:buClr>
              <a:buSzPts val="3200"/>
              <a:buChar char="•"/>
              <a:defRPr sz="3200"/>
            </a:lvl1pPr>
            <a:lvl2pPr marL="914400" indent="-406400" algn="l">
              <a:lnSpc>
                <a:spcPct val="100000"/>
              </a:lnSpc>
              <a:spcBef>
                <a:spcPts val="560"/>
              </a:spcBef>
              <a:spcAft>
                <a:spcPts val="0"/>
              </a:spcAft>
              <a:buClr>
                <a:schemeClr val="dk2"/>
              </a:buClr>
              <a:buSzPts val="2800"/>
              <a:buChar char="–"/>
              <a:defRPr sz="2800"/>
            </a:lvl2pPr>
            <a:lvl3pPr marL="1371600" indent="-381000" algn="l">
              <a:lnSpc>
                <a:spcPct val="100000"/>
              </a:lnSpc>
              <a:spcBef>
                <a:spcPts val="480"/>
              </a:spcBef>
              <a:spcAft>
                <a:spcPts val="0"/>
              </a:spcAft>
              <a:buClr>
                <a:schemeClr val="dk2"/>
              </a:buClr>
              <a:buSzPts val="2400"/>
              <a:buChar char="•"/>
              <a:defRPr sz="2400"/>
            </a:lvl3pPr>
            <a:lvl4pPr marL="1828800" indent="-355600" algn="l">
              <a:lnSpc>
                <a:spcPct val="100000"/>
              </a:lnSpc>
              <a:spcBef>
                <a:spcPts val="400"/>
              </a:spcBef>
              <a:spcAft>
                <a:spcPts val="0"/>
              </a:spcAft>
              <a:buClr>
                <a:schemeClr val="dk2"/>
              </a:buClr>
              <a:buSzPts val="2000"/>
              <a:buChar char="–"/>
              <a:defRPr sz="2000"/>
            </a:lvl4pPr>
            <a:lvl5pPr marL="2286000" indent="-355600" algn="l">
              <a:lnSpc>
                <a:spcPct val="100000"/>
              </a:lnSpc>
              <a:spcBef>
                <a:spcPts val="400"/>
              </a:spcBef>
              <a:spcAft>
                <a:spcPts val="0"/>
              </a:spcAft>
              <a:buClr>
                <a:schemeClr val="dk2"/>
              </a:buClr>
              <a:buSzPts val="2000"/>
              <a:buChar char="»"/>
              <a:defRPr sz="2000"/>
            </a:lvl5pPr>
            <a:lvl6pPr marL="2743200" indent="-355600" algn="l">
              <a:lnSpc>
                <a:spcPct val="100000"/>
              </a:lnSpc>
              <a:spcBef>
                <a:spcPts val="400"/>
              </a:spcBef>
              <a:spcAft>
                <a:spcPts val="0"/>
              </a:spcAft>
              <a:buClr>
                <a:schemeClr val="dk1"/>
              </a:buClr>
              <a:buSzPts val="2000"/>
              <a:buChar char="•"/>
              <a:defRPr sz="2000"/>
            </a:lvl6pPr>
            <a:lvl7pPr marL="3200400" indent="-355600" algn="l">
              <a:lnSpc>
                <a:spcPct val="100000"/>
              </a:lnSpc>
              <a:spcBef>
                <a:spcPts val="400"/>
              </a:spcBef>
              <a:spcAft>
                <a:spcPts val="0"/>
              </a:spcAft>
              <a:buClr>
                <a:schemeClr val="dk1"/>
              </a:buClr>
              <a:buSzPts val="2000"/>
              <a:buChar char="•"/>
              <a:defRPr sz="2000"/>
            </a:lvl7pPr>
            <a:lvl8pPr marL="3657600" indent="-355600" algn="l">
              <a:lnSpc>
                <a:spcPct val="100000"/>
              </a:lnSpc>
              <a:spcBef>
                <a:spcPts val="400"/>
              </a:spcBef>
              <a:spcAft>
                <a:spcPts val="0"/>
              </a:spcAft>
              <a:buClr>
                <a:schemeClr val="dk1"/>
              </a:buClr>
              <a:buSzPts val="2000"/>
              <a:buChar char="•"/>
              <a:defRPr sz="2000"/>
            </a:lvl8pPr>
            <a:lvl9pPr marL="4114800" indent="-355600" algn="l">
              <a:lnSpc>
                <a:spcPct val="100000"/>
              </a:lnSpc>
              <a:spcBef>
                <a:spcPts val="400"/>
              </a:spcBef>
              <a:spcAft>
                <a:spcPts val="0"/>
              </a:spcAft>
              <a:buClr>
                <a:schemeClr val="dk1"/>
              </a:buClr>
              <a:buSzPts val="2000"/>
              <a:buChar char="•"/>
              <a:defRPr sz="2000"/>
            </a:lvl9pPr>
          </a:lstStyle>
          <a:p xmlns:a="http://schemas.openxmlformats.org/drawingml/2006/main"/>
        </p:txBody>
      </p:sp>
      <p:sp>
        <p:nvSpPr>
          <p:cNvPr id="53" name="Google Shape;53;p13">
            <a:extLst xmlns:a="http://schemas.openxmlformats.org/drawingml/2006/main">
              <a:ext uri="{FF2B5EF4-FFF2-40B4-BE49-F238E27FC236}">
                <a16:creationId xmlns:a16="http://schemas.microsoft.com/office/drawing/2014/main" id="{DAA04ECC-D61D-496C-9912-DDA30C3F9DF6}"/>
              </a:ext>
            </a:extLst>
          </p:cNvPr>
          <p:cNvSpPr>
            <a:spLocks xmlns:a="http://schemas.openxmlformats.org/drawingml/2006/main" noGrp="1"/>
          </p:cNvSpPr>
          <p:nvPr>
            <p:ph type="body" idx="2"/>
          </p:nvPr>
        </p:nvSpPr>
        <p:spPr>
          <a:xfrm xmlns:a="http://schemas.openxmlformats.org/drawingml/2006/main">
            <a:off x="457201" y="1428750"/>
            <a:ext cx="3008313" cy="26670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228600" algn="l">
              <a:lnSpc>
                <a:spcPct val="100000"/>
              </a:lnSpc>
              <a:spcBef>
                <a:spcPts val="280"/>
              </a:spcBef>
              <a:spcAft>
                <a:spcPts val="0"/>
              </a:spcAft>
              <a:buClr>
                <a:srgbClr val="006096"/>
              </a:buClr>
              <a:buSzPts val="1400"/>
              <a:buNone/>
              <a:defRPr sz="1400">
                <a:solidFill>
                  <a:srgbClr val="006096"/>
                </a:solidFill>
              </a:defRPr>
            </a:lvl1pPr>
            <a:lvl2pPr marL="914400" indent="-228600" algn="l">
              <a:lnSpc>
                <a:spcPct val="100000"/>
              </a:lnSpc>
              <a:spcBef>
                <a:spcPts val="240"/>
              </a:spcBef>
              <a:spcAft>
                <a:spcPts val="0"/>
              </a:spcAft>
              <a:buClr>
                <a:schemeClr val="dk2"/>
              </a:buClr>
              <a:buSzPts val="1200"/>
              <a:buNone/>
              <a:defRPr sz="1200"/>
            </a:lvl2pPr>
            <a:lvl3pPr marL="1371600" indent="-228600" algn="l">
              <a:lnSpc>
                <a:spcPct val="100000"/>
              </a:lnSpc>
              <a:spcBef>
                <a:spcPts val="200"/>
              </a:spcBef>
              <a:spcAft>
                <a:spcPts val="0"/>
              </a:spcAft>
              <a:buClr>
                <a:schemeClr val="dk2"/>
              </a:buClr>
              <a:buSzPts val="1000"/>
              <a:buNone/>
              <a:defRPr sz="1000"/>
            </a:lvl3pPr>
            <a:lvl4pPr marL="1828800" indent="-228600" algn="l">
              <a:lnSpc>
                <a:spcPct val="100000"/>
              </a:lnSpc>
              <a:spcBef>
                <a:spcPts val="180"/>
              </a:spcBef>
              <a:spcAft>
                <a:spcPts val="0"/>
              </a:spcAft>
              <a:buClr>
                <a:schemeClr val="dk2"/>
              </a:buClr>
              <a:buSzPts val="900"/>
              <a:buNone/>
              <a:defRPr sz="900"/>
            </a:lvl4pPr>
            <a:lvl5pPr marL="2286000" indent="-228600" algn="l">
              <a:lnSpc>
                <a:spcPct val="100000"/>
              </a:lnSpc>
              <a:spcBef>
                <a:spcPts val="180"/>
              </a:spcBef>
              <a:spcAft>
                <a:spcPts val="0"/>
              </a:spcAft>
              <a:buClr>
                <a:schemeClr val="dk2"/>
              </a:buClr>
              <a:buSzPts val="900"/>
              <a:buNone/>
              <a:defRPr sz="900"/>
            </a:lvl5pPr>
            <a:lvl6pPr marL="2743200" indent="-228600" algn="l">
              <a:lnSpc>
                <a:spcPct val="100000"/>
              </a:lnSpc>
              <a:spcBef>
                <a:spcPts val="180"/>
              </a:spcBef>
              <a:spcAft>
                <a:spcPts val="0"/>
              </a:spcAft>
              <a:buClr>
                <a:schemeClr val="dk1"/>
              </a:buClr>
              <a:buSzPts val="900"/>
              <a:buNone/>
              <a:defRPr sz="900"/>
            </a:lvl6pPr>
            <a:lvl7pPr marL="3200400" indent="-228600" algn="l">
              <a:lnSpc>
                <a:spcPct val="100000"/>
              </a:lnSpc>
              <a:spcBef>
                <a:spcPts val="180"/>
              </a:spcBef>
              <a:spcAft>
                <a:spcPts val="0"/>
              </a:spcAft>
              <a:buClr>
                <a:schemeClr val="dk1"/>
              </a:buClr>
              <a:buSzPts val="900"/>
              <a:buNone/>
              <a:defRPr sz="900"/>
            </a:lvl7pPr>
            <a:lvl8pPr marL="3657600" indent="-228600" algn="l">
              <a:lnSpc>
                <a:spcPct val="100000"/>
              </a:lnSpc>
              <a:spcBef>
                <a:spcPts val="180"/>
              </a:spcBef>
              <a:spcAft>
                <a:spcPts val="0"/>
              </a:spcAft>
              <a:buClr>
                <a:schemeClr val="dk1"/>
              </a:buClr>
              <a:buSzPts val="900"/>
              <a:buNone/>
              <a:defRPr sz="900"/>
            </a:lvl8pPr>
            <a:lvl9pPr marL="4114800" indent="-228600" algn="l">
              <a:lnSpc>
                <a:spcPct val="100000"/>
              </a:lnSpc>
              <a:spcBef>
                <a:spcPts val="180"/>
              </a:spcBef>
              <a:spcAft>
                <a:spcPts val="0"/>
              </a:spcAft>
              <a:buClr>
                <a:schemeClr val="dk1"/>
              </a:buClr>
              <a:buSzPts val="900"/>
              <a:buNone/>
              <a:defRPr sz="900"/>
            </a:lvl9pPr>
          </a:lstStyle>
          <a:p xmlns:a="http://schemas.openxmlformats.org/drawingml/2006/main"/>
        </p:txBody>
      </p:sp>
      <p:sp>
        <p:nvSpPr>
          <p:cNvPr id="54" name="Google Shape;54;p13">
            <a:extLst xmlns:a="http://schemas.openxmlformats.org/drawingml/2006/main">
              <a:ext uri="{FF2B5EF4-FFF2-40B4-BE49-F238E27FC236}">
                <a16:creationId xmlns:a16="http://schemas.microsoft.com/office/drawing/2014/main" id="{3FF89AA4-6F42-4B35-B555-5FD3165C0DF0}"/>
              </a:ext>
            </a:extLst>
          </p:cNvPr>
          <p:cNvSpPr>
            <a:spLocks xmlns:a="http://schemas.openxmlformats.org/drawingml/2006/main" noGrp="1"/>
          </p:cNvSpPr>
          <p:nvPr>
            <p:ph type="sldNum" idx="12"/>
          </p:nvPr>
        </p:nvSpPr>
        <p:spPr>
          <a:xfrm xmlns:a="http://schemas.openxmlformats.org/drawingml/2006/main">
            <a:off x="3563998"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60" name="Google Shape;55;p13"/>
          <p:cNvPicPr>
            <a:picLocks xmlns:a="http://schemas.openxmlformats.org/drawingml/2006/main" noChangeAspect="1"/>
          </p:cNvPicPr>
          <p:nvPr/>
        </p:nvPicPr>
        <p:blipFill rotWithShape="1">
          <a:blip xmlns:r="http://schemas.openxmlformats.org/officeDocument/2006/relationships" xmlns:a="http://schemas.openxmlformats.org/drawingml/2006/main" r:embed="R95db64daa1e546d7">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10.xml><?xml version="1.0" encoding="utf-8"?>
<p:sldLayout xmlns:p="http://schemas.openxmlformats.org/presentationml/2006/main" matchingName="Picture with Caption" type="picTx">
  <p:cSld name="PICTURE_WITH_CAPTION_TEXT">
    <p:bg>
      <p:bgPr>
        <a:blipFill xmlns:a="http://schemas.openxmlformats.org/drawingml/2006/main">
          <a:blip xmlns:r="http://schemas.openxmlformats.org/officeDocument/2006/relationships" r:embed="Rdd2def300b5e4869">
            <a:alphaModFix/>
          </a:blip>
          <a:stretch>
            <a:fillRect l="0" t="0" r="0" b="0"/>
          </a:stretch>
        </a:blipFill>
      </p:bgPr>
    </p:bg>
    <p:spTree>
      <p:nvGrpSpPr>
        <p:cNvPr id="1" name=""/>
        <p:cNvGrpSpPr/>
        <p:nvPr/>
      </p:nvGrpSpPr>
      <p:grpSpPr>
        <a:xfrm xmlns:a="http://schemas.openxmlformats.org/drawingml/2006/main"/>
      </p:grpSpPr>
      <p:sp>
        <p:nvSpPr>
          <p:cNvPr id="57" name="Google Shape;57;p14">
            <a:extLst xmlns:a="http://schemas.openxmlformats.org/drawingml/2006/main">
              <a:ext uri="{FF2B5EF4-FFF2-40B4-BE49-F238E27FC236}">
                <a16:creationId xmlns:a16="http://schemas.microsoft.com/office/drawing/2014/main" id="{CF7C9820-D33E-447C-83DE-C1EA0A05BF55}"/>
              </a:ext>
            </a:extLst>
          </p:cNvPr>
          <p:cNvSpPr>
            <a:spLocks xmlns:a="http://schemas.openxmlformats.org/drawingml/2006/main" noGrp="1"/>
          </p:cNvSpPr>
          <p:nvPr>
            <p:ph type="title" idx="0"/>
          </p:nvPr>
        </p:nvSpPr>
        <p:spPr>
          <a:xfrm xmlns:a="http://schemas.openxmlformats.org/drawingml/2006/main">
            <a:off x="6096000" y="459580"/>
            <a:ext cx="2514600" cy="66436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Autofit/>
          </a:bodyPr>
          <a:lstStyle xmlns:a="http://schemas.openxmlformats.org/drawingml/2006/main">
            <a:lvl1pPr algn="l">
              <a:lnSpc>
                <a:spcPct val="100000"/>
              </a:lnSpc>
              <a:spcBef>
                <a:spcPts val="0"/>
              </a:spcBef>
              <a:spcAft>
                <a:spcPts val="0"/>
              </a:spcAft>
              <a:buSzPts val="1400"/>
              <a:buNone/>
              <a:defRPr sz="2000" b="1">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58" name="Google Shape;58;p14">
            <a:extLst xmlns:a="http://schemas.openxmlformats.org/drawingml/2006/main">
              <a:ext uri="{FF2B5EF4-FFF2-40B4-BE49-F238E27FC236}">
                <a16:creationId xmlns:a16="http://schemas.microsoft.com/office/drawing/2014/main" id="{1E1CD35B-791E-4E68-B758-53F1062D112F}"/>
              </a:ext>
            </a:extLst>
          </p:cNvPr>
          <p:cNvSpPr>
            <a:spLocks xmlns:a="http://schemas.openxmlformats.org/drawingml/2006/main" noGrp="1"/>
          </p:cNvSpPr>
          <p:nvPr>
            <p:ph type="pic" idx="2"/>
          </p:nvPr>
        </p:nvSpPr>
        <p:spPr>
          <a:xfrm xmlns:a="http://schemas.openxmlformats.org/drawingml/2006/main">
            <a:off x="457200" y="459580"/>
            <a:ext cx="5486400" cy="3636169"/>
          </a:xfrm>
          <a:prstGeom xmlns:a="http://schemas.openxmlformats.org/drawingml/2006/main" prst="rect">
            <a:avLst/>
          </a:prstGeom>
          <a:noFill xmlns:a="http://schemas.openxmlformats.org/drawingml/2006/main"/>
          <a:ln xmlns:a="http://schemas.openxmlformats.org/drawingml/2006/main">
            <a:noFill/>
          </a:ln>
        </p:spPr>
      </p:sp>
      <p:sp>
        <p:nvSpPr>
          <p:cNvPr id="59" name="Google Shape;59;p14">
            <a:extLst xmlns:a="http://schemas.openxmlformats.org/drawingml/2006/main">
              <a:ext uri="{FF2B5EF4-FFF2-40B4-BE49-F238E27FC236}">
                <a16:creationId xmlns:a16="http://schemas.microsoft.com/office/drawing/2014/main" id="{E7FE0A16-DCC9-4873-8B41-8DAE163200E2}"/>
              </a:ext>
            </a:extLst>
          </p:cNvPr>
          <p:cNvSpPr>
            <a:spLocks xmlns:a="http://schemas.openxmlformats.org/drawingml/2006/main" noGrp="1"/>
          </p:cNvSpPr>
          <p:nvPr>
            <p:ph type="body" idx="1"/>
          </p:nvPr>
        </p:nvSpPr>
        <p:spPr>
          <a:xfrm xmlns:a="http://schemas.openxmlformats.org/drawingml/2006/main">
            <a:off x="6096000" y="1200150"/>
            <a:ext cx="2514600" cy="60364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228600" algn="l">
              <a:lnSpc>
                <a:spcPct val="100000"/>
              </a:lnSpc>
              <a:spcBef>
                <a:spcPts val="280"/>
              </a:spcBef>
              <a:spcAft>
                <a:spcPts val="0"/>
              </a:spcAft>
              <a:buClr>
                <a:schemeClr val="dk2"/>
              </a:buClr>
              <a:buSzPts val="1400"/>
              <a:buNone/>
              <a:defRPr sz="1400"/>
            </a:lvl1pPr>
            <a:lvl2pPr marL="914400" indent="-228600" algn="l">
              <a:lnSpc>
                <a:spcPct val="100000"/>
              </a:lnSpc>
              <a:spcBef>
                <a:spcPts val="240"/>
              </a:spcBef>
              <a:spcAft>
                <a:spcPts val="0"/>
              </a:spcAft>
              <a:buClr>
                <a:schemeClr val="dk2"/>
              </a:buClr>
              <a:buSzPts val="1200"/>
              <a:buNone/>
              <a:defRPr sz="1200"/>
            </a:lvl2pPr>
            <a:lvl3pPr marL="1371600" indent="-228600" algn="l">
              <a:lnSpc>
                <a:spcPct val="100000"/>
              </a:lnSpc>
              <a:spcBef>
                <a:spcPts val="200"/>
              </a:spcBef>
              <a:spcAft>
                <a:spcPts val="0"/>
              </a:spcAft>
              <a:buClr>
                <a:schemeClr val="dk2"/>
              </a:buClr>
              <a:buSzPts val="1000"/>
              <a:buNone/>
              <a:defRPr sz="1000"/>
            </a:lvl3pPr>
            <a:lvl4pPr marL="1828800" indent="-228600" algn="l">
              <a:lnSpc>
                <a:spcPct val="100000"/>
              </a:lnSpc>
              <a:spcBef>
                <a:spcPts val="180"/>
              </a:spcBef>
              <a:spcAft>
                <a:spcPts val="0"/>
              </a:spcAft>
              <a:buClr>
                <a:schemeClr val="dk2"/>
              </a:buClr>
              <a:buSzPts val="900"/>
              <a:buNone/>
              <a:defRPr sz="900"/>
            </a:lvl4pPr>
            <a:lvl5pPr marL="2286000" indent="-228600" algn="l">
              <a:lnSpc>
                <a:spcPct val="100000"/>
              </a:lnSpc>
              <a:spcBef>
                <a:spcPts val="180"/>
              </a:spcBef>
              <a:spcAft>
                <a:spcPts val="0"/>
              </a:spcAft>
              <a:buClr>
                <a:schemeClr val="dk2"/>
              </a:buClr>
              <a:buSzPts val="900"/>
              <a:buNone/>
              <a:defRPr sz="900"/>
            </a:lvl5pPr>
            <a:lvl6pPr marL="2743200" indent="-228600" algn="l">
              <a:lnSpc>
                <a:spcPct val="100000"/>
              </a:lnSpc>
              <a:spcBef>
                <a:spcPts val="180"/>
              </a:spcBef>
              <a:spcAft>
                <a:spcPts val="0"/>
              </a:spcAft>
              <a:buClr>
                <a:schemeClr val="dk1"/>
              </a:buClr>
              <a:buSzPts val="900"/>
              <a:buNone/>
              <a:defRPr sz="900"/>
            </a:lvl6pPr>
            <a:lvl7pPr marL="3200400" indent="-228600" algn="l">
              <a:lnSpc>
                <a:spcPct val="100000"/>
              </a:lnSpc>
              <a:spcBef>
                <a:spcPts val="180"/>
              </a:spcBef>
              <a:spcAft>
                <a:spcPts val="0"/>
              </a:spcAft>
              <a:buClr>
                <a:schemeClr val="dk1"/>
              </a:buClr>
              <a:buSzPts val="900"/>
              <a:buNone/>
              <a:defRPr sz="900"/>
            </a:lvl7pPr>
            <a:lvl8pPr marL="3657600" indent="-228600" algn="l">
              <a:lnSpc>
                <a:spcPct val="100000"/>
              </a:lnSpc>
              <a:spcBef>
                <a:spcPts val="180"/>
              </a:spcBef>
              <a:spcAft>
                <a:spcPts val="0"/>
              </a:spcAft>
              <a:buClr>
                <a:schemeClr val="dk1"/>
              </a:buClr>
              <a:buSzPts val="900"/>
              <a:buNone/>
              <a:defRPr sz="900"/>
            </a:lvl8pPr>
            <a:lvl9pPr marL="4114800" indent="-228600" algn="l">
              <a:lnSpc>
                <a:spcPct val="100000"/>
              </a:lnSpc>
              <a:spcBef>
                <a:spcPts val="180"/>
              </a:spcBef>
              <a:spcAft>
                <a:spcPts val="0"/>
              </a:spcAft>
              <a:buClr>
                <a:schemeClr val="dk1"/>
              </a:buClr>
              <a:buSzPts val="900"/>
              <a:buNone/>
              <a:defRPr sz="900"/>
            </a:lvl9pPr>
          </a:lstStyle>
          <a:p xmlns:a="http://schemas.openxmlformats.org/drawingml/2006/main"/>
        </p:txBody>
      </p:sp>
      <p:sp>
        <p:nvSpPr>
          <p:cNvPr id="60" name="Google Shape;60;p14">
            <a:extLst xmlns:a="http://schemas.openxmlformats.org/drawingml/2006/main">
              <a:ext uri="{FF2B5EF4-FFF2-40B4-BE49-F238E27FC236}">
                <a16:creationId xmlns:a16="http://schemas.microsoft.com/office/drawing/2014/main" id="{BB41893C-B038-422B-9D08-44FB58DB226F}"/>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66" name="Google Shape;61;p14"/>
          <p:cNvPicPr>
            <a:picLocks xmlns:a="http://schemas.openxmlformats.org/drawingml/2006/main" noChangeAspect="1"/>
          </p:cNvPicPr>
          <p:nvPr/>
        </p:nvPicPr>
        <p:blipFill rotWithShape="1">
          <a:blip xmlns:r="http://schemas.openxmlformats.org/officeDocument/2006/relationships" xmlns:a="http://schemas.openxmlformats.org/drawingml/2006/main" r:embed="R57d0bfbded3b4970">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11.xml><?xml version="1.0" encoding="utf-8"?>
<p:sldLayout xmlns:p="http://schemas.openxmlformats.org/presentationml/2006/main" matchingName="Title and Vertical Text" type="vertTx">
  <p:cSld name="VERTICAL_TEXT">
    <p:bg>
      <p:bgPr>
        <a:blipFill xmlns:a="http://schemas.openxmlformats.org/drawingml/2006/main">
          <a:blip xmlns:r="http://schemas.openxmlformats.org/officeDocument/2006/relationships" r:embed="Re4f8bda4b857402d">
            <a:alphaModFix/>
          </a:blip>
          <a:stretch>
            <a:fillRect l="0" t="0" r="0" b="0"/>
          </a:stretch>
        </a:blipFill>
      </p:bgPr>
    </p:bg>
    <p:spTree>
      <p:nvGrpSpPr>
        <p:cNvPr id="1" name=""/>
        <p:cNvGrpSpPr/>
        <p:nvPr/>
      </p:nvGrpSpPr>
      <p:grpSpPr>
        <a:xfrm xmlns:a="http://schemas.openxmlformats.org/drawingml/2006/main"/>
      </p:grpSpPr>
      <p:sp>
        <p:nvSpPr>
          <p:cNvPr id="63" name="Google Shape;63;p15">
            <a:extLst xmlns:a="http://schemas.openxmlformats.org/drawingml/2006/main">
              <a:ext uri="{FF2B5EF4-FFF2-40B4-BE49-F238E27FC236}">
                <a16:creationId xmlns:a16="http://schemas.microsoft.com/office/drawing/2014/main" id="{685E8DEF-7480-49FD-AC15-32F9C6A90691}"/>
              </a:ext>
            </a:extLst>
          </p:cNvPr>
          <p:cNvSpPr>
            <a:spLocks xmlns:a="http://schemas.openxmlformats.org/drawingml/2006/main" noGrp="1"/>
          </p:cNvSpPr>
          <p:nvPr>
            <p:ph type="title" idx="0"/>
          </p:nvPr>
        </p:nvSpPr>
        <p:spPr>
          <a:xfrm xmlns:a="http://schemas.openxmlformats.org/drawingml/2006/main">
            <a:off x="457200" y="476250"/>
            <a:ext cx="8229600" cy="742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64" name="Google Shape;64;p15">
            <a:extLst xmlns:a="http://schemas.openxmlformats.org/drawingml/2006/main">
              <a:ext uri="{FF2B5EF4-FFF2-40B4-BE49-F238E27FC236}">
                <a16:creationId xmlns:a16="http://schemas.microsoft.com/office/drawing/2014/main" id="{257AC52E-7BE7-4427-B9E5-920F32576641}"/>
              </a:ext>
            </a:extLst>
          </p:cNvPr>
          <p:cNvSpPr>
            <a:spLocks xmlns:a="http://schemas.openxmlformats.org/drawingml/2006/main" noGrp="1"/>
          </p:cNvSpPr>
          <p:nvPr>
            <p:ph type="body" idx="1"/>
          </p:nvPr>
        </p:nvSpPr>
        <p:spPr>
          <a:xfrm xmlns:a="http://schemas.openxmlformats.org/drawingml/2006/main" rot="5400000">
            <a:off x="3246438" y="-1284287"/>
            <a:ext cx="2651125" cy="822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342900" algn="l">
              <a:lnSpc>
                <a:spcPct val="100000"/>
              </a:lnSpc>
              <a:spcBef>
                <a:spcPts val="360"/>
              </a:spcBef>
              <a:spcAft>
                <a:spcPts val="0"/>
              </a:spcAft>
              <a:buClr>
                <a:schemeClr val="dk2"/>
              </a:buClr>
              <a:buSzPts val="1800"/>
              <a:buChar char="•"/>
              <a:defRPr/>
            </a:lvl1pPr>
            <a:lvl2pPr marL="914400" indent="-342900" algn="l">
              <a:lnSpc>
                <a:spcPct val="100000"/>
              </a:lnSpc>
              <a:spcBef>
                <a:spcPts val="360"/>
              </a:spcBef>
              <a:spcAft>
                <a:spcPts val="0"/>
              </a:spcAft>
              <a:buClr>
                <a:schemeClr val="dk2"/>
              </a:buClr>
              <a:buSzPts val="1800"/>
              <a:buChar char="–"/>
              <a:defRPr/>
            </a:lvl2pPr>
            <a:lvl3pPr marL="1371600" indent="-342900" algn="l">
              <a:lnSpc>
                <a:spcPct val="100000"/>
              </a:lnSpc>
              <a:spcBef>
                <a:spcPts val="360"/>
              </a:spcBef>
              <a:spcAft>
                <a:spcPts val="0"/>
              </a:spcAft>
              <a:buClr>
                <a:schemeClr val="dk2"/>
              </a:buClr>
              <a:buSzPts val="1800"/>
              <a:buChar char="•"/>
              <a:defRPr/>
            </a:lvl3pPr>
            <a:lvl4pPr marL="1828800" indent="-342900" algn="l">
              <a:lnSpc>
                <a:spcPct val="100000"/>
              </a:lnSpc>
              <a:spcBef>
                <a:spcPts val="360"/>
              </a:spcBef>
              <a:spcAft>
                <a:spcPts val="0"/>
              </a:spcAft>
              <a:buClr>
                <a:schemeClr val="dk2"/>
              </a:buClr>
              <a:buSzPts val="1800"/>
              <a:buChar char="–"/>
              <a:defRPr/>
            </a:lvl4pPr>
            <a:lvl5pPr marL="2286000" indent="-342900" algn="l">
              <a:lnSpc>
                <a:spcPct val="100000"/>
              </a:lnSpc>
              <a:spcBef>
                <a:spcPts val="360"/>
              </a:spcBef>
              <a:spcAft>
                <a:spcPts val="0"/>
              </a:spcAft>
              <a:buClr>
                <a:schemeClr val="dk2"/>
              </a:buClr>
              <a:buSzPts val="1800"/>
              <a:buChar char="»"/>
              <a:defRPr/>
            </a:lvl5pPr>
            <a:lvl6pPr marL="2743200" indent="-342900" algn="l">
              <a:lnSpc>
                <a:spcPct val="100000"/>
              </a:lnSpc>
              <a:spcBef>
                <a:spcPts val="360"/>
              </a:spcBef>
              <a:spcAft>
                <a:spcPts val="0"/>
              </a:spcAft>
              <a:buClr>
                <a:schemeClr val="dk1"/>
              </a:buClr>
              <a:buSzPts val="1800"/>
              <a:buChar char="•"/>
              <a:defRPr/>
            </a:lvl6pPr>
            <a:lvl7pPr marL="3200400" indent="-342900" algn="l">
              <a:lnSpc>
                <a:spcPct val="100000"/>
              </a:lnSpc>
              <a:spcBef>
                <a:spcPts val="360"/>
              </a:spcBef>
              <a:spcAft>
                <a:spcPts val="0"/>
              </a:spcAft>
              <a:buClr>
                <a:schemeClr val="dk1"/>
              </a:buClr>
              <a:buSzPts val="1800"/>
              <a:buChar char="•"/>
              <a:defRPr/>
            </a:lvl7pPr>
            <a:lvl8pPr marL="3657600" indent="-342900" algn="l">
              <a:lnSpc>
                <a:spcPct val="100000"/>
              </a:lnSpc>
              <a:spcBef>
                <a:spcPts val="360"/>
              </a:spcBef>
              <a:spcAft>
                <a:spcPts val="0"/>
              </a:spcAft>
              <a:buClr>
                <a:schemeClr val="dk1"/>
              </a:buClr>
              <a:buSzPts val="1800"/>
              <a:buChar char="•"/>
              <a:defRPr/>
            </a:lvl8pPr>
            <a:lvl9pPr marL="4114800" indent="-342900" algn="l">
              <a:lnSpc>
                <a:spcPct val="100000"/>
              </a:lnSpc>
              <a:spcBef>
                <a:spcPts val="360"/>
              </a:spcBef>
              <a:spcAft>
                <a:spcPts val="0"/>
              </a:spcAft>
              <a:buClr>
                <a:schemeClr val="dk1"/>
              </a:buClr>
              <a:buSzPts val="1800"/>
              <a:buChar char="•"/>
              <a:defRPr/>
            </a:lvl9pPr>
          </a:lstStyle>
          <a:p xmlns:a="http://schemas.openxmlformats.org/drawingml/2006/main"/>
        </p:txBody>
      </p:sp>
      <p:sp>
        <p:nvSpPr>
          <p:cNvPr id="65" name="Google Shape;65;p15">
            <a:extLst xmlns:a="http://schemas.openxmlformats.org/drawingml/2006/main">
              <a:ext uri="{FF2B5EF4-FFF2-40B4-BE49-F238E27FC236}">
                <a16:creationId xmlns:a16="http://schemas.microsoft.com/office/drawing/2014/main" id="{CDC71E33-7814-4593-A560-4F4F1CEB3B0E}"/>
              </a:ext>
            </a:extLst>
          </p:cNvPr>
          <p:cNvSpPr>
            <a:spLocks xmlns:a="http://schemas.openxmlformats.org/drawingml/2006/main" noGrp="1"/>
          </p:cNvSpPr>
          <p:nvPr>
            <p:ph type="sldNum" idx="12"/>
          </p:nvPr>
        </p:nvSpPr>
        <p:spPr>
          <a:xfrm xmlns:a="http://schemas.openxmlformats.org/drawingml/2006/main">
            <a:off x="3505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70" name="Google Shape;66;p15"/>
          <p:cNvPicPr>
            <a:picLocks xmlns:a="http://schemas.openxmlformats.org/drawingml/2006/main" noChangeAspect="1"/>
          </p:cNvPicPr>
          <p:nvPr/>
        </p:nvPicPr>
        <p:blipFill rotWithShape="1">
          <a:blip xmlns:r="http://schemas.openxmlformats.org/officeDocument/2006/relationships" xmlns:a="http://schemas.openxmlformats.org/drawingml/2006/main" r:embed="R40f16480fdea4677">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Layouts/slideLayout12.xml><?xml version="1.0" encoding="utf-8"?>
<p:sldLayout xmlns:p="http://schemas.openxmlformats.org/presentationml/2006/main" matchingName="Vertical Title and Text" type="vertTitleAndTx">
  <p:cSld name="VERTICAL_TITLE_AND_VERTICAL_TEXT">
    <p:bg>
      <p:bgPr>
        <a:blipFill xmlns:a="http://schemas.openxmlformats.org/drawingml/2006/main">
          <a:blip xmlns:r="http://schemas.openxmlformats.org/officeDocument/2006/relationships" r:embed="R1685f606810d4c0a">
            <a:alphaModFix/>
          </a:blip>
          <a:stretch>
            <a:fillRect l="0" t="0" r="0" b="0"/>
          </a:stretch>
        </a:blipFill>
      </p:bgPr>
    </p:bg>
    <p:spTree>
      <p:nvGrpSpPr>
        <p:cNvPr id="1" name=""/>
        <p:cNvGrpSpPr/>
        <p:nvPr/>
      </p:nvGrpSpPr>
      <p:grpSpPr>
        <a:xfrm xmlns:a="http://schemas.openxmlformats.org/drawingml/2006/main"/>
      </p:grpSpPr>
      <p:sp>
        <p:nvSpPr>
          <p:cNvPr id="68" name="Google Shape;68;p16">
            <a:extLst xmlns:a="http://schemas.openxmlformats.org/drawingml/2006/main">
              <a:ext uri="{FF2B5EF4-FFF2-40B4-BE49-F238E27FC236}">
                <a16:creationId xmlns:a16="http://schemas.microsoft.com/office/drawing/2014/main" id="{D5328C58-70E2-49B4-BCAB-5F4D8F7FC5A0}"/>
              </a:ext>
            </a:extLst>
          </p:cNvPr>
          <p:cNvSpPr>
            <a:spLocks xmlns:a="http://schemas.openxmlformats.org/drawingml/2006/main" noGrp="1"/>
          </p:cNvSpPr>
          <p:nvPr>
            <p:ph type="title" idx="0"/>
          </p:nvPr>
        </p:nvSpPr>
        <p:spPr>
          <a:xfrm xmlns:a="http://schemas.openxmlformats.org/drawingml/2006/main" rot="5400000">
            <a:off x="5857724" y="1277143"/>
            <a:ext cx="3579813" cy="20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solidFill>
                  <a:srgbClr val="006096"/>
                </a:solidFill>
              </a:defRPr>
            </a:lvl1pPr>
            <a:lvl2pPr algn="ctr">
              <a:lnSpc>
                <a:spcPct val="100000"/>
              </a:lnSpc>
              <a:spcBef>
                <a:spcPts val="0"/>
              </a:spcBef>
              <a:spcAft>
                <a:spcPts val="0"/>
              </a:spcAft>
              <a:buSzPts val="1400"/>
              <a:buNone/>
              <a:defRPr/>
            </a:lvl2pPr>
            <a:lvl3pPr algn="ctr">
              <a:lnSpc>
                <a:spcPct val="100000"/>
              </a:lnSpc>
              <a:spcBef>
                <a:spcPts val="0"/>
              </a:spcBef>
              <a:spcAft>
                <a:spcPts val="0"/>
              </a:spcAft>
              <a:buSzPts val="1400"/>
              <a:buNone/>
              <a:defRPr/>
            </a:lvl3pPr>
            <a:lvl4pPr algn="ctr">
              <a:lnSpc>
                <a:spcPct val="100000"/>
              </a:lnSpc>
              <a:spcBef>
                <a:spcPts val="0"/>
              </a:spcBef>
              <a:spcAft>
                <a:spcPts val="0"/>
              </a:spcAft>
              <a:buSzPts val="1400"/>
              <a:buNone/>
              <a:defRPr/>
            </a:lvl4pPr>
            <a:lvl5pPr algn="ctr">
              <a:lnSpc>
                <a:spcPct val="100000"/>
              </a:lnSpc>
              <a:spcBef>
                <a:spcPts val="0"/>
              </a:spcBef>
              <a:spcAft>
                <a:spcPts val="0"/>
              </a:spcAft>
              <a:buSzPts val="1400"/>
              <a:buNone/>
              <a:defRPr/>
            </a:lvl5pPr>
            <a:lvl6pPr algn="ctr">
              <a:lnSpc>
                <a:spcPct val="100000"/>
              </a:lnSpc>
              <a:spcBef>
                <a:spcPts val="0"/>
              </a:spcBef>
              <a:spcAft>
                <a:spcPts val="0"/>
              </a:spcAft>
              <a:buSzPts val="1400"/>
              <a:buNone/>
              <a:defRPr/>
            </a:lvl6pPr>
            <a:lvl7pPr algn="ctr">
              <a:lnSpc>
                <a:spcPct val="100000"/>
              </a:lnSpc>
              <a:spcBef>
                <a:spcPts val="0"/>
              </a:spcBef>
              <a:spcAft>
                <a:spcPts val="0"/>
              </a:spcAft>
              <a:buSzPts val="1400"/>
              <a:buNone/>
              <a:defRPr/>
            </a:lvl7pPr>
            <a:lvl8pPr algn="ctr">
              <a:lnSpc>
                <a:spcPct val="100000"/>
              </a:lnSpc>
              <a:spcBef>
                <a:spcPts val="0"/>
              </a:spcBef>
              <a:spcAft>
                <a:spcPts val="0"/>
              </a:spcAft>
              <a:buSzPts val="1400"/>
              <a:buNone/>
              <a:defRPr/>
            </a:lvl8pPr>
            <a:lvl9pPr algn="ctr">
              <a:lnSpc>
                <a:spcPct val="100000"/>
              </a:lnSpc>
              <a:spcBef>
                <a:spcPts val="0"/>
              </a:spcBef>
              <a:spcAft>
                <a:spcPts val="0"/>
              </a:spcAft>
              <a:buSzPts val="1400"/>
              <a:buNone/>
              <a:defRPr/>
            </a:lvl9pPr>
          </a:lstStyle>
          <a:p xmlns:a="http://schemas.openxmlformats.org/drawingml/2006/main"/>
        </p:txBody>
      </p:sp>
      <p:sp>
        <p:nvSpPr>
          <p:cNvPr id="69" name="Google Shape;69;p16">
            <a:extLst xmlns:a="http://schemas.openxmlformats.org/drawingml/2006/main">
              <a:ext uri="{FF2B5EF4-FFF2-40B4-BE49-F238E27FC236}">
                <a16:creationId xmlns:a16="http://schemas.microsoft.com/office/drawing/2014/main" id="{707CA7D3-A880-4F84-B3AC-F929EB88C1CE}"/>
              </a:ext>
            </a:extLst>
          </p:cNvPr>
          <p:cNvSpPr>
            <a:spLocks xmlns:a="http://schemas.openxmlformats.org/drawingml/2006/main" noGrp="1"/>
          </p:cNvSpPr>
          <p:nvPr>
            <p:ph type="body" idx="1"/>
          </p:nvPr>
        </p:nvSpPr>
        <p:spPr>
          <a:xfrm xmlns:a="http://schemas.openxmlformats.org/drawingml/2006/main" rot="5400000">
            <a:off x="1677194" y="-704057"/>
            <a:ext cx="3579813" cy="6019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indent="-342900" algn="l">
              <a:lnSpc>
                <a:spcPct val="100000"/>
              </a:lnSpc>
              <a:spcBef>
                <a:spcPts val="360"/>
              </a:spcBef>
              <a:spcAft>
                <a:spcPts val="0"/>
              </a:spcAft>
              <a:buClr>
                <a:schemeClr val="dk2"/>
              </a:buClr>
              <a:buSzPts val="1800"/>
              <a:buChar char="•"/>
              <a:defRPr/>
            </a:lvl1pPr>
            <a:lvl2pPr marL="914400" indent="-342900" algn="l">
              <a:lnSpc>
                <a:spcPct val="100000"/>
              </a:lnSpc>
              <a:spcBef>
                <a:spcPts val="360"/>
              </a:spcBef>
              <a:spcAft>
                <a:spcPts val="0"/>
              </a:spcAft>
              <a:buClr>
                <a:schemeClr val="dk2"/>
              </a:buClr>
              <a:buSzPts val="1800"/>
              <a:buChar char="–"/>
              <a:defRPr/>
            </a:lvl2pPr>
            <a:lvl3pPr marL="1371600" indent="-342900" algn="l">
              <a:lnSpc>
                <a:spcPct val="100000"/>
              </a:lnSpc>
              <a:spcBef>
                <a:spcPts val="360"/>
              </a:spcBef>
              <a:spcAft>
                <a:spcPts val="0"/>
              </a:spcAft>
              <a:buClr>
                <a:schemeClr val="dk2"/>
              </a:buClr>
              <a:buSzPts val="1800"/>
              <a:buChar char="•"/>
              <a:defRPr/>
            </a:lvl3pPr>
            <a:lvl4pPr marL="1828800" indent="-342900" algn="l">
              <a:lnSpc>
                <a:spcPct val="100000"/>
              </a:lnSpc>
              <a:spcBef>
                <a:spcPts val="360"/>
              </a:spcBef>
              <a:spcAft>
                <a:spcPts val="0"/>
              </a:spcAft>
              <a:buClr>
                <a:schemeClr val="dk2"/>
              </a:buClr>
              <a:buSzPts val="1800"/>
              <a:buChar char="–"/>
              <a:defRPr/>
            </a:lvl4pPr>
            <a:lvl5pPr marL="2286000" indent="-342900" algn="l">
              <a:lnSpc>
                <a:spcPct val="100000"/>
              </a:lnSpc>
              <a:spcBef>
                <a:spcPts val="360"/>
              </a:spcBef>
              <a:spcAft>
                <a:spcPts val="0"/>
              </a:spcAft>
              <a:buClr>
                <a:schemeClr val="dk2"/>
              </a:buClr>
              <a:buSzPts val="1800"/>
              <a:buChar char="»"/>
              <a:defRPr/>
            </a:lvl5pPr>
            <a:lvl6pPr marL="2743200" indent="-342900" algn="l">
              <a:lnSpc>
                <a:spcPct val="100000"/>
              </a:lnSpc>
              <a:spcBef>
                <a:spcPts val="360"/>
              </a:spcBef>
              <a:spcAft>
                <a:spcPts val="0"/>
              </a:spcAft>
              <a:buClr>
                <a:schemeClr val="dk1"/>
              </a:buClr>
              <a:buSzPts val="1800"/>
              <a:buChar char="•"/>
              <a:defRPr/>
            </a:lvl6pPr>
            <a:lvl7pPr marL="3200400" indent="-342900" algn="l">
              <a:lnSpc>
                <a:spcPct val="100000"/>
              </a:lnSpc>
              <a:spcBef>
                <a:spcPts val="360"/>
              </a:spcBef>
              <a:spcAft>
                <a:spcPts val="0"/>
              </a:spcAft>
              <a:buClr>
                <a:schemeClr val="dk1"/>
              </a:buClr>
              <a:buSzPts val="1800"/>
              <a:buChar char="•"/>
              <a:defRPr/>
            </a:lvl7pPr>
            <a:lvl8pPr marL="3657600" indent="-342900" algn="l">
              <a:lnSpc>
                <a:spcPct val="100000"/>
              </a:lnSpc>
              <a:spcBef>
                <a:spcPts val="360"/>
              </a:spcBef>
              <a:spcAft>
                <a:spcPts val="0"/>
              </a:spcAft>
              <a:buClr>
                <a:schemeClr val="dk1"/>
              </a:buClr>
              <a:buSzPts val="1800"/>
              <a:buChar char="•"/>
              <a:defRPr/>
            </a:lvl8pPr>
            <a:lvl9pPr marL="4114800" indent="-342900" algn="l">
              <a:lnSpc>
                <a:spcPct val="100000"/>
              </a:lnSpc>
              <a:spcBef>
                <a:spcPts val="360"/>
              </a:spcBef>
              <a:spcAft>
                <a:spcPts val="0"/>
              </a:spcAft>
              <a:buClr>
                <a:schemeClr val="dk1"/>
              </a:buClr>
              <a:buSzPts val="1800"/>
              <a:buChar char="•"/>
              <a:defRPr/>
            </a:lvl9pPr>
          </a:lstStyle>
          <a:p xmlns:a="http://schemas.openxmlformats.org/drawingml/2006/main"/>
        </p:txBody>
      </p:sp>
      <p:sp>
        <p:nvSpPr>
          <p:cNvPr id="70" name="Google Shape;70;p16">
            <a:extLst xmlns:a="http://schemas.openxmlformats.org/drawingml/2006/main">
              <a:ext uri="{FF2B5EF4-FFF2-40B4-BE49-F238E27FC236}">
                <a16:creationId xmlns:a16="http://schemas.microsoft.com/office/drawing/2014/main" id="{FFB6F35B-F066-437B-96A7-40DDC118CB88}"/>
              </a:ext>
            </a:extLst>
          </p:cNvPr>
          <p:cNvSpPr>
            <a:spLocks xmlns:a="http://schemas.openxmlformats.org/drawingml/2006/main" noGrp="1"/>
          </p:cNvSpPr>
          <p:nvPr>
            <p:ph type="sldNum" idx="12"/>
          </p:nvPr>
        </p:nvSpPr>
        <p:spPr>
          <a:xfrm xmlns:a="http://schemas.openxmlformats.org/drawingml/2006/main">
            <a:off x="33528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1pPr>
            <a:lvl2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2pPr>
            <a:lvl3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3pPr>
            <a:lvl4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4pPr>
            <a:lvl5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5pPr>
            <a:lvl6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6pPr>
            <a:lvl7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7pPr>
            <a:lvl8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8pPr>
            <a:lvl9pPr marL="0" marR="0" indent="0" algn="ctr">
              <a:lnSpc>
                <a:spcPct val="100000"/>
              </a:lnSpc>
              <a:spcBef>
                <a:spcPts val="0"/>
              </a:spcBef>
              <a:spcAft>
                <a:spcPts val="0"/>
              </a:spcAft>
              <a:buClr>
                <a:srgbClr val="000000"/>
              </a:buClr>
              <a:buSzPts val="1200"/>
              <a:buFont typeface="Arial"/>
              <a:buNone/>
              <a:defRPr sz="1200" b="0" i="0" u="none" cap="none">
                <a:solidFill>
                  <a:schemeClr val="lt1"/>
                </a:solidFill>
                <a:latin typeface="Helvetica Neue"/>
                <a:ea typeface="Helvetica Neue"/>
                <a:cs typeface="Helvetica Neue"/>
              </a:defRPr>
            </a:lvl9pPr>
          </a:lstStyle>
          <a:p xmlns:a="http://schemas.openxmlformats.org/drawingml/2006/main">
            <a:pPr marL="0" lvl="0" indent="0" algn="ctr">
              <a:spcBef>
                <a:spcPts val="0"/>
              </a:spcBef>
              <a:spcAft>
                <a:spcPts val="0"/>
              </a:spcAft>
              <a:buNone/>
            </a:pPr>
            <a:fld id="{00000000-1234-1234-1234-123412341234}" type="slidenum">
              <a:t>‹#›</a:t>
            </a:fld>
            <a:endParaRPr/>
          </a:p>
        </p:txBody>
      </p:sp>
      <p:pic>
        <p:nvPicPr>
          <p:cNvPr id="75" name="Google Shape;71;p16"/>
          <p:cNvPicPr>
            <a:picLocks xmlns:a="http://schemas.openxmlformats.org/drawingml/2006/main" noChangeAspect="1"/>
          </p:cNvPicPr>
          <p:nvPr/>
        </p:nvPicPr>
        <p:blipFill rotWithShape="1">
          <a:blip xmlns:r="http://schemas.openxmlformats.org/officeDocument/2006/relationships" xmlns:a="http://schemas.openxmlformats.org/drawingml/2006/main" r:embed="R445ee5d862c74ccb">
            <a:alphaModFix/>
          </a:blip>
          <a:srcRect xmlns:a="http://schemas.openxmlformats.org/drawingml/2006/main" l="0" t="0" r="0" b="0"/>
          <a:stretch xmlns:a="http://schemas.openxmlformats.org/drawingml/2006/main"/>
        </p:blipFill>
        <p:spPr>
          <a:xfrm xmlns:a="http://schemas.openxmlformats.org/drawingml/2006/main">
            <a:off x="8747125" y="0"/>
            <a:ext cx="396875" cy="396875"/>
          </a:xfrm>
          <a:prstGeom xmlns:a="http://schemas.openxmlformats.org/drawingml/2006/main" prst="rect">
            <a:avLst/>
          </a:prstGeom>
          <a:ln xmlns:a="http://schemas.openxmlformats.org/drawingml/2006/main">
            <a:noFill/>
          </a:ln>
        </p:spPr>
      </p:pic>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jpeg" Id="Raa3d3de2b48441da" /><Relationship Type="http://schemas.openxmlformats.org/officeDocument/2006/relationships/theme" Target="/ppt/slideMasters/theme/theme2.xml" Id="R27458baf22d9454e" /><Relationship Type="http://schemas.openxmlformats.org/officeDocument/2006/relationships/slideLayout" Target="/ppt/slideLayouts/slideLayout1.xml" Id="Raa1314092407487b" /><Relationship Type="http://schemas.openxmlformats.org/officeDocument/2006/relationships/slideLayout" Target="/ppt/slideLayouts/slideLayout2.xml" Id="Rc8a6f17c6406498e" /><Relationship Type="http://schemas.openxmlformats.org/officeDocument/2006/relationships/slideLayout" Target="/ppt/slideLayouts/slideLayout3.xml" Id="R643dcfd7d2b94fec" /><Relationship Type="http://schemas.openxmlformats.org/officeDocument/2006/relationships/slideLayout" Target="/ppt/slideLayouts/slideLayout4.xml" Id="Rf4a121e283454235" /><Relationship Type="http://schemas.openxmlformats.org/officeDocument/2006/relationships/slideLayout" Target="/ppt/slideLayouts/slideLayout5.xml" Id="Rd4c6d18f46a94f45" /><Relationship Type="http://schemas.openxmlformats.org/officeDocument/2006/relationships/slideLayout" Target="/ppt/slideLayouts/slideLayout6.xml" Id="R3a538af6822041d9" /><Relationship Type="http://schemas.openxmlformats.org/officeDocument/2006/relationships/slideLayout" Target="/ppt/slideLayouts/slideLayout7.xml" Id="Rb86a8528c2ed4a9c" /><Relationship Type="http://schemas.openxmlformats.org/officeDocument/2006/relationships/slideLayout" Target="/ppt/slideLayouts/slideLayout8.xml" Id="R6c1fa436a7a6409e" /><Relationship Type="http://schemas.openxmlformats.org/officeDocument/2006/relationships/slideLayout" Target="/ppt/slideLayouts/slideLayout9.xml" Id="Ra0809f577d444459" /><Relationship Type="http://schemas.openxmlformats.org/officeDocument/2006/relationships/slideLayout" Target="/ppt/slideLayouts/slideLayout10.xml" Id="R173686a91863441e" /><Relationship Type="http://schemas.openxmlformats.org/officeDocument/2006/relationships/slideLayout" Target="/ppt/slideLayouts/slideLayout11.xml" Id="R568c9ee5c2914043" /><Relationship Type="http://schemas.openxmlformats.org/officeDocument/2006/relationships/slideLayout" Target="/ppt/slideLayouts/slideLayout12.xml" Id="Rd6b22a7f07bd4d95" /></Relationships>
</file>

<file path=ppt/slideMasters/slideMaster1.xml><?xml version="1.0" encoding="utf-8"?>
<p:sldMaster xmlns:p="http://schemas.openxmlformats.org/presentationml/2006/main">
  <p:cSld>
    <p:bg>
      <p:bgPr>
        <a:blipFill xmlns:a="http://schemas.openxmlformats.org/drawingml/2006/main">
          <a:blip xmlns:r="http://schemas.openxmlformats.org/officeDocument/2006/relationships" r:embed="Raa3d3de2b48441da">
            <a:alphaModFix/>
          </a:blip>
          <a:stretch>
            <a:fillRect l="0" t="0" r="0" b="0"/>
          </a:stretch>
        </a:blipFill>
      </p:bgPr>
    </p:bg>
    <p:spTree>
      <p:nvGrpSpPr>
        <p:cNvPr id="1" name=""/>
        <p:cNvGrpSpPr/>
        <p:nvPr/>
      </p:nvGrpSpPr>
      <p:grpSpPr>
        <a:xfrm xmlns:a="http://schemas.openxmlformats.org/drawingml/2006/main"/>
      </p:grpSpPr>
      <p:sp>
        <p:nvSpPr>
          <p:cNvPr id="10" name="Google Shape;10;p4">
            <a:extLst xmlns:a="http://schemas.openxmlformats.org/drawingml/2006/main">
              <a:ext uri="{FF2B5EF4-FFF2-40B4-BE49-F238E27FC236}">
                <a16:creationId xmlns:a16="http://schemas.microsoft.com/office/drawing/2014/main" id="{EA55C3EE-8EE7-44BB-9FA7-7BE99AF87134}"/>
              </a:ext>
            </a:extLst>
          </p:cNvPr>
          <p:cNvSpPr>
            <a:spLocks xmlns:a="http://schemas.openxmlformats.org/drawingml/2006/main" noGrp="1"/>
          </p:cNvSpPr>
          <p:nvPr>
            <p:ph type="title" idx="0"/>
          </p:nvPr>
        </p:nvSpPr>
        <p:spPr>
          <a:xfrm xmlns:a="http://schemas.openxmlformats.org/drawingml/2006/main">
            <a:off x="457200" y="914400"/>
            <a:ext cx="8229600" cy="742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ctr">
              <a:lnSpc>
                <a:spcPct val="100000"/>
              </a:lnSpc>
              <a:spcBef>
                <a:spcPts val="0"/>
              </a:spcBef>
              <a:spcAft>
                <a:spcPts val="0"/>
              </a:spcAft>
              <a:buClr>
                <a:srgbClr val="000000"/>
              </a:buClr>
              <a:buSzPts val="1400"/>
              <a:buFont typeface="Arial"/>
              <a:buNone/>
              <a:defRPr sz="3200" b="0" i="0" u="none" cap="none">
                <a:solidFill>
                  <a:schemeClr val="lt1"/>
                </a:solidFill>
                <a:latin typeface="Calibri"/>
                <a:ea typeface="Calibri"/>
                <a:cs typeface="Calibri"/>
              </a:defRPr>
            </a:lvl1pPr>
            <a:lvl2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2pPr>
            <a:lvl3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3pPr>
            <a:lvl4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4pPr>
            <a:lvl5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5pPr>
            <a:lvl6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6pPr>
            <a:lvl7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7pPr>
            <a:lvl8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8pPr>
            <a:lvl9pPr marR="0" algn="ctr">
              <a:lnSpc>
                <a:spcPct val="100000"/>
              </a:lnSpc>
              <a:spcBef>
                <a:spcPts val="0"/>
              </a:spcBef>
              <a:spcAft>
                <a:spcPts val="0"/>
              </a:spcAft>
              <a:buClr>
                <a:srgbClr val="000000"/>
              </a:buClr>
              <a:buSzPts val="1400"/>
              <a:buFont typeface="Arial"/>
              <a:buNone/>
              <a:defRPr sz="3200" b="0" i="0" u="none" cap="none">
                <a:solidFill>
                  <a:schemeClr val="dk1"/>
                </a:solidFill>
                <a:latin typeface="Helvetica Neue"/>
                <a:ea typeface="Helvetica Neue"/>
                <a:cs typeface="Helvetica Neue"/>
              </a:defRPr>
            </a:lvl9pPr>
          </a:lstStyle>
          <a:p xmlns:a="http://schemas.openxmlformats.org/drawingml/2006/main"/>
        </p:txBody>
      </p:sp>
      <p:sp>
        <p:nvSpPr>
          <p:cNvPr id="11" name="Google Shape;11;p4">
            <a:extLst xmlns:a="http://schemas.openxmlformats.org/drawingml/2006/main">
              <a:ext uri="{FF2B5EF4-FFF2-40B4-BE49-F238E27FC236}">
                <a16:creationId xmlns:a16="http://schemas.microsoft.com/office/drawing/2014/main" id="{A5D6AE06-8596-4986-BC67-327F2A29CD36}"/>
              </a:ext>
            </a:extLst>
          </p:cNvPr>
          <p:cNvSpPr>
            <a:spLocks xmlns:a="http://schemas.openxmlformats.org/drawingml/2006/main" noGrp="1"/>
          </p:cNvSpPr>
          <p:nvPr>
            <p:ph type="body" idx="1"/>
          </p:nvPr>
        </p:nvSpPr>
        <p:spPr>
          <a:xfrm xmlns:a="http://schemas.openxmlformats.org/drawingml/2006/main">
            <a:off x="457200" y="1943100"/>
            <a:ext cx="8229600" cy="2651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342900" algn="l">
              <a:lnSpc>
                <a:spcPct val="100000"/>
              </a:lnSpc>
              <a:spcBef>
                <a:spcPts val="360"/>
              </a:spcBef>
              <a:spcAft>
                <a:spcPts val="0"/>
              </a:spcAft>
              <a:buClr>
                <a:schemeClr val="dk2"/>
              </a:buClr>
              <a:buSzPts val="1800"/>
              <a:buFont typeface="Arial"/>
              <a:buChar char="•"/>
              <a:defRPr sz="1800" b="0" i="0" u="none" cap="none">
                <a:solidFill>
                  <a:schemeClr val="dk2"/>
                </a:solidFill>
                <a:latin typeface="Calibri"/>
                <a:ea typeface="Calibri"/>
                <a:cs typeface="Calibri"/>
              </a:defRPr>
            </a:lvl1pPr>
            <a:lvl2pPr marL="914400" marR="0" indent="-342900" algn="l">
              <a:lnSpc>
                <a:spcPct val="100000"/>
              </a:lnSpc>
              <a:spcBef>
                <a:spcPts val="360"/>
              </a:spcBef>
              <a:spcAft>
                <a:spcPts val="0"/>
              </a:spcAft>
              <a:buClr>
                <a:schemeClr val="dk2"/>
              </a:buClr>
              <a:buSzPts val="1800"/>
              <a:buFont typeface="Arial"/>
              <a:buChar char="–"/>
              <a:defRPr sz="1800" b="0" i="0" u="none" cap="none">
                <a:solidFill>
                  <a:schemeClr val="dk2"/>
                </a:solidFill>
                <a:latin typeface="Calibri"/>
                <a:ea typeface="Calibri"/>
                <a:cs typeface="Calibri"/>
              </a:defRPr>
            </a:lvl2pPr>
            <a:lvl3pPr marL="1371600" marR="0" indent="-342900" algn="l">
              <a:lnSpc>
                <a:spcPct val="100000"/>
              </a:lnSpc>
              <a:spcBef>
                <a:spcPts val="360"/>
              </a:spcBef>
              <a:spcAft>
                <a:spcPts val="0"/>
              </a:spcAft>
              <a:buClr>
                <a:schemeClr val="dk2"/>
              </a:buClr>
              <a:buSzPts val="1800"/>
              <a:buFont typeface="Arial"/>
              <a:buChar char="•"/>
              <a:defRPr sz="1800" b="0" i="0" u="none" cap="none">
                <a:solidFill>
                  <a:schemeClr val="dk2"/>
                </a:solidFill>
                <a:latin typeface="Calibri"/>
                <a:ea typeface="Calibri"/>
                <a:cs typeface="Calibri"/>
              </a:defRPr>
            </a:lvl3pPr>
            <a:lvl4pPr marL="1828800" marR="0" indent="-342900" algn="l">
              <a:lnSpc>
                <a:spcPct val="100000"/>
              </a:lnSpc>
              <a:spcBef>
                <a:spcPts val="360"/>
              </a:spcBef>
              <a:spcAft>
                <a:spcPts val="0"/>
              </a:spcAft>
              <a:buClr>
                <a:schemeClr val="dk2"/>
              </a:buClr>
              <a:buSzPts val="1800"/>
              <a:buFont typeface="Arial"/>
              <a:buChar char="–"/>
              <a:defRPr sz="1800" b="0" i="0" u="none" cap="none">
                <a:solidFill>
                  <a:schemeClr val="dk2"/>
                </a:solidFill>
                <a:latin typeface="Calibri"/>
                <a:ea typeface="Calibri"/>
                <a:cs typeface="Calibri"/>
              </a:defRPr>
            </a:lvl4pPr>
            <a:lvl5pPr marL="2286000" marR="0" indent="-342900" algn="l">
              <a:lnSpc>
                <a:spcPct val="100000"/>
              </a:lnSpc>
              <a:spcBef>
                <a:spcPts val="360"/>
              </a:spcBef>
              <a:spcAft>
                <a:spcPts val="0"/>
              </a:spcAft>
              <a:buClr>
                <a:schemeClr val="dk2"/>
              </a:buClr>
              <a:buSzPts val="1800"/>
              <a:buFont typeface="Arial"/>
              <a:buChar char="»"/>
              <a:defRPr sz="1800" b="0" i="0" u="none" cap="none">
                <a:solidFill>
                  <a:schemeClr val="dk2"/>
                </a:solidFill>
                <a:latin typeface="Calibri"/>
                <a:ea typeface="Calibri"/>
                <a:cs typeface="Calibri"/>
              </a:defRPr>
            </a:lvl5pPr>
            <a:lvl6pPr marL="27432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Calibri"/>
                <a:ea typeface="Calibri"/>
                <a:cs typeface="Calibri"/>
              </a:defRPr>
            </a:lvl6pPr>
            <a:lvl7pPr marL="32004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Calibri"/>
                <a:ea typeface="Calibri"/>
                <a:cs typeface="Calibri"/>
              </a:defRPr>
            </a:lvl7pPr>
            <a:lvl8pPr marL="36576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Calibri"/>
                <a:ea typeface="Calibri"/>
                <a:cs typeface="Calibri"/>
              </a:defRPr>
            </a:lvl8pPr>
            <a:lvl9pPr marL="41148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Calibri"/>
                <a:ea typeface="Calibri"/>
                <a:cs typeface="Calibri"/>
              </a:defRPr>
            </a:lvl9pPr>
          </a:lstStyle>
          <a:p xmlns:a="http://schemas.openxmlformats.org/drawingml/2006/main"/>
        </p:txBody>
      </p:sp>
      <p:sp>
        <p:nvSpPr>
          <p:cNvPr id="12" name="Google Shape;12;p4">
            <a:extLst xmlns:a="http://schemas.openxmlformats.org/drawingml/2006/main">
              <a:ext uri="{FF2B5EF4-FFF2-40B4-BE49-F238E27FC236}">
                <a16:creationId xmlns:a16="http://schemas.microsoft.com/office/drawing/2014/main" id="{827FF4F2-1D4F-48FC-A4F1-A35FFC2B07AF}"/>
              </a:ext>
            </a:extLst>
          </p:cNvPr>
          <p:cNvSpPr>
            <a:spLocks xmlns:a="http://schemas.openxmlformats.org/drawingml/2006/main" noGrp="1"/>
          </p:cNvSpPr>
          <p:nvPr>
            <p:ph type="sldNum" idx="12"/>
          </p:nvPr>
        </p:nvSpPr>
        <p:spPr>
          <a:xfrm xmlns:a="http://schemas.openxmlformats.org/drawingml/2006/main">
            <a:off x="6553200" y="4767263"/>
            <a:ext cx="2133600" cy="2746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1pPr>
            <a:lvl2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2pPr>
            <a:lvl3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3pPr>
            <a:lvl4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4pPr>
            <a:lvl5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5pPr>
            <a:lvl6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6pPr>
            <a:lvl7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7pPr>
            <a:lvl8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8pPr>
            <a:lvl9pPr marL="0" marR="0" indent="0" algn="r">
              <a:lnSpc>
                <a:spcPct val="100000"/>
              </a:lnSpc>
              <a:spcBef>
                <a:spcPts val="0"/>
              </a:spcBef>
              <a:spcAft>
                <a:spcPts val="0"/>
              </a:spcAft>
              <a:buClr>
                <a:srgbClr val="000000"/>
              </a:buClr>
              <a:buSzPts val="1200"/>
              <a:buFont typeface="Arial"/>
              <a:buNone/>
              <a:defRPr sz="1200" b="0" i="0" u="none" cap="none">
                <a:solidFill>
                  <a:schemeClr val="dk2"/>
                </a:solidFill>
                <a:latin typeface="Helvetica Neue"/>
                <a:ea typeface="Helvetica Neue"/>
                <a:cs typeface="Helvetica Neue"/>
              </a:defRPr>
            </a:lvl9pPr>
          </a:lstStyle>
          <a:p xmlns:a="http://schemas.openxmlformats.org/drawingml/2006/main">
            <a:pPr marL="0" lvl="0" indent="0" algn="r">
              <a:spcBef>
                <a:spcPts val="0"/>
              </a:spcBef>
              <a:spcAft>
                <a:spcPts val="0"/>
              </a:spcAft>
              <a:buNone/>
            </a:pPr>
            <a:r>
              <a:t>1</a:t>
            </a:r>
            <a:endParaRPr sz="1400">
              <a:solidFill>
                <a:srgbClr val="000000"/>
              </a:solidFill>
              <a:latin typeface="Arial"/>
              <a:ea typeface="Arial"/>
              <a:cs typeface="Arial"/>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a1314092407487b"/>
    <p:sldLayoutId xmlns:r="http://schemas.openxmlformats.org/officeDocument/2006/relationships" id="2147483650" r:id="Rc8a6f17c6406498e"/>
    <p:sldLayoutId xmlns:r="http://schemas.openxmlformats.org/officeDocument/2006/relationships" id="2147483651" r:id="R643dcfd7d2b94fec"/>
    <p:sldLayoutId xmlns:r="http://schemas.openxmlformats.org/officeDocument/2006/relationships" id="2147483652" r:id="Rf4a121e283454235"/>
    <p:sldLayoutId xmlns:r="http://schemas.openxmlformats.org/officeDocument/2006/relationships" id="2147483653" r:id="Rd4c6d18f46a94f45"/>
    <p:sldLayoutId xmlns:r="http://schemas.openxmlformats.org/officeDocument/2006/relationships" id="2147483654" r:id="R3a538af6822041d9"/>
    <p:sldLayoutId xmlns:r="http://schemas.openxmlformats.org/officeDocument/2006/relationships" id="2147483655" r:id="Rb86a8528c2ed4a9c"/>
    <p:sldLayoutId xmlns:r="http://schemas.openxmlformats.org/officeDocument/2006/relationships" id="2147483656" r:id="R6c1fa436a7a6409e"/>
    <p:sldLayoutId xmlns:r="http://schemas.openxmlformats.org/officeDocument/2006/relationships" id="2147483657" r:id="Ra0809f577d444459"/>
    <p:sldLayoutId xmlns:r="http://schemas.openxmlformats.org/officeDocument/2006/relationships" id="2147483658" r:id="R173686a91863441e"/>
    <p:sldLayoutId xmlns:r="http://schemas.openxmlformats.org/officeDocument/2006/relationships" id="2147483659" r:id="R568c9ee5c2914043"/>
    <p:sldLayoutId xmlns:r="http://schemas.openxmlformats.org/officeDocument/2006/relationships" id="2147483660" r:id="Rd6b22a7f07bd4d95"/>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UD Primary and Secondary">
      <a:dk1>
        <a:srgbClr val="000000"/>
      </a:dk1>
      <a:lt1>
        <a:srgbClr val="FFFFFF"/>
      </a:lt1>
      <a:dk2>
        <a:srgbClr val="00539F"/>
      </a:dk2>
      <a:lt2>
        <a:srgbClr val="EEECE1"/>
      </a:lt2>
      <a:accent1>
        <a:srgbClr val="4F81BD"/>
      </a:accent1>
      <a:accent2>
        <a:srgbClr val="AF1E2D"/>
      </a:accent2>
      <a:accent3>
        <a:srgbClr val="BED600"/>
      </a:accent3>
      <a:accent4>
        <a:srgbClr val="5A8E22"/>
      </a:accent4>
      <a:accent5>
        <a:srgbClr val="00A0DF"/>
      </a:accent5>
      <a:accent6>
        <a:srgbClr val="EF8200"/>
      </a:accent6>
      <a:hlink>
        <a:srgbClr val="00539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D Primary and Secondar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74a946fc164a1d" /><Relationship Type="http://schemas.openxmlformats.org/officeDocument/2006/relationships/notesSlide" Target="/ppt/notesSlides/notesSlide1.xml" Id="R0f1eccba2af64c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754f5fe69db24467" /><Relationship Type="http://schemas.openxmlformats.org/officeDocument/2006/relationships/notesSlide" Target="/ppt/notesSlides/notesSlide2.xml" Id="R6fd945dbae814f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361799e54b914822" /><Relationship Type="http://schemas.openxmlformats.org/officeDocument/2006/relationships/notesSlide" Target="/ppt/notesSlides/notesSlide3.xml" Id="R4f93566c4cb743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8964c34ff0134bec" /><Relationship Type="http://schemas.openxmlformats.org/officeDocument/2006/relationships/notesSlide" Target="/ppt/notesSlides/notesSlide4.xml" Id="R524a4cd8205a44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5453c2aa801a4217" /><Relationship Type="http://schemas.openxmlformats.org/officeDocument/2006/relationships/image" Target="/ppt/media/image2.png" Id="R90920db465e24ff7" /><Relationship Type="http://schemas.openxmlformats.org/officeDocument/2006/relationships/notesSlide" Target="/ppt/notesSlides/notesSlide5.xml" Id="R05fcf1a55f1843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0bebdbfe93243e0" /><Relationship Type="http://schemas.openxmlformats.org/officeDocument/2006/relationships/image" Target="/ppt/media/image3.png" Id="R96b45013cd9747af" /><Relationship Type="http://schemas.openxmlformats.org/officeDocument/2006/relationships/notesSlide" Target="/ppt/notesSlides/notesSlide6.xml" Id="R93cb9628ce2e4a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2f426de60df34bff" /><Relationship Type="http://schemas.openxmlformats.org/officeDocument/2006/relationships/notesSlide" Target="/ppt/notesSlides/notesSlide7.xml" Id="Rd8d3b6ffff1843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b6809a30ebbf490f" /><Relationship Type="http://schemas.openxmlformats.org/officeDocument/2006/relationships/image" Target="/ppt/media/image.gif" Id="Rd264ea7064324748" /><Relationship Type="http://schemas.openxmlformats.org/officeDocument/2006/relationships/notesSlide" Target="/ppt/notesSlides/notesSlide8.xml" Id="R26c931ff99884b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98da5be51e445ce" /><Relationship Type="http://schemas.openxmlformats.org/officeDocument/2006/relationships/image" Target="/ppt/media/image4.png" Id="R1753848a8b4c47e9" /><Relationship Type="http://schemas.openxmlformats.org/officeDocument/2006/relationships/notesSlide" Target="/ppt/notesSlides/notesSlide9.xml" Id="R8b4b5cdafd2e4d5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2ebe0709a6504311" /><Relationship Type="http://schemas.openxmlformats.org/officeDocument/2006/relationships/image" Target="/ppt/media/image2.gif" Id="R619a3efc64014e0d" /><Relationship Type="http://schemas.openxmlformats.org/officeDocument/2006/relationships/notesSlide" Target="/ppt/notesSlides/notesSlide10.xml" Id="Rae954d8412af41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b4fd80683da042db" /><Relationship Type="http://schemas.openxmlformats.org/officeDocument/2006/relationships/notesSlide" Target="/ppt/notesSlides/notesSlide11.xml" Id="Raf9e1de02c724a6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a0b9352849f54e18" /><Relationship Type="http://schemas.openxmlformats.org/officeDocument/2006/relationships/image" Target="/ppt/media/image5.png" Id="R4f20cf2cfb474f61" /><Relationship Type="http://schemas.openxmlformats.org/officeDocument/2006/relationships/hyperlink" Target="https://croquembouche.github.io/Intro2AV-CourseContent/localization/#icp" TargetMode="External" Id="Ra6b03b590e644319" /><Relationship Type="http://schemas.openxmlformats.org/officeDocument/2006/relationships/hyperlink" Target="https://croquembouche.github.io/Intro2AV-CourseContent/localization/#icp" TargetMode="External" Id="R8175d737d07143dc" /><Relationship Type="http://schemas.openxmlformats.org/officeDocument/2006/relationships/notesSlide" Target="/ppt/notesSlides/notesSlide12.xml" Id="R10c46b9d791b4e4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a934c7b4cc2941ad" /><Relationship Type="http://schemas.openxmlformats.org/officeDocument/2006/relationships/notesSlide" Target="/ppt/notesSlides/notesSlide13.xml" Id="Rc16e7972a4c0466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15b45dea310641a3" /><Relationship Type="http://schemas.openxmlformats.org/officeDocument/2006/relationships/image" Target="/ppt/media/image6.png" Id="Rad9a8af96e1643cd" /><Relationship Type="http://schemas.openxmlformats.org/officeDocument/2006/relationships/notesSlide" Target="/ppt/notesSlides/notesSlide14.xml" Id="Rb503606156d1440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88f9a0f845a944da" /><Relationship Type="http://schemas.openxmlformats.org/officeDocument/2006/relationships/notesSlide" Target="/ppt/notesSlides/notesSlide15.xml" Id="R984f6001775046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cdfd20e0bc0f4422" /><Relationship Type="http://schemas.openxmlformats.org/officeDocument/2006/relationships/image" Target="/ppt/media/image7.png" Id="Rf80fe5a9a9094af5" /><Relationship Type="http://schemas.openxmlformats.org/officeDocument/2006/relationships/notesSlide" Target="/ppt/notesSlides/notesSlide16.xml" Id="R6bf5ebd152ed4b1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ba362fcb1d5e4b0e" /><Relationship Type="http://schemas.openxmlformats.org/officeDocument/2006/relationships/notesSlide" Target="/ppt/notesSlides/notesSlide17.xml" Id="Rce1aba1ef63840d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0f5415c3cfc54848" /><Relationship Type="http://schemas.openxmlformats.org/officeDocument/2006/relationships/image" Target="/ppt/media/image3.gif" Id="R94dd3d0a01f1439e" /><Relationship Type="http://schemas.openxmlformats.org/officeDocument/2006/relationships/notesSlide" Target="/ppt/notesSlides/notesSlide18.xml" Id="Rd0f9f370eae14d3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b8469ea77d9a4894" /><Relationship Type="http://schemas.openxmlformats.org/officeDocument/2006/relationships/notesSlide" Target="/ppt/notesSlides/notesSlide19.xml" Id="R5311d13ed431428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9ffa8aedeccd4acb" /><Relationship Type="http://schemas.openxmlformats.org/officeDocument/2006/relationships/image" Target="/ppt/media/image8.png" Id="Rbf86aeef3c6049fc" /><Relationship Type="http://schemas.openxmlformats.org/officeDocument/2006/relationships/notesSlide" Target="/ppt/notesSlides/notesSlide20.xml" Id="R2b53f4672c49488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e555fe8abfa746ac" /><Relationship Type="http://schemas.openxmlformats.org/officeDocument/2006/relationships/image" Target="/ppt/media/image4.gif" Id="Rcece0ca1d1db4010" /><Relationship Type="http://schemas.openxmlformats.org/officeDocument/2006/relationships/notesSlide" Target="/ppt/notesSlides/notesSlide21.xml" Id="Rdf52f37020ea4ad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90103f26e3344fd5" /><Relationship Type="http://schemas.openxmlformats.org/officeDocument/2006/relationships/image" Target="/ppt/media/image5.gif" Id="R3e793583b7bc44d4" /><Relationship Type="http://schemas.openxmlformats.org/officeDocument/2006/relationships/notesSlide" Target="/ppt/notesSlides/notesSlide22.xml" Id="Ra47be8869b5e4a8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130353fd6b7b4dc1" /><Relationship Type="http://schemas.openxmlformats.org/officeDocument/2006/relationships/image" Target="/ppt/media/image9.png" Id="Rb9172b3f0a034c65" /><Relationship Type="http://schemas.openxmlformats.org/officeDocument/2006/relationships/hyperlink" Target="https://croquembouche.github.io/Intro2AV-CourseContent/localization/#amcl" TargetMode="External" Id="R34201d04c86f4f61" /><Relationship Type="http://schemas.openxmlformats.org/officeDocument/2006/relationships/hyperlink" Target="https://croquembouche.github.io/Intro2AV-CourseContent/localization/#amcl" TargetMode="External" Id="R9e603b8fdffc4cf3" /><Relationship Type="http://schemas.openxmlformats.org/officeDocument/2006/relationships/notesSlide" Target="/ppt/notesSlides/notesSlide23.xml" Id="R08284472094c427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c3377278b9444680" /><Relationship Type="http://schemas.openxmlformats.org/officeDocument/2006/relationships/image" Target="/ppt/media/image10.png" Id="R22fac041cab842e6" /><Relationship Type="http://schemas.openxmlformats.org/officeDocument/2006/relationships/notesSlide" Target="/ppt/notesSlides/notesSlide24.xml" Id="R235e241a116d4bc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928a4e09455e4e99" /><Relationship Type="http://schemas.openxmlformats.org/officeDocument/2006/relationships/notesSlide" Target="/ppt/notesSlides/notesSlide25.xml" Id="R217a13ae3d2d4ff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b6712c955bcf4d05" /><Relationship Type="http://schemas.openxmlformats.org/officeDocument/2006/relationships/notesSlide" Target="/ppt/notesSlides/notesSlide26.xml" Id="Rfbe70bde2b014dd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xml" Id="R9c9751dff5a24363" /><Relationship Type="http://schemas.openxmlformats.org/officeDocument/2006/relationships/image" Target="/ppt/media/image6.gif" Id="R1a2b17bcb41044ea" /><Relationship Type="http://schemas.openxmlformats.org/officeDocument/2006/relationships/notesSlide" Target="/ppt/notesSlides/notesSlide27.xml" Id="Rae3d1148bd6447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2.xml" Id="Ra628c2b457e540fc" /><Relationship Type="http://schemas.openxmlformats.org/officeDocument/2006/relationships/image" Target="/ppt/media/image7.gif" Id="Reacd7028cec248ca" /><Relationship Type="http://schemas.openxmlformats.org/officeDocument/2006/relationships/notesSlide" Target="/ppt/notesSlides/notesSlide28.xml" Id="Rd061b359f124426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2.xml" Id="Rcbff8975c27b4fe3" /><Relationship Type="http://schemas.openxmlformats.org/officeDocument/2006/relationships/image" Target="/ppt/media/image11.png" Id="R1ac9bf001e0947fb" /><Relationship Type="http://schemas.openxmlformats.org/officeDocument/2006/relationships/hyperlink" Target="https://croquembouche.github.io/Intro2AV-CourseContent/localization/#ndt" TargetMode="External" Id="Red4b32e20f2a4364" /><Relationship Type="http://schemas.openxmlformats.org/officeDocument/2006/relationships/hyperlink" Target="https://croquembouche.github.io/Intro2AV-CourseContent/localization/#ndt" TargetMode="External" Id="Ra10a2d157025449d" /><Relationship Type="http://schemas.openxmlformats.org/officeDocument/2006/relationships/notesSlide" Target="/ppt/notesSlides/notesSlide29.xml" Id="R0644f0635cc940a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2.xml" Id="R9366ed8997b04698" /><Relationship Type="http://schemas.openxmlformats.org/officeDocument/2006/relationships/notesSlide" Target="/ppt/notesSlides/notesSlide30.xml" Id="Reea4af86fecb431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2.xml" Id="R96e8517950724a2f" /><Relationship Type="http://schemas.openxmlformats.org/officeDocument/2006/relationships/notesSlide" Target="/ppt/notesSlides/notesSlide31.xml" Id="Rf221a52a8544499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2.xml" Id="R71633b62bf0f4677" /><Relationship Type="http://schemas.openxmlformats.org/officeDocument/2006/relationships/hyperlink" Target="https://croquembouche.github.io/Intro2AV-CourseContent/localization/" TargetMode="External" Id="Re2861c8299924d32" /><Relationship Type="http://schemas.openxmlformats.org/officeDocument/2006/relationships/hyperlink" Target="https://croquembouche.github.io/Intro2AV-CourseContent/localization/gifs/" TargetMode="External" Id="Rfdd8907d5cad4823" /><Relationship Type="http://schemas.openxmlformats.org/officeDocument/2006/relationships/notesSlide" Target="/ppt/notesSlides/notesSlide32.xml" Id="Rd55c5f1ef82c45d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LECTURE 5">
            <a:extLst xmlns:a="http://schemas.openxmlformats.org/drawingml/2006/main">
              <a:ext uri="{FF2B5EF4-FFF2-40B4-BE49-F238E27FC236}">
                <a16:creationId xmlns:a16="http://schemas.microsoft.com/office/drawing/2014/main" id="{58BB0C07-66DB-4636-90B5-64E71683366F}"/>
              </a:ext>
            </a:extLst>
          </p:cNvPr>
          <p:cNvSpPr>
            <a:spLocks xmlns:a="http://schemas.openxmlformats.org/drawingml/2006/main" noGrp="1"/>
          </p:cNvSpPr>
          <p:nvPr/>
        </p:nvSpPr>
        <p:spPr>
          <a:xfrm xmlns:a="http://schemas.openxmlformats.org/drawingml/2006/main">
            <a:off x="619125" y="904875"/>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LECTURE 5</a:t>
            </a:r>
          </a:p>
        </p:txBody>
      </p:sp>
      <p:sp>
        <p:nvSpPr>
          <p:cNvPr id="2" name="Localization">
            <a:extLst xmlns:a="http://schemas.openxmlformats.org/drawingml/2006/main">
              <a:ext uri="{FF2B5EF4-FFF2-40B4-BE49-F238E27FC236}">
                <a16:creationId xmlns:a16="http://schemas.microsoft.com/office/drawing/2014/main" id="{840971CC-6CC6-4C54-B559-E65A426493AC}"/>
              </a:ext>
            </a:extLst>
          </p:cNvPr>
          <p:cNvSpPr>
            <a:spLocks xmlns:a="http://schemas.openxmlformats.org/drawingml/2006/main" noGrp="1"/>
          </p:cNvSpPr>
          <p:nvPr/>
        </p:nvSpPr>
        <p:spPr>
          <a:xfrm xmlns:a="http://schemas.openxmlformats.org/drawingml/2006/main">
            <a:off x="619125" y="1524000"/>
            <a:ext cx="771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Localization</a:t>
            </a:r>
          </a:p>
        </p:txBody>
      </p:sp>
      <p:sp>
        <p:nvSpPr>
          <p:cNvPr id="3" name="for autonomous driving">
            <a:extLst xmlns:a="http://schemas.openxmlformats.org/drawingml/2006/main">
              <a:ext uri="{FF2B5EF4-FFF2-40B4-BE49-F238E27FC236}">
                <a16:creationId xmlns:a16="http://schemas.microsoft.com/office/drawing/2014/main" id="{B46E135B-D04A-4045-8F2E-FCE78301B5FA}"/>
              </a:ext>
            </a:extLst>
          </p:cNvPr>
          <p:cNvSpPr>
            <a:spLocks xmlns:a="http://schemas.openxmlformats.org/drawingml/2006/main" noGrp="1"/>
          </p:cNvSpPr>
          <p:nvPr/>
        </p:nvSpPr>
        <p:spPr>
          <a:xfrm xmlns:a="http://schemas.openxmlformats.org/drawingml/2006/main">
            <a:off x="619125" y="23336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for autonomous driving</a:t>
            </a:r>
          </a:p>
        </p:txBody>
      </p:sp>
      <p:sp>
        <p:nvSpPr>
          <p:cNvPr id="4" name="ICP → AMCL → NDT">
            <a:extLst xmlns:a="http://schemas.openxmlformats.org/drawingml/2006/main">
              <a:ext uri="{FF2B5EF4-FFF2-40B4-BE49-F238E27FC236}">
                <a16:creationId xmlns:a16="http://schemas.microsoft.com/office/drawing/2014/main" id="{A78BFA22-3C51-4A89-A229-F07502FB9B1F}"/>
              </a:ext>
            </a:extLst>
          </p:cNvPr>
          <p:cNvSpPr>
            <a:spLocks xmlns:a="http://schemas.openxmlformats.org/drawingml/2006/main" noGrp="1"/>
          </p:cNvSpPr>
          <p:nvPr/>
        </p:nvSpPr>
        <p:spPr>
          <a:xfrm xmlns:a="http://schemas.openxmlformats.org/drawingml/2006/main">
            <a:off x="619125" y="3143250"/>
            <a:ext cx="771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ICP → AMCL → NDT</a:t>
            </a:r>
          </a:p>
        </p:txBody>
      </p:sp>
      <p:sp>
        <p:nvSpPr>
          <p:cNvPr id="5" name="Introduction to Autonomous Driving · Fall 2026">
            <a:extLst xmlns:a="http://schemas.openxmlformats.org/drawingml/2006/main">
              <a:ext uri="{FF2B5EF4-FFF2-40B4-BE49-F238E27FC236}">
                <a16:creationId xmlns:a16="http://schemas.microsoft.com/office/drawing/2014/main" id="{F7761197-3FCA-47E5-8140-C680FBCB4E79}"/>
              </a:ext>
            </a:extLst>
          </p:cNvPr>
          <p:cNvSpPr>
            <a:spLocks xmlns:a="http://schemas.openxmlformats.org/drawingml/2006/main" noGrp="1"/>
          </p:cNvSpPr>
          <p:nvPr/>
        </p:nvSpPr>
        <p:spPr>
          <a:xfrm xmlns:a="http://schemas.openxmlformats.org/drawingml/2006/main">
            <a:off x="619125" y="4000500"/>
            <a:ext cx="7715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Introduction to Autonomous Driving · Fall 2026</a:t>
            </a:r>
          </a:p>
        </p:txBody>
      </p:sp>
      <p:sp>
        <p:nvSpPr>
          <p:cNvPr id="6" name="1">
            <a:extLst xmlns:a="http://schemas.openxmlformats.org/drawingml/2006/main">
              <a:ext uri="{FF2B5EF4-FFF2-40B4-BE49-F238E27FC236}">
                <a16:creationId xmlns:a16="http://schemas.microsoft.com/office/drawing/2014/main" id="{ED1340FD-A50C-4219-9DC8-9BE7678463B7}"/>
              </a:ext>
            </a:extLst>
          </p:cNvPr>
          <p:cNvSpPr>
            <a:spLocks xmlns:a="http://schemas.openxmlformats.org/drawingml/2006/main" noGrp="1"/>
          </p:cNvSpPr>
          <p:nvPr/>
        </p:nvSpPr>
        <p:spPr>
          <a:xfrm xmlns:a="http://schemas.openxmlformats.org/drawingml/2006/main">
            <a:off x="8429625" y="4829175"/>
            <a:ext cx="285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1</a:t>
            </a:r>
          </a:p>
        </p:txBody>
      </p:sp>
    </p:spTree>
    <p:extLst>
      <p:ext uri="{BB962C8B-B14F-4D97-AF65-F5344CB8AC3E}">
        <p14:creationId xmlns:p14="http://schemas.microsoft.com/office/powerpoint/2010/main" val="105958388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Localization in the autonomy stack">
            <a:extLst xmlns:a="http://schemas.openxmlformats.org/drawingml/2006/main">
              <a:ext uri="{FF2B5EF4-FFF2-40B4-BE49-F238E27FC236}">
                <a16:creationId xmlns:a16="http://schemas.microsoft.com/office/drawing/2014/main" id="{28DA8B6A-3F2C-419C-969C-2D41E7A80BC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Localization in the autonomy stack</a:t>
            </a:r>
          </a:p>
        </p:txBody>
      </p:sp>
      <p:sp>
        <p:nvSpPr>
          <p:cNvPr id="2" name="2">
            <a:extLst xmlns:a="http://schemas.openxmlformats.org/drawingml/2006/main">
              <a:ext uri="{FF2B5EF4-FFF2-40B4-BE49-F238E27FC236}">
                <a16:creationId xmlns:a16="http://schemas.microsoft.com/office/drawing/2014/main" id="{E1AF18A2-0155-4B0B-80BE-7CB83321D9D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a:t>
            </a:r>
          </a:p>
        </p:txBody>
      </p:sp>
      <p:sp>
        <p:nvSpPr>
          <p:cNvPr id="3" name="Perception: what is around the vehicle?">
            <a:extLst xmlns:a="http://schemas.openxmlformats.org/drawingml/2006/main">
              <a:ext uri="{FF2B5EF4-FFF2-40B4-BE49-F238E27FC236}">
                <a16:creationId xmlns:a16="http://schemas.microsoft.com/office/drawing/2014/main" id="{FE8CC9DB-0155-4A45-8027-4D18859E4EFA}"/>
              </a:ext>
            </a:extLst>
          </p:cNvPr>
          <p:cNvSpPr>
            <a:spLocks xmlns:a="http://schemas.openxmlformats.org/drawingml/2006/main" noGrp="1"/>
          </p:cNvSpPr>
          <p:nvPr/>
        </p:nvSpPr>
        <p:spPr>
          <a:xfrm xmlns:a="http://schemas.openxmlformats.org/drawingml/2006/main">
            <a:off x="619125" y="144780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Perception: what is around the vehicle?</a:t>
            </a:r>
          </a:p>
        </p:txBody>
      </p:sp>
      <p:sp>
        <p:nvSpPr>
          <p:cNvPr id="4" name="Calibration: where is the sensor on the vehicle?">
            <a:extLst xmlns:a="http://schemas.openxmlformats.org/drawingml/2006/main">
              <a:ext uri="{FF2B5EF4-FFF2-40B4-BE49-F238E27FC236}">
                <a16:creationId xmlns:a16="http://schemas.microsoft.com/office/drawing/2014/main" id="{1D6E92D7-6024-4C02-AD73-1B87A62D8675}"/>
              </a:ext>
            </a:extLst>
          </p:cNvPr>
          <p:cNvSpPr>
            <a:spLocks xmlns:a="http://schemas.openxmlformats.org/drawingml/2006/main" noGrp="1"/>
          </p:cNvSpPr>
          <p:nvPr/>
        </p:nvSpPr>
        <p:spPr>
          <a:xfrm xmlns:a="http://schemas.openxmlformats.org/drawingml/2006/main">
            <a:off x="619125" y="2257425"/>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Calibration: where is the sensor on the vehicle?</a:t>
            </a:r>
          </a:p>
        </p:txBody>
      </p:sp>
      <p:sp>
        <p:nvSpPr>
          <p:cNvPr id="5" name="Localization: where is the vehicle in the map?">
            <a:extLst xmlns:a="http://schemas.openxmlformats.org/drawingml/2006/main">
              <a:ext uri="{FF2B5EF4-FFF2-40B4-BE49-F238E27FC236}">
                <a16:creationId xmlns:a16="http://schemas.microsoft.com/office/drawing/2014/main" id="{BB7FD35F-C453-48B4-A748-ECC527259FC7}"/>
              </a:ext>
            </a:extLst>
          </p:cNvPr>
          <p:cNvSpPr>
            <a:spLocks xmlns:a="http://schemas.openxmlformats.org/drawingml/2006/main" noGrp="1"/>
          </p:cNvSpPr>
          <p:nvPr/>
        </p:nvSpPr>
        <p:spPr>
          <a:xfrm xmlns:a="http://schemas.openxmlformats.org/drawingml/2006/main">
            <a:off x="619125" y="306705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Localization: where is the vehicle in the map?</a:t>
            </a:r>
          </a:p>
        </p:txBody>
      </p:sp>
      <p:sp>
        <p:nvSpPr>
          <p:cNvPr id="6" name="A calibrated sensor can still belong to a poorly localized vehicl">
            <a:extLst xmlns:a="http://schemas.openxmlformats.org/drawingml/2006/main">
              <a:ext uri="{FF2B5EF4-FFF2-40B4-BE49-F238E27FC236}">
                <a16:creationId xmlns:a16="http://schemas.microsoft.com/office/drawing/2014/main" id="{5FD59D3A-4728-4F4A-AB31-3FE6E371B5D6}"/>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calibrated sensor can still belong to a poorly localized vehicle.</a:t>
            </a:r>
          </a:p>
        </p:txBody>
      </p:sp>
    </p:spTree>
    <p:extLst>
      <p:ext uri="{BB962C8B-B14F-4D97-AF65-F5344CB8AC3E}">
        <p14:creationId xmlns:p14="http://schemas.microsoft.com/office/powerpoint/2010/main" val="180883889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8" name="The pose we want to estimate">
            <a:extLst xmlns:a="http://schemas.openxmlformats.org/drawingml/2006/main">
              <a:ext uri="{FF2B5EF4-FFF2-40B4-BE49-F238E27FC236}">
                <a16:creationId xmlns:a16="http://schemas.microsoft.com/office/drawing/2014/main" id="{5FDC0536-B4A1-4C95-A651-E0BF11BA9A8A}"/>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pose we want to estimate</a:t>
            </a:r>
          </a:p>
        </p:txBody>
      </p:sp>
      <p:sp>
        <p:nvSpPr>
          <p:cNvPr id="2" name="3">
            <a:extLst xmlns:a="http://schemas.openxmlformats.org/drawingml/2006/main">
              <a:ext uri="{FF2B5EF4-FFF2-40B4-BE49-F238E27FC236}">
                <a16:creationId xmlns:a16="http://schemas.microsoft.com/office/drawing/2014/main" id="{59BB5773-A7E4-48E3-A627-0145D1384E53}"/>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a:t>
            </a:r>
          </a:p>
        </p:txBody>
      </p:sp>
      <p:sp>
        <p:nvSpPr>
          <p:cNvPr id="3" name="q_map = R(θ) p_sensor + t">
            <a:extLst xmlns:a="http://schemas.openxmlformats.org/drawingml/2006/main">
              <a:ext uri="{FF2B5EF4-FFF2-40B4-BE49-F238E27FC236}">
                <a16:creationId xmlns:a16="http://schemas.microsoft.com/office/drawing/2014/main" id="{41697CDD-3030-4748-9947-C522794CACF6}"/>
              </a:ext>
            </a:extLst>
          </p:cNvPr>
          <p:cNvSpPr>
            <a:spLocks xmlns:a="http://schemas.openxmlformats.org/drawingml/2006/main" noGrp="1"/>
          </p:cNvSpPr>
          <p:nvPr/>
        </p:nvSpPr>
        <p:spPr>
          <a:xfrm xmlns:a="http://schemas.openxmlformats.org/drawingml/2006/main">
            <a:off x="714375" y="147637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q_map = R(θ) p_sensor + t</a:t>
            </a:r>
          </a:p>
        </p:txBody>
      </p:sp>
      <p:sp>
        <p:nvSpPr>
          <p:cNvPr id="4" name="t = [x, y]ᵀ">
            <a:extLst xmlns:a="http://schemas.openxmlformats.org/drawingml/2006/main">
              <a:ext uri="{FF2B5EF4-FFF2-40B4-BE49-F238E27FC236}">
                <a16:creationId xmlns:a16="http://schemas.microsoft.com/office/drawing/2014/main" id="{416CA864-05A7-43B0-8C86-D4F30ED57371}"/>
              </a:ext>
            </a:extLst>
          </p:cNvPr>
          <p:cNvSpPr>
            <a:spLocks xmlns:a="http://schemas.openxmlformats.org/drawingml/2006/main" noGrp="1"/>
          </p:cNvSpPr>
          <p:nvPr/>
        </p:nvSpPr>
        <p:spPr>
          <a:xfrm xmlns:a="http://schemas.openxmlformats.org/drawingml/2006/main">
            <a:off x="714375" y="2127250"/>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t = [x, y]ᵀ</a:t>
            </a:r>
          </a:p>
        </p:txBody>
      </p:sp>
      <p:sp>
        <p:nvSpPr>
          <p:cNvPr id="5" name="T_map,base = T_map,sensor (T_base,sensor)⁻¹">
            <a:extLst xmlns:a="http://schemas.openxmlformats.org/drawingml/2006/main">
              <a:ext uri="{FF2B5EF4-FFF2-40B4-BE49-F238E27FC236}">
                <a16:creationId xmlns:a16="http://schemas.microsoft.com/office/drawing/2014/main" id="{73B4AB41-990E-4039-A07D-9FDD9DAA6443}"/>
              </a:ext>
            </a:extLst>
          </p:cNvPr>
          <p:cNvSpPr>
            <a:spLocks xmlns:a="http://schemas.openxmlformats.org/drawingml/2006/main" noGrp="1"/>
          </p:cNvSpPr>
          <p:nvPr/>
        </p:nvSpPr>
        <p:spPr>
          <a:xfrm xmlns:a="http://schemas.openxmlformats.org/drawingml/2006/main">
            <a:off x="714375" y="277812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00" b="0">
                <a:solidFill>
                  <a:srgbClr val="00539F"/>
                </a:solidFill>
                <a:latin typeface="Arial"/>
                <a:ea typeface="Arial"/>
                <a:cs typeface="Arial"/>
              </a:defRPr>
            </a:pPr>
            <a:r>
              <a:rPr sz="2100" b="0">
                <a:solidFill>
                  <a:srgbClr val="00539F"/>
                </a:solidFill>
                <a:latin typeface="Arial"/>
                <a:ea typeface="Arial"/>
                <a:cs typeface="Arial"/>
              </a:rPr>
              <a:t>T_map,base = T_map,sensor (T_base,sensor)⁻¹</a:t>
            </a:r>
          </a:p>
        </p:txBody>
      </p:sp>
      <p:sp>
        <p:nvSpPr>
          <p:cNvPr id="6" name="A 2D pose contains x, y, and heading θ.&#10;The map is fixed; the cur">
            <a:extLst xmlns:a="http://schemas.openxmlformats.org/drawingml/2006/main">
              <a:ext uri="{FF2B5EF4-FFF2-40B4-BE49-F238E27FC236}">
                <a16:creationId xmlns:a16="http://schemas.microsoft.com/office/drawing/2014/main" id="{7B8FE1B7-70E7-4823-A031-CE518DAA2B9E}"/>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2D pose contains x, y, and heading θ.</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The map is fixed; the current scan is measured in the sensor frame.</a:t>
            </a:r>
          </a:p>
        </p:txBody>
      </p:sp>
      <p:sp>
        <p:nvSpPr>
          <p:cNvPr id="7" name="The same scan appears in a different map location under each pose">
            <a:extLst xmlns:a="http://schemas.openxmlformats.org/drawingml/2006/main">
              <a:ext uri="{FF2B5EF4-FFF2-40B4-BE49-F238E27FC236}">
                <a16:creationId xmlns:a16="http://schemas.microsoft.com/office/drawing/2014/main" id="{347C2D3C-30EF-4493-8C31-00159FB8F13C}"/>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The same scan appears in a different map location under each pose guess.</a:t>
            </a:r>
          </a:p>
        </p:txBody>
      </p:sp>
    </p:spTree>
    <p:extLst>
      <p:ext uri="{BB962C8B-B14F-4D97-AF65-F5344CB8AC3E}">
        <p14:creationId xmlns:p14="http://schemas.microsoft.com/office/powerpoint/2010/main" val="180883889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 name="Tracking and global localization">
            <a:extLst xmlns:a="http://schemas.openxmlformats.org/drawingml/2006/main">
              <a:ext uri="{FF2B5EF4-FFF2-40B4-BE49-F238E27FC236}">
                <a16:creationId xmlns:a16="http://schemas.microsoft.com/office/drawing/2014/main" id="{153DC037-CBE5-400F-B591-E8757E0C733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Tracking and global localization</a:t>
            </a:r>
          </a:p>
        </p:txBody>
      </p:sp>
      <p:sp>
        <p:nvSpPr>
          <p:cNvPr id="2" name="4">
            <a:extLst xmlns:a="http://schemas.openxmlformats.org/drawingml/2006/main">
              <a:ext uri="{FF2B5EF4-FFF2-40B4-BE49-F238E27FC236}">
                <a16:creationId xmlns:a16="http://schemas.microsoft.com/office/drawing/2014/main" id="{6DB931C6-3C30-487A-95FD-C47B205FE7C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a:t>
            </a:r>
          </a:p>
        </p:txBody>
      </p:sp>
      <p:sp>
        <p:nvSpPr>
          <p:cNvPr id="3" name="Tracking starts with a useful pose estimate.">
            <a:extLst xmlns:a="http://schemas.openxmlformats.org/drawingml/2006/main">
              <a:ext uri="{FF2B5EF4-FFF2-40B4-BE49-F238E27FC236}">
                <a16:creationId xmlns:a16="http://schemas.microsoft.com/office/drawing/2014/main" id="{45104C0D-1C35-46CE-8D91-E236A2A71B31}"/>
              </a:ext>
            </a:extLst>
          </p:cNvPr>
          <p:cNvSpPr>
            <a:spLocks xmlns:a="http://schemas.openxmlformats.org/drawingml/2006/main" noGrp="1"/>
          </p:cNvSpPr>
          <p:nvPr/>
        </p:nvSpPr>
        <p:spPr>
          <a:xfrm xmlns:a="http://schemas.openxmlformats.org/drawingml/2006/main">
            <a:off x="619125" y="144780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Tracking starts with a useful pose estimate.</a:t>
            </a:r>
          </a:p>
        </p:txBody>
      </p:sp>
      <p:sp>
        <p:nvSpPr>
          <p:cNvPr id="4" name="Global localization starts with uncertainty across the map.">
            <a:extLst xmlns:a="http://schemas.openxmlformats.org/drawingml/2006/main">
              <a:ext uri="{FF2B5EF4-FFF2-40B4-BE49-F238E27FC236}">
                <a16:creationId xmlns:a16="http://schemas.microsoft.com/office/drawing/2014/main" id="{2E9064AF-A623-4437-AD76-D5EED146603B}"/>
              </a:ext>
            </a:extLst>
          </p:cNvPr>
          <p:cNvSpPr>
            <a:spLocks xmlns:a="http://schemas.openxmlformats.org/drawingml/2006/main" noGrp="1"/>
          </p:cNvSpPr>
          <p:nvPr/>
        </p:nvSpPr>
        <p:spPr>
          <a:xfrm xmlns:a="http://schemas.openxmlformats.org/drawingml/2006/main">
            <a:off x="619125" y="2257425"/>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Global localization starts with uncertainty across the map.</a:t>
            </a:r>
          </a:p>
        </p:txBody>
      </p:sp>
      <p:sp>
        <p:nvSpPr>
          <p:cNvPr id="5" name="Relocalization is needed when the estimate becomes wrong.">
            <a:extLst xmlns:a="http://schemas.openxmlformats.org/drawingml/2006/main">
              <a:ext uri="{FF2B5EF4-FFF2-40B4-BE49-F238E27FC236}">
                <a16:creationId xmlns:a16="http://schemas.microsoft.com/office/drawing/2014/main" id="{DD6FBB59-A450-44D9-87FC-86B1D853ECB8}"/>
              </a:ext>
            </a:extLst>
          </p:cNvPr>
          <p:cNvSpPr>
            <a:spLocks xmlns:a="http://schemas.openxmlformats.org/drawingml/2006/main" noGrp="1"/>
          </p:cNvSpPr>
          <p:nvPr/>
        </p:nvSpPr>
        <p:spPr>
          <a:xfrm xmlns:a="http://schemas.openxmlformats.org/drawingml/2006/main">
            <a:off x="619125" y="306705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Relocalization is needed when the estimate becomes wrong.</a:t>
            </a:r>
          </a:p>
        </p:txBody>
      </p:sp>
      <p:sp>
        <p:nvSpPr>
          <p:cNvPr id="6" name="A local scan matcher usually needs help to find the correct regio">
            <a:extLst xmlns:a="http://schemas.openxmlformats.org/drawingml/2006/main">
              <a:ext uri="{FF2B5EF4-FFF2-40B4-BE49-F238E27FC236}">
                <a16:creationId xmlns:a16="http://schemas.microsoft.com/office/drawing/2014/main" id="{7F06F5E0-1FC0-4C0A-99C1-1B57578F80A0}"/>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local scan matcher usually needs help to find the correct region.</a:t>
            </a:r>
          </a:p>
        </p:txBody>
      </p:sp>
    </p:spTree>
    <p:extLst>
      <p:ext uri="{BB962C8B-B14F-4D97-AF65-F5344CB8AC3E}">
        <p14:creationId xmlns:p14="http://schemas.microsoft.com/office/powerpoint/2010/main" val="180883889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6" name="ICP: a scan and a point map">
            <a:extLst xmlns:a="http://schemas.openxmlformats.org/drawingml/2006/main">
              <a:ext uri="{FF2B5EF4-FFF2-40B4-BE49-F238E27FC236}">
                <a16:creationId xmlns:a16="http://schemas.microsoft.com/office/drawing/2014/main" id="{E6DAE750-4568-4836-960B-CC809D0B857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ICP: a scan and a point map</a:t>
            </a:r>
          </a:p>
        </p:txBody>
      </p:sp>
      <p:sp>
        <p:nvSpPr>
          <p:cNvPr id="2" name="5">
            <a:extLst xmlns:a="http://schemas.openxmlformats.org/drawingml/2006/main">
              <a:ext uri="{FF2B5EF4-FFF2-40B4-BE49-F238E27FC236}">
                <a16:creationId xmlns:a16="http://schemas.microsoft.com/office/drawing/2014/main" id="{EACCEAB8-965A-4A12-BC8F-59A1BB52212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5</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0920db465e24ff7"/>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Gray points belong to the map.&#10;&#10;Orange points are the scan under ">
            <a:extLst xmlns:a="http://schemas.openxmlformats.org/drawingml/2006/main">
              <a:ext uri="{FF2B5EF4-FFF2-40B4-BE49-F238E27FC236}">
                <a16:creationId xmlns:a16="http://schemas.microsoft.com/office/drawing/2014/main" id="{82ABD051-986B-48FE-A04A-D98CF6493E89}"/>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Gray points belong to the map.</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Orange points are the scan under the current pose guess.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We want one rigid transform that aligns them.</a:t>
            </a:r>
          </a:p>
        </p:txBody>
      </p:sp>
      <p:sp>
        <p:nvSpPr>
          <p:cNvPr id="5" name="Iterative Closest Point alternates association and pose estimatio">
            <a:extLst xmlns:a="http://schemas.openxmlformats.org/drawingml/2006/main">
              <a:ext uri="{FF2B5EF4-FFF2-40B4-BE49-F238E27FC236}">
                <a16:creationId xmlns:a16="http://schemas.microsoft.com/office/drawing/2014/main" id="{502E03F1-A8C9-4FC0-AA8B-884AF8B36B2A}"/>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Iterative Closest Point alternates association and pose estimation.</a:t>
            </a:r>
          </a:p>
        </p:txBody>
      </p:sp>
    </p:spTree>
    <p:extLst>
      <p:ext uri="{BB962C8B-B14F-4D97-AF65-F5344CB8AC3E}">
        <p14:creationId xmlns:p14="http://schemas.microsoft.com/office/powerpoint/2010/main" val="180883889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Nearest-point correspondences">
            <a:extLst xmlns:a="http://schemas.openxmlformats.org/drawingml/2006/main">
              <a:ext uri="{FF2B5EF4-FFF2-40B4-BE49-F238E27FC236}">
                <a16:creationId xmlns:a16="http://schemas.microsoft.com/office/drawing/2014/main" id="{079D3921-341A-44BB-9999-96BA6F65D1E0}"/>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Nearest-point correspondences</a:t>
            </a:r>
          </a:p>
        </p:txBody>
      </p:sp>
      <p:sp>
        <p:nvSpPr>
          <p:cNvPr id="2" name="6">
            <a:extLst xmlns:a="http://schemas.openxmlformats.org/drawingml/2006/main">
              <a:ext uri="{FF2B5EF4-FFF2-40B4-BE49-F238E27FC236}">
                <a16:creationId xmlns:a16="http://schemas.microsoft.com/office/drawing/2014/main" id="{1FD72976-07EB-4308-B9D9-1110BB9B7F0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6</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6b45013cd9747af"/>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Transform the scan using the current pose.&#10;&#10;For each scan point, ">
            <a:extLst xmlns:a="http://schemas.openxmlformats.org/drawingml/2006/main">
              <a:ext uri="{FF2B5EF4-FFF2-40B4-BE49-F238E27FC236}">
                <a16:creationId xmlns:a16="http://schemas.microsoft.com/office/drawing/2014/main" id="{D743E229-6472-4CFE-8CF8-B254F321112C}"/>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Transform the scan using the current pose.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For each scan point, find the closest map point.</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Reject pairs that are too far apart.</a:t>
            </a:r>
          </a:p>
        </p:txBody>
      </p:sp>
      <p:sp>
        <p:nvSpPr>
          <p:cNvPr id="5" name="Nearest is a geometric guess; it does not establish physical iden">
            <a:extLst xmlns:a="http://schemas.openxmlformats.org/drawingml/2006/main">
              <a:ext uri="{FF2B5EF4-FFF2-40B4-BE49-F238E27FC236}">
                <a16:creationId xmlns:a16="http://schemas.microsoft.com/office/drawing/2014/main" id="{A024BCC4-513D-4C76-B5DE-1B9A1AC3E151}"/>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Nearest is a geometric guess; it does not establish physical identity.</a:t>
            </a:r>
          </a:p>
        </p:txBody>
      </p:sp>
    </p:spTree>
    <p:extLst>
      <p:ext uri="{BB962C8B-B14F-4D97-AF65-F5344CB8AC3E}">
        <p14:creationId xmlns:p14="http://schemas.microsoft.com/office/powerpoint/2010/main" val="180883889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8" name="The rigid alignment objective">
            <a:extLst xmlns:a="http://schemas.openxmlformats.org/drawingml/2006/main">
              <a:ext uri="{FF2B5EF4-FFF2-40B4-BE49-F238E27FC236}">
                <a16:creationId xmlns:a16="http://schemas.microsoft.com/office/drawing/2014/main" id="{3CB37008-B417-4441-BA27-41B387144E3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rigid alignment objective</a:t>
            </a:r>
          </a:p>
        </p:txBody>
      </p:sp>
      <p:sp>
        <p:nvSpPr>
          <p:cNvPr id="2" name="7">
            <a:extLst xmlns:a="http://schemas.openxmlformats.org/drawingml/2006/main">
              <a:ext uri="{FF2B5EF4-FFF2-40B4-BE49-F238E27FC236}">
                <a16:creationId xmlns:a16="http://schemas.microsoft.com/office/drawing/2014/main" id="{6A632CE7-F6C0-4B32-A07D-19DD45065F0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7</a:t>
            </a:r>
          </a:p>
        </p:txBody>
      </p:sp>
      <p:sp>
        <p:nvSpPr>
          <p:cNvPr id="3" name="c(i) = nearest map point to R pᵢ + t">
            <a:extLst xmlns:a="http://schemas.openxmlformats.org/drawingml/2006/main">
              <a:ext uri="{FF2B5EF4-FFF2-40B4-BE49-F238E27FC236}">
                <a16:creationId xmlns:a16="http://schemas.microsoft.com/office/drawing/2014/main" id="{0806782E-FBC5-40FF-9D07-4DECAF0313C1}"/>
              </a:ext>
            </a:extLst>
          </p:cNvPr>
          <p:cNvSpPr>
            <a:spLocks xmlns:a="http://schemas.openxmlformats.org/drawingml/2006/main" noGrp="1"/>
          </p:cNvSpPr>
          <p:nvPr/>
        </p:nvSpPr>
        <p:spPr>
          <a:xfrm xmlns:a="http://schemas.openxmlformats.org/drawingml/2006/main">
            <a:off x="714375" y="147637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c(i) = nearest map point to R pᵢ + t</a:t>
            </a:r>
          </a:p>
        </p:txBody>
      </p:sp>
      <p:sp>
        <p:nvSpPr>
          <p:cNvPr id="4" name="E(R, t) = Σᵢ ‖R pᵢ + t − q_c(i)‖²">
            <a:extLst xmlns:a="http://schemas.openxmlformats.org/drawingml/2006/main">
              <a:ext uri="{FF2B5EF4-FFF2-40B4-BE49-F238E27FC236}">
                <a16:creationId xmlns:a16="http://schemas.microsoft.com/office/drawing/2014/main" id="{036905E1-689E-4AF0-8EDA-32678D26B54B}"/>
              </a:ext>
            </a:extLst>
          </p:cNvPr>
          <p:cNvSpPr>
            <a:spLocks xmlns:a="http://schemas.openxmlformats.org/drawingml/2006/main" noGrp="1"/>
          </p:cNvSpPr>
          <p:nvPr/>
        </p:nvSpPr>
        <p:spPr>
          <a:xfrm xmlns:a="http://schemas.openxmlformats.org/drawingml/2006/main">
            <a:off x="714375" y="2127250"/>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E(R, t) = Σᵢ ‖R pᵢ + t − q_c(i)‖²</a:t>
            </a:r>
          </a:p>
        </p:txBody>
      </p:sp>
      <p:sp>
        <p:nvSpPr>
          <p:cNvPr id="5" name="RᵀR = I,   det(R) = +1">
            <a:extLst xmlns:a="http://schemas.openxmlformats.org/drawingml/2006/main">
              <a:ext uri="{FF2B5EF4-FFF2-40B4-BE49-F238E27FC236}">
                <a16:creationId xmlns:a16="http://schemas.microsoft.com/office/drawing/2014/main" id="{BBCD244A-BF67-4F78-A440-F1FDD9830CF5}"/>
              </a:ext>
            </a:extLst>
          </p:cNvPr>
          <p:cNvSpPr>
            <a:spLocks xmlns:a="http://schemas.openxmlformats.org/drawingml/2006/main" noGrp="1"/>
          </p:cNvSpPr>
          <p:nvPr/>
        </p:nvSpPr>
        <p:spPr>
          <a:xfrm xmlns:a="http://schemas.openxmlformats.org/drawingml/2006/main">
            <a:off x="714375" y="277812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RᵀR = I,   det(R) = +1</a:t>
            </a:r>
          </a:p>
        </p:txBody>
      </p:sp>
      <p:sp>
        <p:nvSpPr>
          <p:cNvPr id="6" name="Keep the current correspondences fixed during this solve.&#10;Find th">
            <a:extLst xmlns:a="http://schemas.openxmlformats.org/drawingml/2006/main">
              <a:ext uri="{FF2B5EF4-FFF2-40B4-BE49-F238E27FC236}">
                <a16:creationId xmlns:a16="http://schemas.microsoft.com/office/drawing/2014/main" id="{D21DBB91-A466-41B3-8E07-98C259485751}"/>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Keep the current correspondences fixed during this solve.</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Find the rotation and translation that minimize squared distances.</a:t>
            </a:r>
          </a:p>
        </p:txBody>
      </p:sp>
      <p:sp>
        <p:nvSpPr>
          <p:cNvPr id="7" name="One transform moves the whole scan; points cannot move independen">
            <a:extLst xmlns:a="http://schemas.openxmlformats.org/drawingml/2006/main">
              <a:ext uri="{FF2B5EF4-FFF2-40B4-BE49-F238E27FC236}">
                <a16:creationId xmlns:a16="http://schemas.microsoft.com/office/drawing/2014/main" id="{B44D6F2B-CC54-4167-94AE-180B743D3060}"/>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One transform moves the whole scan; points cannot move independently.</a:t>
            </a:r>
          </a:p>
        </p:txBody>
      </p:sp>
    </p:spTree>
    <p:extLst>
      <p:ext uri="{BB962C8B-B14F-4D97-AF65-F5344CB8AC3E}">
        <p14:creationId xmlns:p14="http://schemas.microsoft.com/office/powerpoint/2010/main" val="180883889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One ICP iteration">
            <a:extLst xmlns:a="http://schemas.openxmlformats.org/drawingml/2006/main">
              <a:ext uri="{FF2B5EF4-FFF2-40B4-BE49-F238E27FC236}">
                <a16:creationId xmlns:a16="http://schemas.microsoft.com/office/drawing/2014/main" id="{682A025E-FC7E-4E78-AABF-8811FB66320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One ICP iteration</a:t>
            </a:r>
          </a:p>
        </p:txBody>
      </p:sp>
      <p:sp>
        <p:nvSpPr>
          <p:cNvPr id="2" name="8">
            <a:extLst xmlns:a="http://schemas.openxmlformats.org/drawingml/2006/main">
              <a:ext uri="{FF2B5EF4-FFF2-40B4-BE49-F238E27FC236}">
                <a16:creationId xmlns:a16="http://schemas.microsoft.com/office/drawing/2014/main" id="{9ABDFDD2-3E92-4F40-ABAB-3D20E8ED9B5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8</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d264ea7064324748"/>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Associate points.&#10;&#10;Solve the rigid update.&#10;&#10;Apply the update, the">
            <a:extLst xmlns:a="http://schemas.openxmlformats.org/drawingml/2006/main">
              <a:ext uri="{FF2B5EF4-FFF2-40B4-BE49-F238E27FC236}">
                <a16:creationId xmlns:a16="http://schemas.microsoft.com/office/drawing/2014/main" id="{2FE3EEC6-FBFC-454E-9CA7-96998329E5EA}"/>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Associate points.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Solve the rigid update.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Apply the update, then associate again.</a:t>
            </a:r>
          </a:p>
        </p:txBody>
      </p:sp>
      <p:sp>
        <p:nvSpPr>
          <p:cNvPr id="5" name="Correspondences change because the estimated pose changes.">
            <a:extLst xmlns:a="http://schemas.openxmlformats.org/drawingml/2006/main">
              <a:ext uri="{FF2B5EF4-FFF2-40B4-BE49-F238E27FC236}">
                <a16:creationId xmlns:a16="http://schemas.microsoft.com/office/drawing/2014/main" id="{3FEA47A1-DB61-44BA-9C3B-541348CAE8AE}"/>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Correspondences change because the estimated pose changes.</a:t>
            </a:r>
          </a:p>
        </p:txBody>
      </p:sp>
    </p:spTree>
    <p:extLst>
      <p:ext uri="{BB962C8B-B14F-4D97-AF65-F5344CB8AC3E}">
        <p14:creationId xmlns:p14="http://schemas.microsoft.com/office/powerpoint/2010/main" val="180883889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Convergence and pose accuracy">
            <a:extLst xmlns:a="http://schemas.openxmlformats.org/drawingml/2006/main">
              <a:ext uri="{FF2B5EF4-FFF2-40B4-BE49-F238E27FC236}">
                <a16:creationId xmlns:a16="http://schemas.microsoft.com/office/drawing/2014/main" id="{5A1A655C-D1E6-477C-9265-B2223A141A90}"/>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Convergence and pose accuracy</a:t>
            </a:r>
          </a:p>
        </p:txBody>
      </p:sp>
      <p:sp>
        <p:nvSpPr>
          <p:cNvPr id="2" name="9">
            <a:extLst xmlns:a="http://schemas.openxmlformats.org/drawingml/2006/main">
              <a:ext uri="{FF2B5EF4-FFF2-40B4-BE49-F238E27FC236}">
                <a16:creationId xmlns:a16="http://schemas.microsoft.com/office/drawing/2014/main" id="{CC5EDB2B-59A5-44A6-81DD-EC8AF7BEA6C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9</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1753848a8b4c47e9"/>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The orange scan approaches the map.&#10;&#10;The optimization stops when ">
            <a:extLst xmlns:a="http://schemas.openxmlformats.org/drawingml/2006/main">
              <a:ext uri="{FF2B5EF4-FFF2-40B4-BE49-F238E27FC236}">
                <a16:creationId xmlns:a16="http://schemas.microsoft.com/office/drawing/2014/main" id="{8035A35A-1812-43D4-928D-B7AA42B1A8FD}"/>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The orange scan approaches the map.</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The optimization stops when updates become small.</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Small updates alone do not prove the pose is correct.</a:t>
            </a:r>
          </a:p>
        </p:txBody>
      </p:sp>
      <p:sp>
        <p:nvSpPr>
          <p:cNvPr id="5" name="A convergence flag is a stopping condition, not a localization gu">
            <a:extLst xmlns:a="http://schemas.openxmlformats.org/drawingml/2006/main">
              <a:ext uri="{FF2B5EF4-FFF2-40B4-BE49-F238E27FC236}">
                <a16:creationId xmlns:a16="http://schemas.microsoft.com/office/drawing/2014/main" id="{6DE73C46-19CF-46A5-85C1-A49F547550C1}"/>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convergence flag is a stopping condition, not a localization guarantee.</a:t>
            </a:r>
          </a:p>
        </p:txBody>
      </p:sp>
    </p:spTree>
    <p:extLst>
      <p:ext uri="{BB962C8B-B14F-4D97-AF65-F5344CB8AC3E}">
        <p14:creationId xmlns:p14="http://schemas.microsoft.com/office/powerpoint/2010/main" val="180883889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6" name="ICP with a poor initial guess">
            <a:extLst xmlns:a="http://schemas.openxmlformats.org/drawingml/2006/main">
              <a:ext uri="{FF2B5EF4-FFF2-40B4-BE49-F238E27FC236}">
                <a16:creationId xmlns:a16="http://schemas.microsoft.com/office/drawing/2014/main" id="{F6E0C4D1-6871-4AFF-9C33-209247E999E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ICP with a poor initial guess</a:t>
            </a:r>
          </a:p>
        </p:txBody>
      </p:sp>
      <p:sp>
        <p:nvSpPr>
          <p:cNvPr id="2" name="10">
            <a:extLst xmlns:a="http://schemas.openxmlformats.org/drawingml/2006/main">
              <a:ext uri="{FF2B5EF4-FFF2-40B4-BE49-F238E27FC236}">
                <a16:creationId xmlns:a16="http://schemas.microsoft.com/office/drawing/2014/main" id="{C6835D34-90A6-4231-8B2E-95DF82D0DA6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10</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619a3efc64014e0d"/>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Wrong neighbors can support a wrong alignment.&#10;&#10;Repeated geometry">
            <a:extLst xmlns:a="http://schemas.openxmlformats.org/drawingml/2006/main">
              <a:ext uri="{FF2B5EF4-FFF2-40B4-BE49-F238E27FC236}">
                <a16:creationId xmlns:a16="http://schemas.microsoft.com/office/drawing/2014/main" id="{2D84B0E3-63B1-4BD3-A325-2260D0B77F27}"/>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Wrong neighbors can support a wrong alignment.</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Repeated geometry makes the mismatch harder to detect.</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More iterations can refine the wrong solution.</a:t>
            </a:r>
          </a:p>
        </p:txBody>
      </p:sp>
      <p:sp>
        <p:nvSpPr>
          <p:cNvPr id="5" name="Local optimization cannot reliably replace global initialization.">
            <a:extLst xmlns:a="http://schemas.openxmlformats.org/drawingml/2006/main">
              <a:ext uri="{FF2B5EF4-FFF2-40B4-BE49-F238E27FC236}">
                <a16:creationId xmlns:a16="http://schemas.microsoft.com/office/drawing/2014/main" id="{3ACB4C9F-0FA7-484F-80A4-0D5A395ED0B5}"/>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Local optimization cannot reliably replace global initialization.</a:t>
            </a:r>
          </a:p>
        </p:txBody>
      </p:sp>
    </p:spTree>
    <p:extLst>
      <p:ext uri="{BB962C8B-B14F-4D97-AF65-F5344CB8AC3E}">
        <p14:creationId xmlns:p14="http://schemas.microsoft.com/office/powerpoint/2010/main" val="180883889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7" name="ICP variants and practical limits">
            <a:extLst xmlns:a="http://schemas.openxmlformats.org/drawingml/2006/main">
              <a:ext uri="{FF2B5EF4-FFF2-40B4-BE49-F238E27FC236}">
                <a16:creationId xmlns:a16="http://schemas.microsoft.com/office/drawing/2014/main" id="{7C7AB014-64AB-47A0-89D8-18DED63B485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ICP variants and practical limits</a:t>
            </a:r>
          </a:p>
        </p:txBody>
      </p:sp>
      <p:sp>
        <p:nvSpPr>
          <p:cNvPr id="2" name="11">
            <a:extLst xmlns:a="http://schemas.openxmlformats.org/drawingml/2006/main">
              <a:ext uri="{FF2B5EF4-FFF2-40B4-BE49-F238E27FC236}">
                <a16:creationId xmlns:a16="http://schemas.microsoft.com/office/drawing/2014/main" id="{18CE8970-E1A3-4241-A062-D6BDDAAE1B6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11</a:t>
            </a:r>
          </a:p>
        </p:txBody>
      </p:sp>
      <p:sp>
        <p:nvSpPr>
          <p:cNvPr id="3" name="Point-to-point ICP minimizes Euclidean point distances.">
            <a:extLst xmlns:a="http://schemas.openxmlformats.org/drawingml/2006/main">
              <a:ext uri="{FF2B5EF4-FFF2-40B4-BE49-F238E27FC236}">
                <a16:creationId xmlns:a16="http://schemas.microsoft.com/office/drawing/2014/main" id="{1F1310BE-28EF-4DFC-B3D8-8EA31BA6E1E4}"/>
              </a:ext>
            </a:extLst>
          </p:cNvPr>
          <p:cNvSpPr>
            <a:spLocks xmlns:a="http://schemas.openxmlformats.org/drawingml/2006/main" noGrp="1"/>
          </p:cNvSpPr>
          <p:nvPr/>
        </p:nvSpPr>
        <p:spPr>
          <a:xfrm xmlns:a="http://schemas.openxmlformats.org/drawingml/2006/main">
            <a:off x="619125" y="144780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Point-to-point ICP minimizes Euclidean point distances.</a:t>
            </a:r>
          </a:p>
        </p:txBody>
      </p:sp>
      <p:sp>
        <p:nvSpPr>
          <p:cNvPr id="4" name="Point-to-plane ICP minimizes displacement along surface normals.">
            <a:extLst xmlns:a="http://schemas.openxmlformats.org/drawingml/2006/main">
              <a:ext uri="{FF2B5EF4-FFF2-40B4-BE49-F238E27FC236}">
                <a16:creationId xmlns:a16="http://schemas.microsoft.com/office/drawing/2014/main" id="{F7142DA8-BF45-4A21-A23E-0F40D14B7DBC}"/>
              </a:ext>
            </a:extLst>
          </p:cNvPr>
          <p:cNvSpPr>
            <a:spLocks xmlns:a="http://schemas.openxmlformats.org/drawingml/2006/main" noGrp="1"/>
          </p:cNvSpPr>
          <p:nvPr/>
        </p:nvSpPr>
        <p:spPr>
          <a:xfrm xmlns:a="http://schemas.openxmlformats.org/drawingml/2006/main">
            <a:off x="619125" y="2257425"/>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Point-to-plane ICP minimizes displacement along surface normals.</a:t>
            </a:r>
          </a:p>
        </p:txBody>
      </p:sp>
      <p:sp>
        <p:nvSpPr>
          <p:cNvPr id="5" name="Dynamic objects and weak overlap can corrupt either objective.">
            <a:extLst xmlns:a="http://schemas.openxmlformats.org/drawingml/2006/main">
              <a:ext uri="{FF2B5EF4-FFF2-40B4-BE49-F238E27FC236}">
                <a16:creationId xmlns:a16="http://schemas.microsoft.com/office/drawing/2014/main" id="{B241E911-5617-4153-882D-03CFFE002D84}"/>
              </a:ext>
            </a:extLst>
          </p:cNvPr>
          <p:cNvSpPr>
            <a:spLocks xmlns:a="http://schemas.openxmlformats.org/drawingml/2006/main" noGrp="1"/>
          </p:cNvSpPr>
          <p:nvPr/>
        </p:nvSpPr>
        <p:spPr>
          <a:xfrm xmlns:a="http://schemas.openxmlformats.org/drawingml/2006/main">
            <a:off x="619125" y="306705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Dynamic objects and weak overlap can corrupt either objective.</a:t>
            </a:r>
          </a:p>
        </p:txBody>
      </p:sp>
      <p:sp>
        <p:nvSpPr>
          <p:cNvPr id="6" name="A long flat wall constrains some directions more strongly than ot">
            <a:extLst xmlns:a="http://schemas.openxmlformats.org/drawingml/2006/main">
              <a:ext uri="{FF2B5EF4-FFF2-40B4-BE49-F238E27FC236}">
                <a16:creationId xmlns:a16="http://schemas.microsoft.com/office/drawing/2014/main" id="{5C231E73-733F-47A5-A8FC-B4580482B5E5}"/>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long flat wall constrains some directions more strongly than others.</a:t>
            </a:r>
          </a:p>
        </p:txBody>
      </p:sp>
    </p:spTree>
    <p:extLst>
      <p:ext uri="{BB962C8B-B14F-4D97-AF65-F5344CB8AC3E}">
        <p14:creationId xmlns:p14="http://schemas.microsoft.com/office/powerpoint/2010/main" val="180883889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7" name="ICP interactive demo">
            <a:extLst xmlns:a="http://schemas.openxmlformats.org/drawingml/2006/main">
              <a:ext uri="{FF2B5EF4-FFF2-40B4-BE49-F238E27FC236}">
                <a16:creationId xmlns:a16="http://schemas.microsoft.com/office/drawing/2014/main" id="{D27D00F7-50DE-4B1A-8095-6AB519C8FCE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ICP interactive demo</a:t>
            </a:r>
          </a:p>
        </p:txBody>
      </p:sp>
      <p:sp>
        <p:nvSpPr>
          <p:cNvPr id="2" name="12">
            <a:extLst xmlns:a="http://schemas.openxmlformats.org/drawingml/2006/main">
              <a:ext uri="{FF2B5EF4-FFF2-40B4-BE49-F238E27FC236}">
                <a16:creationId xmlns:a16="http://schemas.microsoft.com/office/drawing/2014/main" id="{87C99A1D-5B5A-4A98-AD74-6BABB5CB35B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12</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f20cf2cfb474f61"/>
          <a:stretch xmlns:a="http://schemas.openxmlformats.org/drawingml/2006/main"/>
        </p:blipFill>
        <p:spPr>
          <a:xfrm xmlns:a="http://schemas.openxmlformats.org/drawingml/2006/main">
            <a:off x="1173745" y="1400175"/>
            <a:ext cx="3929485" cy="2667000"/>
          </a:xfrm>
          <a:prstGeom xmlns:a="http://schemas.openxmlformats.org/drawingml/2006/main" prst="rect">
            <a:avLst/>
          </a:prstGeom>
        </p:spPr>
      </p:pic>
      <p:sp>
        <p:nvSpPr>
          <p:cNvPr id="4" name="Watch the correspondence lines update.&#10;&#10;Compare nearby and poor i">
            <a:extLst xmlns:a="http://schemas.openxmlformats.org/drawingml/2006/main">
              <a:ext uri="{FF2B5EF4-FFF2-40B4-BE49-F238E27FC236}">
                <a16:creationId xmlns:a16="http://schemas.microsoft.com/office/drawing/2014/main" id="{7AA7F192-946B-46CE-B50B-FC496E43339E}"/>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Watch the correspondence lines update.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Compare nearby and poor initial guesses.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Reduce the correspondence gate and inspect the match count.</a:t>
            </a:r>
          </a:p>
        </p:txBody>
      </p:sp>
      <p:sp>
        <p:nvSpPr>
          <p:cNvPr id="5" name="Open interactive demo">
            <a:extLst xmlns:a="http://schemas.openxmlformats.org/drawingml/2006/main">
              <a:ext uri="{FF2B5EF4-FFF2-40B4-BE49-F238E27FC236}">
                <a16:creationId xmlns:a16="http://schemas.microsoft.com/office/drawing/2014/main" id="{964C0562-CC79-4012-9F93-D8961DB9793E}"/>
              </a:ext>
            </a:extLst>
          </p:cNvPr>
          <p:cNvSpPr>
            <a:spLocks xmlns:a="http://schemas.openxmlformats.org/drawingml/2006/main" noGrp="1"/>
          </p:cNvSpPr>
          <p:nvPr/>
        </p:nvSpPr>
        <p:spPr>
          <a:xfrm xmlns:a="http://schemas.openxmlformats.org/drawingml/2006/main">
            <a:off x="523875" y="417195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6b03b590e644319"/>
              </a:rPr>
              <a:t>Open interactive demo</a:t>
            </a:r>
          </a:p>
        </p:txBody>
      </p:sp>
      <p:sp>
        <p:nvSpPr>
          <p:cNvPr id="6" name="Predict the outcome before advancing an iteration.">
            <a:extLst xmlns:a="http://schemas.openxmlformats.org/drawingml/2006/main">
              <a:ext uri="{FF2B5EF4-FFF2-40B4-BE49-F238E27FC236}">
                <a16:creationId xmlns:a16="http://schemas.microsoft.com/office/drawing/2014/main" id="{D607A401-69FF-4559-BA30-D76CEC9C959C}"/>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a:hlinkClick xmlns:r="http://schemas.openxmlformats.org/officeDocument/2006/relationships" r:id="R8175d737d07143dc"/>
              </a:rPr>
              <a:t>Predict the outcome before advancing an iteration.</a:t>
            </a:r>
          </a:p>
        </p:txBody>
      </p:sp>
    </p:spTree>
    <p:extLst>
      <p:ext uri="{BB962C8B-B14F-4D97-AF65-F5344CB8AC3E}">
        <p14:creationId xmlns:p14="http://schemas.microsoft.com/office/powerpoint/2010/main" val="180883889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7" name="Pose uncertainty beyond one guess">
            <a:extLst xmlns:a="http://schemas.openxmlformats.org/drawingml/2006/main">
              <a:ext uri="{FF2B5EF4-FFF2-40B4-BE49-F238E27FC236}">
                <a16:creationId xmlns:a16="http://schemas.microsoft.com/office/drawing/2014/main" id="{F146C4FD-4F86-47C6-B98C-18B6241DB6B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Pose uncertainty beyond one guess</a:t>
            </a:r>
          </a:p>
        </p:txBody>
      </p:sp>
      <p:sp>
        <p:nvSpPr>
          <p:cNvPr id="2" name="13">
            <a:extLst xmlns:a="http://schemas.openxmlformats.org/drawingml/2006/main">
              <a:ext uri="{FF2B5EF4-FFF2-40B4-BE49-F238E27FC236}">
                <a16:creationId xmlns:a16="http://schemas.microsoft.com/office/drawing/2014/main" id="{CB26B4F6-F60F-4FAB-8D15-398209BCE6AB}"/>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13</a:t>
            </a:r>
          </a:p>
        </p:txBody>
      </p:sp>
      <p:sp>
        <p:nvSpPr>
          <p:cNvPr id="3" name="A scan matcher follows one current pose guess.">
            <a:extLst xmlns:a="http://schemas.openxmlformats.org/drawingml/2006/main">
              <a:ext uri="{FF2B5EF4-FFF2-40B4-BE49-F238E27FC236}">
                <a16:creationId xmlns:a16="http://schemas.microsoft.com/office/drawing/2014/main" id="{449768EF-F7EF-4577-808E-5B93F354B626}"/>
              </a:ext>
            </a:extLst>
          </p:cNvPr>
          <p:cNvSpPr>
            <a:spLocks xmlns:a="http://schemas.openxmlformats.org/drawingml/2006/main" noGrp="1"/>
          </p:cNvSpPr>
          <p:nvPr/>
        </p:nvSpPr>
        <p:spPr>
          <a:xfrm xmlns:a="http://schemas.openxmlformats.org/drawingml/2006/main">
            <a:off x="619125" y="144780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scan matcher follows one current pose guess.</a:t>
            </a:r>
          </a:p>
        </p:txBody>
      </p:sp>
      <p:sp>
        <p:nvSpPr>
          <p:cNvPr id="4" name="The vehicle may plausibly be in several places.">
            <a:extLst xmlns:a="http://schemas.openxmlformats.org/drawingml/2006/main">
              <a:ext uri="{FF2B5EF4-FFF2-40B4-BE49-F238E27FC236}">
                <a16:creationId xmlns:a16="http://schemas.microsoft.com/office/drawing/2014/main" id="{BD930084-B296-4BEB-B5B8-C2BA4C32307F}"/>
              </a:ext>
            </a:extLst>
          </p:cNvPr>
          <p:cNvSpPr>
            <a:spLocks xmlns:a="http://schemas.openxmlformats.org/drawingml/2006/main" noGrp="1"/>
          </p:cNvSpPr>
          <p:nvPr/>
        </p:nvSpPr>
        <p:spPr>
          <a:xfrm xmlns:a="http://schemas.openxmlformats.org/drawingml/2006/main">
            <a:off x="619125" y="2257425"/>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The vehicle may plausibly be in several places.</a:t>
            </a:r>
          </a:p>
        </p:txBody>
      </p:sp>
      <p:sp>
        <p:nvSpPr>
          <p:cNvPr id="5" name="A localization filter can preserve competing hypotheses.">
            <a:extLst xmlns:a="http://schemas.openxmlformats.org/drawingml/2006/main">
              <a:ext uri="{FF2B5EF4-FFF2-40B4-BE49-F238E27FC236}">
                <a16:creationId xmlns:a16="http://schemas.microsoft.com/office/drawing/2014/main" id="{D096637A-0812-45C7-9FD0-1EDD0DB619F4}"/>
              </a:ext>
            </a:extLst>
          </p:cNvPr>
          <p:cNvSpPr>
            <a:spLocks xmlns:a="http://schemas.openxmlformats.org/drawingml/2006/main" noGrp="1"/>
          </p:cNvSpPr>
          <p:nvPr/>
        </p:nvSpPr>
        <p:spPr>
          <a:xfrm xmlns:a="http://schemas.openxmlformats.org/drawingml/2006/main">
            <a:off x="619125" y="306705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localization filter can preserve competing hypotheses.</a:t>
            </a:r>
          </a:p>
        </p:txBody>
      </p:sp>
      <p:sp>
        <p:nvSpPr>
          <p:cNvPr id="6" name="AMCL represents uncertainty with a population of poses.">
            <a:extLst xmlns:a="http://schemas.openxmlformats.org/drawingml/2006/main">
              <a:ext uri="{FF2B5EF4-FFF2-40B4-BE49-F238E27FC236}">
                <a16:creationId xmlns:a16="http://schemas.microsoft.com/office/drawing/2014/main" id="{8D8C363C-917D-43FE-BFD6-4D21DD2CF851}"/>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AMCL represents uncertainty with a population of poses.</a:t>
            </a:r>
          </a:p>
        </p:txBody>
      </p:sp>
    </p:spTree>
    <p:extLst>
      <p:ext uri="{BB962C8B-B14F-4D97-AF65-F5344CB8AC3E}">
        <p14:creationId xmlns:p14="http://schemas.microsoft.com/office/powerpoint/2010/main" val="180883889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6" name="AMCL: a particle is a pose hypothesis">
            <a:extLst xmlns:a="http://schemas.openxmlformats.org/drawingml/2006/main">
              <a:ext uri="{FF2B5EF4-FFF2-40B4-BE49-F238E27FC236}">
                <a16:creationId xmlns:a16="http://schemas.microsoft.com/office/drawing/2014/main" id="{FC30008D-5A7D-41C2-80C1-A3EB8A55FEE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AMCL: a particle is a pose hypothesis</a:t>
            </a:r>
          </a:p>
        </p:txBody>
      </p:sp>
      <p:sp>
        <p:nvSpPr>
          <p:cNvPr id="2" name="14">
            <a:extLst xmlns:a="http://schemas.openxmlformats.org/drawingml/2006/main">
              <a:ext uri="{FF2B5EF4-FFF2-40B4-BE49-F238E27FC236}">
                <a16:creationId xmlns:a16="http://schemas.microsoft.com/office/drawing/2014/main" id="{91E45BAA-9E14-43A2-81AB-95E7F81012B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14</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ad9a8af96e1643cd"/>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Each arrow represents x, y, and heading.&#10;&#10;Its weight describes co">
            <a:extLst xmlns:a="http://schemas.openxmlformats.org/drawingml/2006/main">
              <a:ext uri="{FF2B5EF4-FFF2-40B4-BE49-F238E27FC236}">
                <a16:creationId xmlns:a16="http://schemas.microsoft.com/office/drawing/2014/main" id="{C7CA2DF0-F604-4498-948C-5BA6722BCACC}"/>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Each arrow represents x, y, and heading.</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Its weight describes compatibility with the evidence.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The population approximates a pose distribution.</a:t>
            </a:r>
          </a:p>
        </p:txBody>
      </p:sp>
      <p:sp>
        <p:nvSpPr>
          <p:cNvPr id="5" name="Particles are possible vehicle poses, not LiDAR points.">
            <a:extLst xmlns:a="http://schemas.openxmlformats.org/drawingml/2006/main">
              <a:ext uri="{FF2B5EF4-FFF2-40B4-BE49-F238E27FC236}">
                <a16:creationId xmlns:a16="http://schemas.microsoft.com/office/drawing/2014/main" id="{0F6BB389-6979-4B07-BC12-59CABEF1AF18}"/>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Particles are possible vehicle poses, not LiDAR points.</a:t>
            </a:r>
          </a:p>
        </p:txBody>
      </p:sp>
    </p:spTree>
    <p:extLst>
      <p:ext uri="{BB962C8B-B14F-4D97-AF65-F5344CB8AC3E}">
        <p14:creationId xmlns:p14="http://schemas.microsoft.com/office/powerpoint/2010/main" val="18088388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7" name="Motion prediction">
            <a:extLst xmlns:a="http://schemas.openxmlformats.org/drawingml/2006/main">
              <a:ext uri="{FF2B5EF4-FFF2-40B4-BE49-F238E27FC236}">
                <a16:creationId xmlns:a16="http://schemas.microsoft.com/office/drawing/2014/main" id="{8A6A3A77-4EDE-4CC2-B596-9F4DC0053A2A}"/>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Motion prediction</a:t>
            </a:r>
          </a:p>
        </p:txBody>
      </p:sp>
      <p:sp>
        <p:nvSpPr>
          <p:cNvPr id="2" name="15">
            <a:extLst xmlns:a="http://schemas.openxmlformats.org/drawingml/2006/main">
              <a:ext uri="{FF2B5EF4-FFF2-40B4-BE49-F238E27FC236}">
                <a16:creationId xmlns:a16="http://schemas.microsoft.com/office/drawing/2014/main" id="{71CED27D-85ED-4E2C-A49C-B7C03715EDC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15</a:t>
            </a:r>
          </a:p>
        </p:txBody>
      </p:sp>
      <p:sp>
        <p:nvSpPr>
          <p:cNvPr id="3" name="bel̄(xₜ) = ∫ p(xₜ | uₜ, xₜ₋₁) bel(xₜ₋₁) dxₜ₋₁">
            <a:extLst xmlns:a="http://schemas.openxmlformats.org/drawingml/2006/main">
              <a:ext uri="{FF2B5EF4-FFF2-40B4-BE49-F238E27FC236}">
                <a16:creationId xmlns:a16="http://schemas.microsoft.com/office/drawing/2014/main" id="{347CEC0A-0456-4D3A-BE9A-AC5A87C4D01C}"/>
              </a:ext>
            </a:extLst>
          </p:cNvPr>
          <p:cNvSpPr>
            <a:spLocks xmlns:a="http://schemas.openxmlformats.org/drawingml/2006/main" noGrp="1"/>
          </p:cNvSpPr>
          <p:nvPr/>
        </p:nvSpPr>
        <p:spPr>
          <a:xfrm xmlns:a="http://schemas.openxmlformats.org/drawingml/2006/main">
            <a:off x="714375" y="1476375"/>
            <a:ext cx="7762875" cy="1071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00" b="1">
                <a:solidFill>
                  <a:srgbClr val="00539F"/>
                </a:solidFill>
                <a:latin typeface="Arial"/>
                <a:ea typeface="Arial"/>
                <a:cs typeface="Arial"/>
              </a:defRPr>
            </a:pPr>
            <a:r>
              <a:rPr sz="2100" b="1">
                <a:solidFill>
                  <a:srgbClr val="00539F"/>
                </a:solidFill>
                <a:latin typeface="Arial"/>
                <a:ea typeface="Arial"/>
                <a:cs typeface="Arial"/>
              </a:rPr>
              <a:t>bel̄(xₜ) = ∫ p(xₜ | uₜ, xₜ₋₁) bel(xₜ₋₁) dxₜ₋₁</a:t>
            </a:r>
          </a:p>
        </p:txBody>
      </p:sp>
      <p:sp>
        <p:nvSpPr>
          <p:cNvPr id="4" name="Particle motion: xₜ⁽ⁱ⁾ ~ p(xₜ | uₜ, xₜ₋₁⁽ⁱ⁾)">
            <a:extLst xmlns:a="http://schemas.openxmlformats.org/drawingml/2006/main">
              <a:ext uri="{FF2B5EF4-FFF2-40B4-BE49-F238E27FC236}">
                <a16:creationId xmlns:a16="http://schemas.microsoft.com/office/drawing/2014/main" id="{4B98F79F-6CB0-4396-A379-793FD71491F8}"/>
              </a:ext>
            </a:extLst>
          </p:cNvPr>
          <p:cNvSpPr>
            <a:spLocks xmlns:a="http://schemas.openxmlformats.org/drawingml/2006/main" noGrp="1"/>
          </p:cNvSpPr>
          <p:nvPr/>
        </p:nvSpPr>
        <p:spPr>
          <a:xfrm xmlns:a="http://schemas.openxmlformats.org/drawingml/2006/main">
            <a:off x="714375" y="2547938"/>
            <a:ext cx="7762875" cy="1071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00" b="0">
                <a:solidFill>
                  <a:srgbClr val="00539F"/>
                </a:solidFill>
                <a:latin typeface="Arial"/>
                <a:ea typeface="Arial"/>
                <a:cs typeface="Arial"/>
              </a:defRPr>
            </a:pPr>
            <a:r>
              <a:rPr sz="2100" b="0">
                <a:solidFill>
                  <a:srgbClr val="00539F"/>
                </a:solidFill>
                <a:latin typeface="Arial"/>
                <a:ea typeface="Arial"/>
                <a:cs typeface="Arial"/>
              </a:rPr>
              <a:t>Particle motion: xₜ⁽ⁱ⁾ ~ p(xₜ | uₜ, xₜ₋₁⁽ⁱ⁾)</a:t>
            </a:r>
          </a:p>
        </p:txBody>
      </p:sp>
      <p:sp>
        <p:nvSpPr>
          <p:cNvPr id="5" name="Odometry predicts how each hypothesis moves.&#10;Motion noise spreads">
            <a:extLst xmlns:a="http://schemas.openxmlformats.org/drawingml/2006/main">
              <a:ext uri="{FF2B5EF4-FFF2-40B4-BE49-F238E27FC236}">
                <a16:creationId xmlns:a16="http://schemas.microsoft.com/office/drawing/2014/main" id="{FDCA18C2-85FB-418C-9B8C-8D65A27F4CD6}"/>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Odometry predicts how each hypothesis moves.</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Motion noise spreads the hypotheses.</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Uncertainty grows before the next informative measurement.</a:t>
            </a:r>
          </a:p>
        </p:txBody>
      </p:sp>
      <p:sp>
        <p:nvSpPr>
          <p:cNvPr id="6" name="Prediction uses motion; it does not know the true map pose.">
            <a:extLst xmlns:a="http://schemas.openxmlformats.org/drawingml/2006/main">
              <a:ext uri="{FF2B5EF4-FFF2-40B4-BE49-F238E27FC236}">
                <a16:creationId xmlns:a16="http://schemas.microsoft.com/office/drawing/2014/main" id="{948C7040-B5F2-4E19-A59C-F3D00F97B3E2}"/>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Prediction uses motion; it does not know the true map pose.</a:t>
            </a:r>
          </a:p>
        </p:txBody>
      </p:sp>
    </p:spTree>
    <p:extLst>
      <p:ext uri="{BB962C8B-B14F-4D97-AF65-F5344CB8AC3E}">
        <p14:creationId xmlns:p14="http://schemas.microsoft.com/office/powerpoint/2010/main" val="180883889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6" name="Measurement weighting">
            <a:extLst xmlns:a="http://schemas.openxmlformats.org/drawingml/2006/main">
              <a:ext uri="{FF2B5EF4-FFF2-40B4-BE49-F238E27FC236}">
                <a16:creationId xmlns:a16="http://schemas.microsoft.com/office/drawing/2014/main" id="{9A8ECDEC-A5B3-44A1-B206-4E6C1F2DC3D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Measurement weighting</a:t>
            </a:r>
          </a:p>
        </p:txBody>
      </p:sp>
      <p:sp>
        <p:nvSpPr>
          <p:cNvPr id="2" name="16">
            <a:extLst xmlns:a="http://schemas.openxmlformats.org/drawingml/2006/main">
              <a:ext uri="{FF2B5EF4-FFF2-40B4-BE49-F238E27FC236}">
                <a16:creationId xmlns:a16="http://schemas.microsoft.com/office/drawing/2014/main" id="{75BE00EC-1106-4237-A054-DE25139F8FD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16</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f80fe5a9a9094af5"/>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Place the measured scan at each candidate pose.&#10;&#10;Endpoints near o">
            <a:extLst xmlns:a="http://schemas.openxmlformats.org/drawingml/2006/main">
              <a:ext uri="{FF2B5EF4-FFF2-40B4-BE49-F238E27FC236}">
                <a16:creationId xmlns:a16="http://schemas.microsoft.com/office/drawing/2014/main" id="{C2D51F60-E9C8-447F-9507-91FD9B0CA50C}"/>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Place the measured scan at each candidate pose.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Endpoints near occupied map geometry earn larger likelihoods.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Normalize the particle weights after the update.</a:t>
            </a:r>
          </a:p>
        </p:txBody>
      </p:sp>
      <p:sp>
        <p:nvSpPr>
          <p:cNvPr id="5" name="The observation tests every hypothesis against the known map.">
            <a:extLst xmlns:a="http://schemas.openxmlformats.org/drawingml/2006/main">
              <a:ext uri="{FF2B5EF4-FFF2-40B4-BE49-F238E27FC236}">
                <a16:creationId xmlns:a16="http://schemas.microsoft.com/office/drawing/2014/main" id="{C4452536-9AAB-49BC-A178-1B7EBBE65E7A}"/>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The observation tests every hypothesis against the known map.</a:t>
            </a:r>
          </a:p>
        </p:txBody>
      </p:sp>
    </p:spTree>
    <p:extLst>
      <p:ext uri="{BB962C8B-B14F-4D97-AF65-F5344CB8AC3E}">
        <p14:creationId xmlns:p14="http://schemas.microsoft.com/office/powerpoint/2010/main" val="180883889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8" name="The Bayesian measurement update">
            <a:extLst xmlns:a="http://schemas.openxmlformats.org/drawingml/2006/main">
              <a:ext uri="{FF2B5EF4-FFF2-40B4-BE49-F238E27FC236}">
                <a16:creationId xmlns:a16="http://schemas.microsoft.com/office/drawing/2014/main" id="{C64F0E09-02F9-40A1-A290-057B6A128A2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Bayesian measurement update</a:t>
            </a:r>
          </a:p>
        </p:txBody>
      </p:sp>
      <p:sp>
        <p:nvSpPr>
          <p:cNvPr id="2" name="17">
            <a:extLst xmlns:a="http://schemas.openxmlformats.org/drawingml/2006/main">
              <a:ext uri="{FF2B5EF4-FFF2-40B4-BE49-F238E27FC236}">
                <a16:creationId xmlns:a16="http://schemas.microsoft.com/office/drawing/2014/main" id="{90DEBD56-47BE-462E-A97B-BDA45595611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17</a:t>
            </a:r>
          </a:p>
        </p:txBody>
      </p:sp>
      <p:sp>
        <p:nvSpPr>
          <p:cNvPr id="3" name="bel(xₜ) ∝ p(zₜ | xₜ, m) bel̄(xₜ)">
            <a:extLst xmlns:a="http://schemas.openxmlformats.org/drawingml/2006/main">
              <a:ext uri="{FF2B5EF4-FFF2-40B4-BE49-F238E27FC236}">
                <a16:creationId xmlns:a16="http://schemas.microsoft.com/office/drawing/2014/main" id="{A8469C1E-7BA4-4BF4-94A1-A861418DEF02}"/>
              </a:ext>
            </a:extLst>
          </p:cNvPr>
          <p:cNvSpPr>
            <a:spLocks xmlns:a="http://schemas.openxmlformats.org/drawingml/2006/main" noGrp="1"/>
          </p:cNvSpPr>
          <p:nvPr/>
        </p:nvSpPr>
        <p:spPr>
          <a:xfrm xmlns:a="http://schemas.openxmlformats.org/drawingml/2006/main">
            <a:off x="714375" y="147637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bel(xₜ) ∝ p(zₜ | xₜ, m) bel̄(xₜ)</a:t>
            </a:r>
          </a:p>
        </p:txBody>
      </p:sp>
      <p:sp>
        <p:nvSpPr>
          <p:cNvPr id="4" name="wₜ⁽ⁱ⁾ ∝ wₜ₋₁⁽ⁱ⁾ p(zₜ | xₜ⁽ⁱ⁾, m)">
            <a:extLst xmlns:a="http://schemas.openxmlformats.org/drawingml/2006/main">
              <a:ext uri="{FF2B5EF4-FFF2-40B4-BE49-F238E27FC236}">
                <a16:creationId xmlns:a16="http://schemas.microsoft.com/office/drawing/2014/main" id="{744DD6B0-315E-450A-B080-93460A0E7547}"/>
              </a:ext>
            </a:extLst>
          </p:cNvPr>
          <p:cNvSpPr>
            <a:spLocks xmlns:a="http://schemas.openxmlformats.org/drawingml/2006/main" noGrp="1"/>
          </p:cNvSpPr>
          <p:nvPr/>
        </p:nvSpPr>
        <p:spPr>
          <a:xfrm xmlns:a="http://schemas.openxmlformats.org/drawingml/2006/main">
            <a:off x="714375" y="2127250"/>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wₜ⁽ⁱ⁾ ∝ wₜ₋₁⁽ⁱ⁾ p(zₜ | xₜ⁽ⁱ⁾, m)</a:t>
            </a:r>
          </a:p>
        </p:txBody>
      </p:sp>
      <p:sp>
        <p:nvSpPr>
          <p:cNvPr id="5" name="Σᵢ wₜ⁽ⁱ⁾ = 1">
            <a:extLst xmlns:a="http://schemas.openxmlformats.org/drawingml/2006/main">
              <a:ext uri="{FF2B5EF4-FFF2-40B4-BE49-F238E27FC236}">
                <a16:creationId xmlns:a16="http://schemas.microsoft.com/office/drawing/2014/main" id="{F3DB607A-F517-44DF-AA8D-8E5350DFF2FD}"/>
              </a:ext>
            </a:extLst>
          </p:cNvPr>
          <p:cNvSpPr>
            <a:spLocks xmlns:a="http://schemas.openxmlformats.org/drawingml/2006/main" noGrp="1"/>
          </p:cNvSpPr>
          <p:nvPr/>
        </p:nvSpPr>
        <p:spPr>
          <a:xfrm xmlns:a="http://schemas.openxmlformats.org/drawingml/2006/main">
            <a:off x="714375" y="277812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Σᵢ wₜ⁽ⁱ⁾ = 1</a:t>
            </a:r>
          </a:p>
        </p:txBody>
      </p:sp>
      <p:sp>
        <p:nvSpPr>
          <p:cNvPr id="6" name="The prior carries history into the current update.&#10;The likelihood">
            <a:extLst xmlns:a="http://schemas.openxmlformats.org/drawingml/2006/main">
              <a:ext uri="{FF2B5EF4-FFF2-40B4-BE49-F238E27FC236}">
                <a16:creationId xmlns:a16="http://schemas.microsoft.com/office/drawing/2014/main" id="{893CD660-76F0-4AE5-AC68-78AFE348F0DA}"/>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The prior carries history into the current update.</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The likelihood scores the current observation.</a:t>
            </a:r>
          </a:p>
        </p:txBody>
      </p:sp>
      <p:sp>
        <p:nvSpPr>
          <p:cNvPr id="7" name="A plausible observation changes belief in proportion to its likel">
            <a:extLst xmlns:a="http://schemas.openxmlformats.org/drawingml/2006/main">
              <a:ext uri="{FF2B5EF4-FFF2-40B4-BE49-F238E27FC236}">
                <a16:creationId xmlns:a16="http://schemas.microsoft.com/office/drawing/2014/main" id="{D9ED239B-237C-4393-9D82-5BF5C7F373BB}"/>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plausible observation changes belief in proportion to its likelihood.</a:t>
            </a:r>
          </a:p>
        </p:txBody>
      </p:sp>
    </p:spTree>
    <p:extLst>
      <p:ext uri="{BB962C8B-B14F-4D97-AF65-F5344CB8AC3E}">
        <p14:creationId xmlns:p14="http://schemas.microsoft.com/office/powerpoint/2010/main" val="180883889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6" name="Resampling concentrates hypotheses">
            <a:extLst xmlns:a="http://schemas.openxmlformats.org/drawingml/2006/main">
              <a:ext uri="{FF2B5EF4-FFF2-40B4-BE49-F238E27FC236}">
                <a16:creationId xmlns:a16="http://schemas.microsoft.com/office/drawing/2014/main" id="{C85B57BA-0B4A-4F95-9445-85E66E1C33E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Resampling concentrates hypotheses</a:t>
            </a:r>
          </a:p>
        </p:txBody>
      </p:sp>
      <p:sp>
        <p:nvSpPr>
          <p:cNvPr id="2" name="18">
            <a:extLst xmlns:a="http://schemas.openxmlformats.org/drawingml/2006/main">
              <a:ext uri="{FF2B5EF4-FFF2-40B4-BE49-F238E27FC236}">
                <a16:creationId xmlns:a16="http://schemas.microsoft.com/office/drawing/2014/main" id="{F4F17944-8EFD-4F53-9D82-3013C380740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18</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4dd3d0a01f1439e"/>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Draw new particles according to the normalized weights.&#10;&#10;Strong h">
            <a:extLst xmlns:a="http://schemas.openxmlformats.org/drawingml/2006/main">
              <a:ext uri="{FF2B5EF4-FFF2-40B4-BE49-F238E27FC236}">
                <a16:creationId xmlns:a16="http://schemas.microsoft.com/office/drawing/2014/main" id="{33061370-ADFE-4AE4-A7A4-E60B65944FCB}"/>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Draw new particles according to the normalized weights.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Strong hypotheses are likely to be copied.</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After resampling, the new particles have equal weights.</a:t>
            </a:r>
          </a:p>
        </p:txBody>
      </p:sp>
      <p:sp>
        <p:nvSpPr>
          <p:cNvPr id="5" name="Resampling selects existing hypotheses; it does not create new ev">
            <a:extLst xmlns:a="http://schemas.openxmlformats.org/drawingml/2006/main">
              <a:ext uri="{FF2B5EF4-FFF2-40B4-BE49-F238E27FC236}">
                <a16:creationId xmlns:a16="http://schemas.microsoft.com/office/drawing/2014/main" id="{FEB6B3B5-BCE6-402C-9DFD-89A638C8C1FD}"/>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Resampling selects existing hypotheses; it does not create new evidence.</a:t>
            </a:r>
          </a:p>
        </p:txBody>
      </p:sp>
    </p:spTree>
    <p:extLst>
      <p:ext uri="{BB962C8B-B14F-4D97-AF65-F5344CB8AC3E}">
        <p14:creationId xmlns:p14="http://schemas.microsoft.com/office/powerpoint/2010/main" val="180883889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8" name="The adaptive part of AMCL">
            <a:extLst xmlns:a="http://schemas.openxmlformats.org/drawingml/2006/main">
              <a:ext uri="{FF2B5EF4-FFF2-40B4-BE49-F238E27FC236}">
                <a16:creationId xmlns:a16="http://schemas.microsoft.com/office/drawing/2014/main" id="{C0F65765-4F94-415F-A767-A3DA69887C3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adaptive part of AMCL</a:t>
            </a:r>
          </a:p>
        </p:txBody>
      </p:sp>
      <p:sp>
        <p:nvSpPr>
          <p:cNvPr id="2" name="19">
            <a:extLst xmlns:a="http://schemas.openxmlformats.org/drawingml/2006/main">
              <a:ext uri="{FF2B5EF4-FFF2-40B4-BE49-F238E27FC236}">
                <a16:creationId xmlns:a16="http://schemas.microsoft.com/office/drawing/2014/main" id="{C60A4BDD-722A-479B-8D81-2C42C8C97F4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19</a:t>
            </a:r>
          </a:p>
        </p:txBody>
      </p:sp>
      <p:sp>
        <p:nvSpPr>
          <p:cNvPr id="3" name="N ≈ (k − 1)/(2ε) ×">
            <a:extLst xmlns:a="http://schemas.openxmlformats.org/drawingml/2006/main">
              <a:ext uri="{FF2B5EF4-FFF2-40B4-BE49-F238E27FC236}">
                <a16:creationId xmlns:a16="http://schemas.microsoft.com/office/drawing/2014/main" id="{B7CCECCD-DD33-468E-AA12-BB7CDD91416C}"/>
              </a:ext>
            </a:extLst>
          </p:cNvPr>
          <p:cNvSpPr>
            <a:spLocks xmlns:a="http://schemas.openxmlformats.org/drawingml/2006/main" noGrp="1"/>
          </p:cNvSpPr>
          <p:nvPr/>
        </p:nvSpPr>
        <p:spPr>
          <a:xfrm xmlns:a="http://schemas.openxmlformats.org/drawingml/2006/main">
            <a:off x="714375" y="147637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N ≈ (k − 1)/(2ε) ×</a:t>
            </a:r>
          </a:p>
        </p:txBody>
      </p:sp>
      <p:sp>
        <p:nvSpPr>
          <p:cNvPr id="4" name="[1 − 2/(9(k − 1)) + z √(2/(9(k − 1)))]³">
            <a:extLst xmlns:a="http://schemas.openxmlformats.org/drawingml/2006/main">
              <a:ext uri="{FF2B5EF4-FFF2-40B4-BE49-F238E27FC236}">
                <a16:creationId xmlns:a16="http://schemas.microsoft.com/office/drawing/2014/main" id="{A9F6592F-DC25-4F27-9FD5-B5FA4278B61B}"/>
              </a:ext>
            </a:extLst>
          </p:cNvPr>
          <p:cNvSpPr>
            <a:spLocks xmlns:a="http://schemas.openxmlformats.org/drawingml/2006/main" noGrp="1"/>
          </p:cNvSpPr>
          <p:nvPr/>
        </p:nvSpPr>
        <p:spPr>
          <a:xfrm xmlns:a="http://schemas.openxmlformats.org/drawingml/2006/main">
            <a:off x="714375" y="2127250"/>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[1 − 2/(9(k − 1)) + z √(2/(9(k − 1)))]³</a:t>
            </a:r>
          </a:p>
        </p:txBody>
      </p:sp>
      <p:sp>
        <p:nvSpPr>
          <p:cNvPr id="5" name="k: occupied pose bins; ε: approximation tolerance">
            <a:extLst xmlns:a="http://schemas.openxmlformats.org/drawingml/2006/main">
              <a:ext uri="{FF2B5EF4-FFF2-40B4-BE49-F238E27FC236}">
                <a16:creationId xmlns:a16="http://schemas.microsoft.com/office/drawing/2014/main" id="{67A0F822-0374-4699-BBE2-CD87F1C482E4}"/>
              </a:ext>
            </a:extLst>
          </p:cNvPr>
          <p:cNvSpPr>
            <a:spLocks xmlns:a="http://schemas.openxmlformats.org/drawingml/2006/main" noGrp="1"/>
          </p:cNvSpPr>
          <p:nvPr/>
        </p:nvSpPr>
        <p:spPr>
          <a:xfrm xmlns:a="http://schemas.openxmlformats.org/drawingml/2006/main">
            <a:off x="714375" y="277812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00" b="0">
                <a:solidFill>
                  <a:srgbClr val="00539F"/>
                </a:solidFill>
                <a:latin typeface="Arial"/>
                <a:ea typeface="Arial"/>
                <a:cs typeface="Arial"/>
              </a:defRPr>
            </a:pPr>
            <a:r>
              <a:rPr sz="2100" b="0">
                <a:solidFill>
                  <a:srgbClr val="00539F"/>
                </a:solidFill>
                <a:latin typeface="Arial"/>
                <a:ea typeface="Arial"/>
                <a:cs typeface="Arial"/>
              </a:rPr>
              <a:t>k: occupied pose bins; ε: approximation tolerance</a:t>
            </a:r>
          </a:p>
        </p:txBody>
      </p:sp>
      <p:sp>
        <p:nvSpPr>
          <p:cNvPr id="6" name="KLD sampling counts occupied bins in pose space.&#10;More occupied bi">
            <a:extLst xmlns:a="http://schemas.openxmlformats.org/drawingml/2006/main">
              <a:ext uri="{FF2B5EF4-FFF2-40B4-BE49-F238E27FC236}">
                <a16:creationId xmlns:a16="http://schemas.microsoft.com/office/drawing/2014/main" id="{E83B9C3B-74D2-4809-8D6C-F499108357C2}"/>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KLD sampling counts occupied bins in pose space.</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More occupied bins generally require more samples.</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The sample count stays inside configured limits.</a:t>
            </a:r>
          </a:p>
        </p:txBody>
      </p:sp>
      <p:sp>
        <p:nvSpPr>
          <p:cNvPr id="7" name="Adaptive sampling changes computation, not the sensor measurement">
            <a:extLst xmlns:a="http://schemas.openxmlformats.org/drawingml/2006/main">
              <a:ext uri="{FF2B5EF4-FFF2-40B4-BE49-F238E27FC236}">
                <a16:creationId xmlns:a16="http://schemas.microsoft.com/office/drawing/2014/main" id="{BB4E6253-BB6B-4D4B-A45D-586943EC1A53}"/>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Adaptive sampling changes computation, not the sensor measurements.</a:t>
            </a:r>
          </a:p>
        </p:txBody>
      </p:sp>
    </p:spTree>
    <p:extLst>
      <p:ext uri="{BB962C8B-B14F-4D97-AF65-F5344CB8AC3E}">
        <p14:creationId xmlns:p14="http://schemas.microsoft.com/office/powerpoint/2010/main" val="180883889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6" name="AMCL after several observations">
            <a:extLst xmlns:a="http://schemas.openxmlformats.org/drawingml/2006/main">
              <a:ext uri="{FF2B5EF4-FFF2-40B4-BE49-F238E27FC236}">
                <a16:creationId xmlns:a16="http://schemas.microsoft.com/office/drawing/2014/main" id="{1B2A1ABD-22B8-4538-ADE2-FBA8F2854AF0}"/>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AMCL after several observations</a:t>
            </a:r>
          </a:p>
        </p:txBody>
      </p:sp>
      <p:sp>
        <p:nvSpPr>
          <p:cNvPr id="2" name="20">
            <a:extLst xmlns:a="http://schemas.openxmlformats.org/drawingml/2006/main">
              <a:ext uri="{FF2B5EF4-FFF2-40B4-BE49-F238E27FC236}">
                <a16:creationId xmlns:a16="http://schemas.microsoft.com/office/drawing/2014/main" id="{780B634A-8428-4B35-96DD-A8526B5502F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20</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bf86aeef3c6049fc"/>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Prediction spreads the particles.&#10;&#10;Measurements favor compatible ">
            <a:extLst xmlns:a="http://schemas.openxmlformats.org/drawingml/2006/main">
              <a:ext uri="{FF2B5EF4-FFF2-40B4-BE49-F238E27FC236}">
                <a16:creationId xmlns:a16="http://schemas.microsoft.com/office/drawing/2014/main" id="{E5B016E3-9315-454C-B16C-AD7FA542FF04}"/>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Prediction spreads the particles.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Measurements favor compatible poses.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Adaptive resampling changes the population size.</a:t>
            </a:r>
          </a:p>
        </p:txBody>
      </p:sp>
      <p:sp>
        <p:nvSpPr>
          <p:cNvPr id="5" name="Localization depends on informative geometry and retained hypothe">
            <a:extLst xmlns:a="http://schemas.openxmlformats.org/drawingml/2006/main">
              <a:ext uri="{FF2B5EF4-FFF2-40B4-BE49-F238E27FC236}">
                <a16:creationId xmlns:a16="http://schemas.microsoft.com/office/drawing/2014/main" id="{30651513-3B1F-466C-A013-1E0E4DF7728D}"/>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Localization depends on informative geometry and retained hypotheses.</a:t>
            </a:r>
          </a:p>
        </p:txBody>
      </p:sp>
    </p:spTree>
    <p:extLst>
      <p:ext uri="{BB962C8B-B14F-4D97-AF65-F5344CB8AC3E}">
        <p14:creationId xmlns:p14="http://schemas.microsoft.com/office/powerpoint/2010/main" val="180883889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6" name="The kidnapped vehicle problem">
            <a:extLst xmlns:a="http://schemas.openxmlformats.org/drawingml/2006/main">
              <a:ext uri="{FF2B5EF4-FFF2-40B4-BE49-F238E27FC236}">
                <a16:creationId xmlns:a16="http://schemas.microsoft.com/office/drawing/2014/main" id="{B5007779-626A-4A21-B037-3A5C1F6F2BF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kidnapped vehicle problem</a:t>
            </a:r>
          </a:p>
        </p:txBody>
      </p:sp>
      <p:sp>
        <p:nvSpPr>
          <p:cNvPr id="2" name="21">
            <a:extLst xmlns:a="http://schemas.openxmlformats.org/drawingml/2006/main">
              <a:ext uri="{FF2B5EF4-FFF2-40B4-BE49-F238E27FC236}">
                <a16:creationId xmlns:a16="http://schemas.microsoft.com/office/drawing/2014/main" id="{A0930C9C-899C-489E-AA3B-CDFC3E19CC0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21</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cece0ca1d1db4010"/>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The true pose changes without matching odometry.&#10;&#10;The particle cl">
            <a:extLst xmlns:a="http://schemas.openxmlformats.org/drawingml/2006/main">
              <a:ext uri="{FF2B5EF4-FFF2-40B4-BE49-F238E27FC236}">
                <a16:creationId xmlns:a16="http://schemas.microsoft.com/office/drawing/2014/main" id="{FA16D59D-BF43-4F43-94F0-4B5F54B41731}"/>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The true pose changes without matching odometry.</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The particle cloud remains around the old estimate.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The next scan is inconsistent with those hypotheses.</a:t>
            </a:r>
          </a:p>
        </p:txBody>
      </p:sp>
      <p:sp>
        <p:nvSpPr>
          <p:cNvPr id="5" name="A local particle cloud may have no particles near the new true po">
            <a:extLst xmlns:a="http://schemas.openxmlformats.org/drawingml/2006/main">
              <a:ext uri="{FF2B5EF4-FFF2-40B4-BE49-F238E27FC236}">
                <a16:creationId xmlns:a16="http://schemas.microsoft.com/office/drawing/2014/main" id="{A4349F6A-5914-4435-A07D-E8CFF60264A4}"/>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local particle cloud may have no particles near the new true pose.</a:t>
            </a:r>
          </a:p>
        </p:txBody>
      </p:sp>
    </p:spTree>
    <p:extLst>
      <p:ext uri="{BB962C8B-B14F-4D97-AF65-F5344CB8AC3E}">
        <p14:creationId xmlns:p14="http://schemas.microsoft.com/office/powerpoint/2010/main" val="180883889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6" name="Global reinitialization">
            <a:extLst xmlns:a="http://schemas.openxmlformats.org/drawingml/2006/main">
              <a:ext uri="{FF2B5EF4-FFF2-40B4-BE49-F238E27FC236}">
                <a16:creationId xmlns:a16="http://schemas.microsoft.com/office/drawing/2014/main" id="{E91347E5-FEDE-438F-AE7F-DE79162AD3C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Global reinitialization</a:t>
            </a:r>
          </a:p>
        </p:txBody>
      </p:sp>
      <p:sp>
        <p:nvSpPr>
          <p:cNvPr id="2" name="22">
            <a:extLst xmlns:a="http://schemas.openxmlformats.org/drawingml/2006/main">
              <a:ext uri="{FF2B5EF4-FFF2-40B4-BE49-F238E27FC236}">
                <a16:creationId xmlns:a16="http://schemas.microsoft.com/office/drawing/2014/main" id="{C9BA3C59-84F0-4CCF-8098-F77AC9F4459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22</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e793583b7bc44d4"/>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Spread pose hypotheses over the map.&#10;&#10;Use new measurements to fav">
            <a:extLst xmlns:a="http://schemas.openxmlformats.org/drawingml/2006/main">
              <a:ext uri="{FF2B5EF4-FFF2-40B4-BE49-F238E27FC236}">
                <a16:creationId xmlns:a16="http://schemas.microsoft.com/office/drawing/2014/main" id="{3E2D25CB-08C2-4217-830E-5FF5F0BBCE5E}"/>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Spread pose hypotheses over the map.</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Use new measurements to favor compatible regions.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Several observations may be needed to resolve ambiguity.</a:t>
            </a:r>
          </a:p>
        </p:txBody>
      </p:sp>
      <p:sp>
        <p:nvSpPr>
          <p:cNvPr id="5" name="Global coverage has a computational cost and no finite-sample gua">
            <a:extLst xmlns:a="http://schemas.openxmlformats.org/drawingml/2006/main">
              <a:ext uri="{FF2B5EF4-FFF2-40B4-BE49-F238E27FC236}">
                <a16:creationId xmlns:a16="http://schemas.microsoft.com/office/drawing/2014/main" id="{38EDEF31-06EE-43D9-9E17-807D98A3D2BC}"/>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Global coverage has a computational cost and no finite-sample guarantee.</a:t>
            </a:r>
          </a:p>
        </p:txBody>
      </p:sp>
    </p:spTree>
    <p:extLst>
      <p:ext uri="{BB962C8B-B14F-4D97-AF65-F5344CB8AC3E}">
        <p14:creationId xmlns:p14="http://schemas.microsoft.com/office/powerpoint/2010/main" val="1808838893"/>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7" name="AMCL interactive demo">
            <a:extLst xmlns:a="http://schemas.openxmlformats.org/drawingml/2006/main">
              <a:ext uri="{FF2B5EF4-FFF2-40B4-BE49-F238E27FC236}">
                <a16:creationId xmlns:a16="http://schemas.microsoft.com/office/drawing/2014/main" id="{D42A10FC-08EE-4748-90CF-100C6E02610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AMCL interactive demo</a:t>
            </a:r>
          </a:p>
        </p:txBody>
      </p:sp>
      <p:sp>
        <p:nvSpPr>
          <p:cNvPr id="2" name="23">
            <a:extLst xmlns:a="http://schemas.openxmlformats.org/drawingml/2006/main">
              <a:ext uri="{FF2B5EF4-FFF2-40B4-BE49-F238E27FC236}">
                <a16:creationId xmlns:a16="http://schemas.microsoft.com/office/drawing/2014/main" id="{1A360A6B-437C-4E17-80AC-E9732458D93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23</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9172b3f0a034c65"/>
          <a:stretch xmlns:a="http://schemas.openxmlformats.org/drawingml/2006/main"/>
        </p:blipFill>
        <p:spPr>
          <a:xfrm xmlns:a="http://schemas.openxmlformats.org/drawingml/2006/main">
            <a:off x="1173745" y="1400175"/>
            <a:ext cx="3929485" cy="2667000"/>
          </a:xfrm>
          <a:prstGeom xmlns:a="http://schemas.openxmlformats.org/drawingml/2006/main" prst="rect">
            <a:avLst/>
          </a:prstGeom>
        </p:spPr>
      </p:pic>
      <p:sp>
        <p:nvSpPr>
          <p:cNvPr id="4" name="Step through motion, weighting, and resampling.&#10;&#10;Compare tight an">
            <a:extLst xmlns:a="http://schemas.openxmlformats.org/drawingml/2006/main">
              <a:ext uri="{FF2B5EF4-FFF2-40B4-BE49-F238E27FC236}">
                <a16:creationId xmlns:a16="http://schemas.microsoft.com/office/drawing/2014/main" id="{1C153312-473A-41A5-B44D-3C46E24F56EC}"/>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Step through motion, weighting, and resampling.</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Compare tight and loose KLD error tolerances.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Kidnap the vehicle, then reinitialize globally.</a:t>
            </a:r>
          </a:p>
        </p:txBody>
      </p:sp>
      <p:sp>
        <p:nvSpPr>
          <p:cNvPr id="5" name="Open interactive demo">
            <a:extLst xmlns:a="http://schemas.openxmlformats.org/drawingml/2006/main">
              <a:ext uri="{FF2B5EF4-FFF2-40B4-BE49-F238E27FC236}">
                <a16:creationId xmlns:a16="http://schemas.microsoft.com/office/drawing/2014/main" id="{13669AC3-9FE1-4F0D-9BC5-5B863DAA7B39}"/>
              </a:ext>
            </a:extLst>
          </p:cNvPr>
          <p:cNvSpPr>
            <a:spLocks xmlns:a="http://schemas.openxmlformats.org/drawingml/2006/main" noGrp="1"/>
          </p:cNvSpPr>
          <p:nvPr/>
        </p:nvSpPr>
        <p:spPr>
          <a:xfrm xmlns:a="http://schemas.openxmlformats.org/drawingml/2006/main">
            <a:off x="523875" y="417195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34201d04c86f4f61"/>
              </a:rPr>
              <a:t>Open interactive demo</a:t>
            </a:r>
          </a:p>
        </p:txBody>
      </p:sp>
      <p:sp>
        <p:nvSpPr>
          <p:cNvPr id="6" name="Watch both the pose distribution and its particle count.">
            <a:extLst xmlns:a="http://schemas.openxmlformats.org/drawingml/2006/main">
              <a:ext uri="{FF2B5EF4-FFF2-40B4-BE49-F238E27FC236}">
                <a16:creationId xmlns:a16="http://schemas.microsoft.com/office/drawing/2014/main" id="{5250DCCB-AC77-4ABA-A40C-B194E6A00DFC}"/>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a:hlinkClick xmlns:r="http://schemas.openxmlformats.org/officeDocument/2006/relationships" r:id="R9e603b8fdffc4cf3"/>
              </a:rPr>
              <a:t>Watch both the pose distribution and its particle count.</a:t>
            </a:r>
          </a:p>
        </p:txBody>
      </p:sp>
    </p:spTree>
    <p:extLst>
      <p:ext uri="{BB962C8B-B14F-4D97-AF65-F5344CB8AC3E}">
        <p14:creationId xmlns:p14="http://schemas.microsoft.com/office/powerpoint/2010/main" val="180883889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6" name="NDT: a different representation of the map">
            <a:extLst xmlns:a="http://schemas.openxmlformats.org/drawingml/2006/main">
              <a:ext uri="{FF2B5EF4-FFF2-40B4-BE49-F238E27FC236}">
                <a16:creationId xmlns:a16="http://schemas.microsoft.com/office/drawing/2014/main" id="{2C8D12E6-5C7D-4912-A7DA-4726AA5E3D64}"/>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NDT: a different representation of the map</a:t>
            </a:r>
          </a:p>
        </p:txBody>
      </p:sp>
      <p:sp>
        <p:nvSpPr>
          <p:cNvPr id="2" name="24">
            <a:extLst xmlns:a="http://schemas.openxmlformats.org/drawingml/2006/main">
              <a:ext uri="{FF2B5EF4-FFF2-40B4-BE49-F238E27FC236}">
                <a16:creationId xmlns:a16="http://schemas.microsoft.com/office/drawing/2014/main" id="{0CB711E3-FFA3-4D2C-87BD-A9747628C76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24</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2fac041cab842e6"/>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Return to matching a scan from one pose guess.&#10;&#10;Partition the map">
            <a:extLst xmlns:a="http://schemas.openxmlformats.org/drawingml/2006/main">
              <a:ext uri="{FF2B5EF4-FFF2-40B4-BE49-F238E27FC236}">
                <a16:creationId xmlns:a16="http://schemas.microsoft.com/office/drawing/2014/main" id="{88CEA84E-1D4A-485B-A4C5-00ECF1ACCAA6}"/>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Return to matching a scan from one pose guess.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Partition the map points into spatial cells.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Represent each supported cell with a Gaussian distribution.</a:t>
            </a:r>
          </a:p>
        </p:txBody>
      </p:sp>
      <p:sp>
        <p:nvSpPr>
          <p:cNvPr id="5" name="NDT changes the registration objective; it does not replace pose ">
            <a:extLst xmlns:a="http://schemas.openxmlformats.org/drawingml/2006/main">
              <a:ext uri="{FF2B5EF4-FFF2-40B4-BE49-F238E27FC236}">
                <a16:creationId xmlns:a16="http://schemas.microsoft.com/office/drawing/2014/main" id="{83ED063C-E881-4752-8D13-44E510CCB9DC}"/>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NDT changes the registration objective; it does not replace pose filtering.</a:t>
            </a:r>
          </a:p>
        </p:txBody>
      </p:sp>
    </p:spTree>
    <p:extLst>
      <p:ext uri="{BB962C8B-B14F-4D97-AF65-F5344CB8AC3E}">
        <p14:creationId xmlns:p14="http://schemas.microsoft.com/office/powerpoint/2010/main" val="1808838893"/>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8" name="Cell mean and covariance">
            <a:extLst xmlns:a="http://schemas.openxmlformats.org/drawingml/2006/main">
              <a:ext uri="{FF2B5EF4-FFF2-40B4-BE49-F238E27FC236}">
                <a16:creationId xmlns:a16="http://schemas.microsoft.com/office/drawing/2014/main" id="{1DC40EB6-4C23-485A-A7EE-930DEFC6DC9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Cell mean and covariance</a:t>
            </a:r>
          </a:p>
        </p:txBody>
      </p:sp>
      <p:sp>
        <p:nvSpPr>
          <p:cNvPr id="2" name="25">
            <a:extLst xmlns:a="http://schemas.openxmlformats.org/drawingml/2006/main">
              <a:ext uri="{FF2B5EF4-FFF2-40B4-BE49-F238E27FC236}">
                <a16:creationId xmlns:a16="http://schemas.microsoft.com/office/drawing/2014/main" id="{3E16EE8F-2FDF-4BF0-898D-1F071E5F9AF5}"/>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25</a:t>
            </a:r>
          </a:p>
        </p:txBody>
      </p:sp>
      <p:sp>
        <p:nvSpPr>
          <p:cNvPr id="3" name="μ = (1/n) Σⱼ qⱼ">
            <a:extLst xmlns:a="http://schemas.openxmlformats.org/drawingml/2006/main">
              <a:ext uri="{FF2B5EF4-FFF2-40B4-BE49-F238E27FC236}">
                <a16:creationId xmlns:a16="http://schemas.microsoft.com/office/drawing/2014/main" id="{87BB5540-D2F9-4093-AA6A-DB7D79DDA5EB}"/>
              </a:ext>
            </a:extLst>
          </p:cNvPr>
          <p:cNvSpPr>
            <a:spLocks xmlns:a="http://schemas.openxmlformats.org/drawingml/2006/main" noGrp="1"/>
          </p:cNvSpPr>
          <p:nvPr/>
        </p:nvSpPr>
        <p:spPr>
          <a:xfrm xmlns:a="http://schemas.openxmlformats.org/drawingml/2006/main">
            <a:off x="714375" y="147637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μ = (1/n) Σⱼ qⱼ</a:t>
            </a:r>
          </a:p>
        </p:txBody>
      </p:sp>
      <p:sp>
        <p:nvSpPr>
          <p:cNvPr id="4" name="Σ = (1/(n − 1)) Σⱼ (qⱼ − μ)(qⱼ − μ)ᵀ">
            <a:extLst xmlns:a="http://schemas.openxmlformats.org/drawingml/2006/main">
              <a:ext uri="{FF2B5EF4-FFF2-40B4-BE49-F238E27FC236}">
                <a16:creationId xmlns:a16="http://schemas.microsoft.com/office/drawing/2014/main" id="{10F26FE8-6136-4834-951B-B24CA87BC8D5}"/>
              </a:ext>
            </a:extLst>
          </p:cNvPr>
          <p:cNvSpPr>
            <a:spLocks xmlns:a="http://schemas.openxmlformats.org/drawingml/2006/main" noGrp="1"/>
          </p:cNvSpPr>
          <p:nvPr/>
        </p:nvSpPr>
        <p:spPr>
          <a:xfrm xmlns:a="http://schemas.openxmlformats.org/drawingml/2006/main">
            <a:off x="714375" y="2127250"/>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Σ = (1/(n − 1)) Σⱼ (qⱼ − μ)(qⱼ − μ)ᵀ</a:t>
            </a:r>
          </a:p>
        </p:txBody>
      </p:sp>
      <p:sp>
        <p:nvSpPr>
          <p:cNvPr id="5" name="Σ_regularized = Σ + λI">
            <a:extLst xmlns:a="http://schemas.openxmlformats.org/drawingml/2006/main">
              <a:ext uri="{FF2B5EF4-FFF2-40B4-BE49-F238E27FC236}">
                <a16:creationId xmlns:a16="http://schemas.microsoft.com/office/drawing/2014/main" id="{79273E4B-0052-447B-AFA0-DB8DA66A615D}"/>
              </a:ext>
            </a:extLst>
          </p:cNvPr>
          <p:cNvSpPr>
            <a:spLocks xmlns:a="http://schemas.openxmlformats.org/drawingml/2006/main" noGrp="1"/>
          </p:cNvSpPr>
          <p:nvPr/>
        </p:nvSpPr>
        <p:spPr>
          <a:xfrm xmlns:a="http://schemas.openxmlformats.org/drawingml/2006/main">
            <a:off x="714375" y="277812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Σ_regularized = Σ + λI</a:t>
            </a:r>
          </a:p>
        </p:txBody>
      </p:sp>
      <p:sp>
        <p:nvSpPr>
          <p:cNvPr id="6" name="The mean locates the local point cluster.&#10;Covariance describes it">
            <a:extLst xmlns:a="http://schemas.openxmlformats.org/drawingml/2006/main">
              <a:ext uri="{FF2B5EF4-FFF2-40B4-BE49-F238E27FC236}">
                <a16:creationId xmlns:a16="http://schemas.microsoft.com/office/drawing/2014/main" id="{70D944B5-E4CF-4E8A-8138-62F444310D84}"/>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The mean locates the local point cluster.</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Covariance describes its spread and orientation.</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Thin wall distributions need numerical regularization.</a:t>
            </a:r>
          </a:p>
        </p:txBody>
      </p:sp>
      <p:sp>
        <p:nvSpPr>
          <p:cNvPr id="7" name="NDT covariance describes map geometry, not confidence in the vehi">
            <a:extLst xmlns:a="http://schemas.openxmlformats.org/drawingml/2006/main">
              <a:ext uri="{FF2B5EF4-FFF2-40B4-BE49-F238E27FC236}">
                <a16:creationId xmlns:a16="http://schemas.microsoft.com/office/drawing/2014/main" id="{D4A40977-DB58-47E0-862A-C77616E80E15}"/>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NDT covariance describes map geometry, not confidence in the vehicle pose.</a:t>
            </a:r>
          </a:p>
        </p:txBody>
      </p:sp>
    </p:spTree>
    <p:extLst>
      <p:ext uri="{BB962C8B-B14F-4D97-AF65-F5344CB8AC3E}">
        <p14:creationId xmlns:p14="http://schemas.microsoft.com/office/powerpoint/2010/main" val="180883889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8" name="Scoring a transformed scan point">
            <a:extLst xmlns:a="http://schemas.openxmlformats.org/drawingml/2006/main">
              <a:ext uri="{FF2B5EF4-FFF2-40B4-BE49-F238E27FC236}">
                <a16:creationId xmlns:a16="http://schemas.microsoft.com/office/drawing/2014/main" id="{D6D3C3D1-78D0-4114-A308-E0447C27CBB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Scoring a transformed scan point</a:t>
            </a:r>
          </a:p>
        </p:txBody>
      </p:sp>
      <p:sp>
        <p:nvSpPr>
          <p:cNvPr id="2" name="26">
            <a:extLst xmlns:a="http://schemas.openxmlformats.org/drawingml/2006/main">
              <a:ext uri="{FF2B5EF4-FFF2-40B4-BE49-F238E27FC236}">
                <a16:creationId xmlns:a16="http://schemas.microsoft.com/office/drawing/2014/main" id="{1BF94A27-6CAA-432A-9848-3969CC1C5D2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26</a:t>
            </a:r>
          </a:p>
        </p:txBody>
      </p:sp>
      <p:sp>
        <p:nvSpPr>
          <p:cNvPr id="3" name="r = R p + t − μ">
            <a:extLst xmlns:a="http://schemas.openxmlformats.org/drawingml/2006/main">
              <a:ext uri="{FF2B5EF4-FFF2-40B4-BE49-F238E27FC236}">
                <a16:creationId xmlns:a16="http://schemas.microsoft.com/office/drawing/2014/main" id="{C3D6F9D0-053D-462D-A81D-B286360669BF}"/>
              </a:ext>
            </a:extLst>
          </p:cNvPr>
          <p:cNvSpPr>
            <a:spLocks xmlns:a="http://schemas.openxmlformats.org/drawingml/2006/main" noGrp="1"/>
          </p:cNvSpPr>
          <p:nvPr/>
        </p:nvSpPr>
        <p:spPr>
          <a:xfrm xmlns:a="http://schemas.openxmlformats.org/drawingml/2006/main">
            <a:off x="714375" y="147637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r = R p + t − μ</a:t>
            </a:r>
          </a:p>
        </p:txBody>
      </p:sp>
      <p:sp>
        <p:nvSpPr>
          <p:cNvPr id="4" name="d² = rᵀ Σ⁻¹ r">
            <a:extLst xmlns:a="http://schemas.openxmlformats.org/drawingml/2006/main">
              <a:ext uri="{FF2B5EF4-FFF2-40B4-BE49-F238E27FC236}">
                <a16:creationId xmlns:a16="http://schemas.microsoft.com/office/drawing/2014/main" id="{3CA66448-E7F4-45CD-962D-BE08856A198E}"/>
              </a:ext>
            </a:extLst>
          </p:cNvPr>
          <p:cNvSpPr>
            <a:spLocks xmlns:a="http://schemas.openxmlformats.org/drawingml/2006/main" noGrp="1"/>
          </p:cNvSpPr>
          <p:nvPr/>
        </p:nvSpPr>
        <p:spPr>
          <a:xfrm xmlns:a="http://schemas.openxmlformats.org/drawingml/2006/main">
            <a:off x="714375" y="2127250"/>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d² = rᵀ Σ⁻¹ r</a:t>
            </a:r>
          </a:p>
        </p:txBody>
      </p:sp>
      <p:sp>
        <p:nvSpPr>
          <p:cNvPr id="5" name="Gaussian score ∝ exp(−d² / 2)">
            <a:extLst xmlns:a="http://schemas.openxmlformats.org/drawingml/2006/main">
              <a:ext uri="{FF2B5EF4-FFF2-40B4-BE49-F238E27FC236}">
                <a16:creationId xmlns:a16="http://schemas.microsoft.com/office/drawing/2014/main" id="{F3B309B9-60DA-43AE-9089-95566887FE18}"/>
              </a:ext>
            </a:extLst>
          </p:cNvPr>
          <p:cNvSpPr>
            <a:spLocks xmlns:a="http://schemas.openxmlformats.org/drawingml/2006/main" noGrp="1"/>
          </p:cNvSpPr>
          <p:nvPr/>
        </p:nvSpPr>
        <p:spPr>
          <a:xfrm xmlns:a="http://schemas.openxmlformats.org/drawingml/2006/main">
            <a:off x="714375" y="2778125"/>
            <a:ext cx="7762875" cy="65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Gaussian score ∝ exp(−d² / 2)</a:t>
            </a:r>
          </a:p>
        </p:txBody>
      </p:sp>
      <p:sp>
        <p:nvSpPr>
          <p:cNvPr id="6" name="Measure displacement from a cell mean.&#10;Scale that displacement by">
            <a:extLst xmlns:a="http://schemas.openxmlformats.org/drawingml/2006/main">
              <a:ext uri="{FF2B5EF4-FFF2-40B4-BE49-F238E27FC236}">
                <a16:creationId xmlns:a16="http://schemas.microsoft.com/office/drawing/2014/main" id="{76E38E56-42CA-4B18-B8CC-C03531ED55E2}"/>
              </a:ext>
            </a:extLst>
          </p:cNvPr>
          <p:cNvSpPr>
            <a:spLocks xmlns:a="http://schemas.openxmlformats.org/drawingml/2006/main" noGrp="1"/>
          </p:cNvSpPr>
          <p:nvPr/>
        </p:nvSpPr>
        <p:spPr>
          <a:xfrm xmlns:a="http://schemas.openxmlformats.org/drawingml/2006/main">
            <a:off x="714375" y="3743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Measure displacement from a cell mean.</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Scale that displacement by the cell covariance.</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High Gaussian scores indicate better geometric agreement.</a:t>
            </a:r>
          </a:p>
        </p:txBody>
      </p:sp>
      <p:sp>
        <p:nvSpPr>
          <p:cNvPr id="7" name="The same distance can receive a different score in different dire">
            <a:extLst xmlns:a="http://schemas.openxmlformats.org/drawingml/2006/main">
              <a:ext uri="{FF2B5EF4-FFF2-40B4-BE49-F238E27FC236}">
                <a16:creationId xmlns:a16="http://schemas.microsoft.com/office/drawing/2014/main" id="{C63BA32A-7506-4F37-94B8-A5EA6D4DBE63}"/>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The same distance can receive a different score in different directions.</a:t>
            </a:r>
          </a:p>
        </p:txBody>
      </p:sp>
    </p:spTree>
    <p:extLst>
      <p:ext uri="{BB962C8B-B14F-4D97-AF65-F5344CB8AC3E}">
        <p14:creationId xmlns:p14="http://schemas.microsoft.com/office/powerpoint/2010/main" val="1808838893"/>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6" name="NDT pose optimization">
            <a:extLst xmlns:a="http://schemas.openxmlformats.org/drawingml/2006/main">
              <a:ext uri="{FF2B5EF4-FFF2-40B4-BE49-F238E27FC236}">
                <a16:creationId xmlns:a16="http://schemas.microsoft.com/office/drawing/2014/main" id="{F71ED1B6-A4F1-4EFD-B6BC-DB7896DCB4F3}"/>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NDT pose optimization</a:t>
            </a:r>
          </a:p>
        </p:txBody>
      </p:sp>
      <p:sp>
        <p:nvSpPr>
          <p:cNvPr id="2" name="27">
            <a:extLst xmlns:a="http://schemas.openxmlformats.org/drawingml/2006/main">
              <a:ext uri="{FF2B5EF4-FFF2-40B4-BE49-F238E27FC236}">
                <a16:creationId xmlns:a16="http://schemas.microsoft.com/office/drawing/2014/main" id="{3F8D21FB-7C01-4B23-B8ED-D00F5C1FB9E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27</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1a2b17bcb41044ea"/>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Transform the scan using the current pose.&#10;&#10;Evaluate agreement wi">
            <a:extLst xmlns:a="http://schemas.openxmlformats.org/drawingml/2006/main">
              <a:ext uri="{FF2B5EF4-FFF2-40B4-BE49-F238E27FC236}">
                <a16:creationId xmlns:a16="http://schemas.microsoft.com/office/drawing/2014/main" id="{E9C45AA2-455C-4A66-B92E-6069BEF21E02}"/>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Transform the scan using the current pose.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Evaluate agreement with the map distributions.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Change pose to improve the aggregate score.</a:t>
            </a:r>
          </a:p>
        </p:txBody>
      </p:sp>
      <p:sp>
        <p:nvSpPr>
          <p:cNvPr id="5" name="The map distributions stay fixed while the scan pose changes.">
            <a:extLst xmlns:a="http://schemas.openxmlformats.org/drawingml/2006/main">
              <a:ext uri="{FF2B5EF4-FFF2-40B4-BE49-F238E27FC236}">
                <a16:creationId xmlns:a16="http://schemas.microsoft.com/office/drawing/2014/main" id="{3D5E156C-229B-42E3-87F5-C620CFC880B3}"/>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The map distributions stay fixed while the scan pose changes.</a:t>
            </a:r>
          </a:p>
        </p:txBody>
      </p:sp>
    </p:spTree>
    <p:extLst>
      <p:ext uri="{BB962C8B-B14F-4D97-AF65-F5344CB8AC3E}">
        <p14:creationId xmlns:p14="http://schemas.microsoft.com/office/powerpoint/2010/main" val="180883889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6" name="The effect of cell size">
            <a:extLst xmlns:a="http://schemas.openxmlformats.org/drawingml/2006/main">
              <a:ext uri="{FF2B5EF4-FFF2-40B4-BE49-F238E27FC236}">
                <a16:creationId xmlns:a16="http://schemas.microsoft.com/office/drawing/2014/main" id="{0AB84123-5FF3-4123-AB7B-6A9B74C4FCA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effect of cell size</a:t>
            </a:r>
          </a:p>
        </p:txBody>
      </p:sp>
      <p:sp>
        <p:nvSpPr>
          <p:cNvPr id="2" name="28">
            <a:extLst xmlns:a="http://schemas.openxmlformats.org/drawingml/2006/main">
              <a:ext uri="{FF2B5EF4-FFF2-40B4-BE49-F238E27FC236}">
                <a16:creationId xmlns:a16="http://schemas.microsoft.com/office/drawing/2014/main" id="{BAE75EB4-9B07-48E4-9B47-04D2F5204AF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28</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acd7028cec248ca"/>
          <a:stretch xmlns:a="http://schemas.openxmlformats.org/drawingml/2006/main"/>
        </p:blipFill>
        <p:spPr>
          <a:xfrm xmlns:a="http://schemas.openxmlformats.org/drawingml/2006/main">
            <a:off x="984288" y="1400175"/>
            <a:ext cx="4308400" cy="2924175"/>
          </a:xfrm>
          <a:prstGeom xmlns:a="http://schemas.openxmlformats.org/drawingml/2006/main" prst="rect">
            <a:avLst/>
          </a:prstGeom>
        </p:spPr>
      </p:pic>
      <p:sp>
        <p:nvSpPr>
          <p:cNvPr id="4" name="Fine cells preserve local detail but may be undersupported.&#10;&#10;Coar">
            <a:extLst xmlns:a="http://schemas.openxmlformats.org/drawingml/2006/main">
              <a:ext uri="{FF2B5EF4-FFF2-40B4-BE49-F238E27FC236}">
                <a16:creationId xmlns:a16="http://schemas.microsoft.com/office/drawing/2014/main" id="{B18C6DC6-8C40-46F3-8B52-D35397486E32}"/>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Fine cells preserve local detail but may be undersupported.</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Coarse cells combine more geometry into each Gaussian.</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Initialization and scene structure still affect convergence.</a:t>
            </a:r>
          </a:p>
        </p:txBody>
      </p:sp>
      <p:sp>
        <p:nvSpPr>
          <p:cNvPr id="5" name="Cell size is a spatial modeling choice, not simply a speed settin">
            <a:extLst xmlns:a="http://schemas.openxmlformats.org/drawingml/2006/main">
              <a:ext uri="{FF2B5EF4-FFF2-40B4-BE49-F238E27FC236}">
                <a16:creationId xmlns:a16="http://schemas.microsoft.com/office/drawing/2014/main" id="{8B1C5617-A6E8-4013-AE93-3269AE7E25DE}"/>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Cell size is a spatial modeling choice, not simply a speed setting.</a:t>
            </a:r>
          </a:p>
        </p:txBody>
      </p:sp>
    </p:spTree>
    <p:extLst>
      <p:ext uri="{BB962C8B-B14F-4D97-AF65-F5344CB8AC3E}">
        <p14:creationId xmlns:p14="http://schemas.microsoft.com/office/powerpoint/2010/main" val="1808838893"/>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7" name="NDT interactive demo">
            <a:extLst xmlns:a="http://schemas.openxmlformats.org/drawingml/2006/main">
              <a:ext uri="{FF2B5EF4-FFF2-40B4-BE49-F238E27FC236}">
                <a16:creationId xmlns:a16="http://schemas.microsoft.com/office/drawing/2014/main" id="{FB11DF0A-6E83-4F5E-A0BD-448493258E4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NDT interactive demo</a:t>
            </a:r>
          </a:p>
        </p:txBody>
      </p:sp>
      <p:sp>
        <p:nvSpPr>
          <p:cNvPr id="2" name="29">
            <a:extLst xmlns:a="http://schemas.openxmlformats.org/drawingml/2006/main">
              <a:ext uri="{FF2B5EF4-FFF2-40B4-BE49-F238E27FC236}">
                <a16:creationId xmlns:a16="http://schemas.microsoft.com/office/drawing/2014/main" id="{45968F56-4B5B-41A5-AEF9-3F07C9B8565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29</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ac9bf001e0947fb"/>
          <a:stretch xmlns:a="http://schemas.openxmlformats.org/drawingml/2006/main"/>
        </p:blipFill>
        <p:spPr>
          <a:xfrm xmlns:a="http://schemas.openxmlformats.org/drawingml/2006/main">
            <a:off x="1173745" y="1400175"/>
            <a:ext cx="3929485" cy="2667000"/>
          </a:xfrm>
          <a:prstGeom xmlns:a="http://schemas.openxmlformats.org/drawingml/2006/main" prst="rect">
            <a:avLst/>
          </a:prstGeom>
        </p:spPr>
      </p:pic>
      <p:sp>
        <p:nvSpPr>
          <p:cNvPr id="4" name="Compare the map ellipses at different resolutions.&#10;&#10;Watch the Gau">
            <a:extLst xmlns:a="http://schemas.openxmlformats.org/drawingml/2006/main">
              <a:ext uri="{FF2B5EF4-FFF2-40B4-BE49-F238E27FC236}">
                <a16:creationId xmlns:a16="http://schemas.microsoft.com/office/drawing/2014/main" id="{3536D3FC-A5C0-4BBF-8D42-93731D5CDB59}"/>
              </a:ext>
            </a:extLst>
          </p:cNvPr>
          <p:cNvSpPr>
            <a:spLocks xmlns:a="http://schemas.openxmlformats.org/drawingml/2006/main" noGrp="1"/>
          </p:cNvSpPr>
          <p:nvPr/>
        </p:nvSpPr>
        <p:spPr>
          <a:xfrm xmlns:a="http://schemas.openxmlformats.org/drawingml/2006/main">
            <a:off x="6000750" y="1447800"/>
            <a:ext cx="2619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Compare the map ellipses at different resolutions.</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Watch the Gaussian cost and true pose error.</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Repeat with a poor initial guess.</a:t>
            </a:r>
          </a:p>
        </p:txBody>
      </p:sp>
      <p:sp>
        <p:nvSpPr>
          <p:cNvPr id="5" name="Open interactive demo">
            <a:extLst xmlns:a="http://schemas.openxmlformats.org/drawingml/2006/main">
              <a:ext uri="{FF2B5EF4-FFF2-40B4-BE49-F238E27FC236}">
                <a16:creationId xmlns:a16="http://schemas.microsoft.com/office/drawing/2014/main" id="{7FA155E9-1B0E-44F8-BECA-3AE6FF0F75AE}"/>
              </a:ext>
            </a:extLst>
          </p:cNvPr>
          <p:cNvSpPr>
            <a:spLocks xmlns:a="http://schemas.openxmlformats.org/drawingml/2006/main" noGrp="1"/>
          </p:cNvSpPr>
          <p:nvPr/>
        </p:nvSpPr>
        <p:spPr>
          <a:xfrm xmlns:a="http://schemas.openxmlformats.org/drawingml/2006/main">
            <a:off x="523875" y="417195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ed4b32e20f2a4364"/>
              </a:rPr>
              <a:t>Open interactive demo</a:t>
            </a:r>
          </a:p>
        </p:txBody>
      </p:sp>
      <p:sp>
        <p:nvSpPr>
          <p:cNvPr id="6" name="Lower optimization cost and correct localization are different ch">
            <a:extLst xmlns:a="http://schemas.openxmlformats.org/drawingml/2006/main">
              <a:ext uri="{FF2B5EF4-FFF2-40B4-BE49-F238E27FC236}">
                <a16:creationId xmlns:a16="http://schemas.microsoft.com/office/drawing/2014/main" id="{770CC988-EEED-4A27-BFB6-D0418C59C570}"/>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a:hlinkClick xmlns:r="http://schemas.openxmlformats.org/officeDocument/2006/relationships" r:id="Ra10a2d157025449d"/>
              </a:rPr>
              <a:t>Lower optimization cost and correct localization are different checks.</a:t>
            </a:r>
          </a:p>
        </p:txBody>
      </p:sp>
    </p:spTree>
    <p:extLst>
      <p:ext uri="{BB962C8B-B14F-4D97-AF65-F5344CB8AC3E}">
        <p14:creationId xmlns:p14="http://schemas.microsoft.com/office/powerpoint/2010/main" val="180883889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5" name="ICP, AMCL, and NDT in one system">
            <a:extLst xmlns:a="http://schemas.openxmlformats.org/drawingml/2006/main">
              <a:ext uri="{FF2B5EF4-FFF2-40B4-BE49-F238E27FC236}">
                <a16:creationId xmlns:a16="http://schemas.microsoft.com/office/drawing/2014/main" id="{1114803E-59AF-401F-95A1-A05382474D1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ICP, AMCL, and NDT in one system</a:t>
            </a:r>
          </a:p>
        </p:txBody>
      </p:sp>
      <p:sp>
        <p:nvSpPr>
          <p:cNvPr id="2" name="30">
            <a:extLst xmlns:a="http://schemas.openxmlformats.org/drawingml/2006/main">
              <a:ext uri="{FF2B5EF4-FFF2-40B4-BE49-F238E27FC236}">
                <a16:creationId xmlns:a16="http://schemas.microsoft.com/office/drawing/2014/main" id="{FD5A4F8F-B694-4E99-A1D8-BDD8B1BBCC6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30</a:t>
            </a:r>
          </a:p>
        </p:txBody>
      </p:sp>
      <p:graphicFrame>
        <p:nvGraphicFramePr>
          <p:cNvPr id="7" name=""/>
          <p:cNvGraphicFramePr/>
          <p:nvPr/>
        </p:nvGraphicFramePr>
        <p:xfrm>
          <a:off xmlns:a="http://schemas.openxmlformats.org/drawingml/2006/main" x="523875" y="1438275"/>
          <a:ext xmlns:a="http://schemas.openxmlformats.org/drawingml/2006/main" cx="8096250" cy="2552700"/>
        </p:xfrm>
        <a:graphic xmlns:a="http://schemas.openxmlformats.org/drawingml/2006/main">
          <a:graphicData uri="http://schemas.openxmlformats.org/drawingml/2006/table">
            <a:tbl>
              <a:tblPr/>
              <a:tblGrid>
                <a:gridCol w="1809750"/>
                <a:gridCol w="3143250"/>
                <a:gridCol w="3143250"/>
              </a:tblGrid>
              <a:tr h="638175">
                <a:tc>
                  <a:txBody>
                    <a:bodyPr lIns="114300" tIns="85725" rIns="114300" bIns="85725">
                      <a:noAutofit/>
                    </a:bodyPr>
                    <a:lstStyle/>
                    <a:p>
                      <a:r>
                        <a:rPr sz="1575" b="1">
                          <a:solidFill>
                            <a:srgbClr val="FFFFFF"/>
                          </a:solidFill>
                          <a:latin typeface="Arial"/>
                          <a:ea typeface="Arial"/>
                          <a:cs typeface="Arial"/>
                        </a:rPr>
                        <a:t>Method</a:t>
                      </a:r>
                    </a:p>
                  </a:txBody>
                  <a:tcPr marL="91440" marR="91440" marT="45720" marB="45720" anchor="ctr">
                    <a:solidFill>
                      <a:srgbClr val="00539F"/>
                    </a:solidFill>
                  </a:tcPr>
                </a:tc>
                <a:tc>
                  <a:txBody>
                    <a:bodyPr lIns="114300" tIns="85725" rIns="114300" bIns="85725">
                      <a:noAutofit/>
                    </a:bodyPr>
                    <a:lstStyle/>
                    <a:p>
                      <a:r>
                        <a:rPr sz="1575" b="1">
                          <a:solidFill>
                            <a:srgbClr val="FFFFFF"/>
                          </a:solidFill>
                          <a:latin typeface="Arial"/>
                          <a:ea typeface="Arial"/>
                          <a:cs typeface="Arial"/>
                        </a:rPr>
                        <a:t>Representation</a:t>
                      </a:r>
                    </a:p>
                  </a:txBody>
                  <a:tcPr marL="91440" marR="91440" marT="45720" marB="45720" anchor="ctr">
                    <a:solidFill>
                      <a:srgbClr val="00539F"/>
                    </a:solidFill>
                  </a:tcPr>
                </a:tc>
                <a:tc>
                  <a:txBody>
                    <a:bodyPr lIns="114300" tIns="85725" rIns="114300" bIns="85725">
                      <a:noAutofit/>
                    </a:bodyPr>
                    <a:lstStyle/>
                    <a:p>
                      <a:r>
                        <a:rPr sz="1575" b="1">
                          <a:solidFill>
                            <a:srgbClr val="FFFFFF"/>
                          </a:solidFill>
                          <a:latin typeface="Arial"/>
                          <a:ea typeface="Arial"/>
                          <a:cs typeface="Arial"/>
                        </a:rPr>
                        <a:t>Update / key limitation</a:t>
                      </a:r>
                    </a:p>
                  </a:txBody>
                  <a:tcPr marL="91440" marR="91440" marT="45720" marB="45720" anchor="ctr">
                    <a:solidFill>
                      <a:srgbClr val="00539F"/>
                    </a:solidFill>
                  </a:tcPr>
                </a:tc>
              </a:tr>
              <a:tr h="638175">
                <a:tc>
                  <a:txBody>
                    <a:bodyPr lIns="114300" tIns="85725" rIns="114300" bIns="85725">
                      <a:noAutofit/>
                    </a:bodyPr>
                    <a:lstStyle/>
                    <a:p>
                      <a:r>
                        <a:rPr sz="1575" b="0">
                          <a:solidFill>
                            <a:srgbClr val="17324D"/>
                          </a:solidFill>
                          <a:latin typeface="Arial"/>
                          <a:ea typeface="Arial"/>
                          <a:cs typeface="Arial"/>
                        </a:rPr>
                        <a:t>ICP</a:t>
                      </a:r>
                    </a:p>
                  </a:txBody>
                  <a:tcPr marL="91440" marR="91440" marT="45720" marB="45720" anchor="ctr">
                    <a:solidFill>
                      <a:srgbClr val="FFFFFF"/>
                    </a:solidFill>
                  </a:tcPr>
                </a:tc>
                <a:tc>
                  <a:txBody>
                    <a:bodyPr lIns="114300" tIns="85725" rIns="114300" bIns="85725">
                      <a:noAutofit/>
                    </a:bodyPr>
                    <a:lstStyle/>
                    <a:p>
                      <a:r>
                        <a:rPr sz="1575" b="0">
                          <a:solidFill>
                            <a:srgbClr val="17324D"/>
                          </a:solidFill>
                          <a:latin typeface="Arial"/>
                          <a:ea typeface="Arial"/>
                          <a:cs typeface="Arial"/>
                        </a:rPr>
                        <a:t>Point map + one pose</a:t>
                      </a:r>
                    </a:p>
                  </a:txBody>
                  <a:tcPr marL="91440" marR="91440" marT="45720" marB="45720" anchor="ctr">
                    <a:solidFill>
                      <a:srgbClr val="FFFFFF"/>
                    </a:solidFill>
                  </a:tcPr>
                </a:tc>
                <a:tc>
                  <a:txBody>
                    <a:bodyPr lIns="114300" tIns="85725" rIns="114300" bIns="85725">
                      <a:noAutofit/>
                    </a:bodyPr>
                    <a:lstStyle/>
                    <a:p>
                      <a:r>
                        <a:rPr sz="1575" b="0">
                          <a:solidFill>
                            <a:srgbClr val="17324D"/>
                          </a:solidFill>
                          <a:latin typeface="Arial"/>
                          <a:ea typeface="Arial"/>
                          <a:cs typeface="Arial"/>
                        </a:rPr>
                        <a:t>Match points; local minima</a:t>
                      </a:r>
                    </a:p>
                  </a:txBody>
                  <a:tcPr marL="91440" marR="91440" marT="45720" marB="45720" anchor="ctr">
                    <a:solidFill>
                      <a:srgbClr val="FFFFFF"/>
                    </a:solidFill>
                  </a:tcPr>
                </a:tc>
              </a:tr>
              <a:tr h="638175">
                <a:tc>
                  <a:txBody>
                    <a:bodyPr lIns="114300" tIns="85725" rIns="114300" bIns="85725">
                      <a:noAutofit/>
                    </a:bodyPr>
                    <a:lstStyle/>
                    <a:p>
                      <a:r>
                        <a:rPr sz="1575" b="0">
                          <a:solidFill>
                            <a:srgbClr val="17324D"/>
                          </a:solidFill>
                          <a:latin typeface="Arial"/>
                          <a:ea typeface="Arial"/>
                          <a:cs typeface="Arial"/>
                        </a:rPr>
                        <a:t>AMCL</a:t>
                      </a:r>
                    </a:p>
                  </a:txBody>
                  <a:tcPr marL="91440" marR="91440" marT="45720" marB="45720" anchor="ctr">
                    <a:solidFill>
                      <a:srgbClr val="F1F6FA"/>
                    </a:solidFill>
                  </a:tcPr>
                </a:tc>
                <a:tc>
                  <a:txBody>
                    <a:bodyPr lIns="114300" tIns="85725" rIns="114300" bIns="85725">
                      <a:noAutofit/>
                    </a:bodyPr>
                    <a:lstStyle/>
                    <a:p>
                      <a:r>
                        <a:rPr sz="1575" b="0">
                          <a:solidFill>
                            <a:srgbClr val="17324D"/>
                          </a:solidFill>
                          <a:latin typeface="Arial"/>
                          <a:ea typeface="Arial"/>
                          <a:cs typeface="Arial"/>
                        </a:rPr>
                        <a:t>Map + weighted poses</a:t>
                      </a:r>
                    </a:p>
                  </a:txBody>
                  <a:tcPr marL="91440" marR="91440" marT="45720" marB="45720" anchor="ctr">
                    <a:solidFill>
                      <a:srgbClr val="F1F6FA"/>
                    </a:solidFill>
                  </a:tcPr>
                </a:tc>
                <a:tc>
                  <a:txBody>
                    <a:bodyPr lIns="114300" tIns="85725" rIns="114300" bIns="85725">
                      <a:noAutofit/>
                    </a:bodyPr>
                    <a:lstStyle/>
                    <a:p>
                      <a:r>
                        <a:rPr sz="1575" b="0">
                          <a:solidFill>
                            <a:srgbClr val="17324D"/>
                          </a:solidFill>
                          <a:latin typeface="Arial"/>
                          <a:ea typeface="Arial"/>
                          <a:cs typeface="Arial"/>
                        </a:rPr>
                        <a:t>Bayesian filter; coverage</a:t>
                      </a:r>
                    </a:p>
                  </a:txBody>
                  <a:tcPr marL="91440" marR="91440" marT="45720" marB="45720" anchor="ctr">
                    <a:solidFill>
                      <a:srgbClr val="F1F6FA"/>
                    </a:solidFill>
                  </a:tcPr>
                </a:tc>
              </a:tr>
              <a:tr h="638175">
                <a:tc>
                  <a:txBody>
                    <a:bodyPr lIns="114300" tIns="85725" rIns="114300" bIns="85725">
                      <a:noAutofit/>
                    </a:bodyPr>
                    <a:lstStyle/>
                    <a:p>
                      <a:r>
                        <a:rPr sz="1575" b="0">
                          <a:solidFill>
                            <a:srgbClr val="17324D"/>
                          </a:solidFill>
                          <a:latin typeface="Arial"/>
                          <a:ea typeface="Arial"/>
                          <a:cs typeface="Arial"/>
                        </a:rPr>
                        <a:t>NDT</a:t>
                      </a:r>
                    </a:p>
                  </a:txBody>
                  <a:tcPr marL="91440" marR="91440" marT="45720" marB="45720" anchor="ctr">
                    <a:solidFill>
                      <a:srgbClr val="FFFFFF"/>
                    </a:solidFill>
                  </a:tcPr>
                </a:tc>
                <a:tc>
                  <a:txBody>
                    <a:bodyPr lIns="114300" tIns="85725" rIns="114300" bIns="85725">
                      <a:noAutofit/>
                    </a:bodyPr>
                    <a:lstStyle/>
                    <a:p>
                      <a:r>
                        <a:rPr sz="1575" b="0">
                          <a:solidFill>
                            <a:srgbClr val="17324D"/>
                          </a:solidFill>
                          <a:latin typeface="Arial"/>
                          <a:ea typeface="Arial"/>
                          <a:cs typeface="Arial"/>
                        </a:rPr>
                        <a:t>Gaussian map + one pose</a:t>
                      </a:r>
                    </a:p>
                  </a:txBody>
                  <a:tcPr marL="91440" marR="91440" marT="45720" marB="45720" anchor="ctr">
                    <a:solidFill>
                      <a:srgbClr val="FFFFFF"/>
                    </a:solidFill>
                  </a:tcPr>
                </a:tc>
                <a:tc>
                  <a:txBody>
                    <a:bodyPr lIns="114300" tIns="85725" rIns="114300" bIns="85725">
                      <a:noAutofit/>
                    </a:bodyPr>
                    <a:lstStyle/>
                    <a:p>
                      <a:r>
                        <a:rPr sz="1575" b="0">
                          <a:solidFill>
                            <a:srgbClr val="17324D"/>
                          </a:solidFill>
                          <a:latin typeface="Arial"/>
                          <a:ea typeface="Arial"/>
                          <a:cs typeface="Arial"/>
                        </a:rPr>
                        <a:t>Optimize score; scale / prior</a:t>
                      </a:r>
                    </a:p>
                  </a:txBody>
                  <a:tcPr marL="91440" marR="91440" marT="45720" marB="45720" anchor="ctr">
                    <a:solidFill>
                      <a:srgbClr val="FFFFFF"/>
                    </a:solidFill>
                  </a:tcPr>
                </a:tc>
              </a:tr>
            </a:tbl>
          </a:graphicData>
        </a:graphic>
      </p:graphicFrame>
      <p:sp>
        <p:nvSpPr>
          <p:cNvPr id="4" name="Registration and filtering can be combined in a localization pipe">
            <a:extLst xmlns:a="http://schemas.openxmlformats.org/drawingml/2006/main">
              <a:ext uri="{FF2B5EF4-FFF2-40B4-BE49-F238E27FC236}">
                <a16:creationId xmlns:a16="http://schemas.microsoft.com/office/drawing/2014/main" id="{875F6783-2FDD-4473-8598-67342C0CBFA9}"/>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Registration and filtering can be combined in a localization pipeline.</a:t>
            </a:r>
          </a:p>
        </p:txBody>
      </p:sp>
    </p:spTree>
    <p:extLst>
      <p:ext uri="{BB962C8B-B14F-4D97-AF65-F5344CB8AC3E}">
        <p14:creationId xmlns:p14="http://schemas.microsoft.com/office/powerpoint/2010/main" val="180883889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7" name="Localization reliability">
            <a:extLst xmlns:a="http://schemas.openxmlformats.org/drawingml/2006/main">
              <a:ext uri="{FF2B5EF4-FFF2-40B4-BE49-F238E27FC236}">
                <a16:creationId xmlns:a16="http://schemas.microsoft.com/office/drawing/2014/main" id="{DB48B8D5-E061-465D-B32B-9AB0ABAB4B93}"/>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Localization reliability</a:t>
            </a:r>
          </a:p>
        </p:txBody>
      </p:sp>
      <p:sp>
        <p:nvSpPr>
          <p:cNvPr id="2" name="31">
            <a:extLst xmlns:a="http://schemas.openxmlformats.org/drawingml/2006/main">
              <a:ext uri="{FF2B5EF4-FFF2-40B4-BE49-F238E27FC236}">
                <a16:creationId xmlns:a16="http://schemas.microsoft.com/office/drawing/2014/main" id="{E88D4854-B320-41C1-A8EC-5D37645FA99D}"/>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31</a:t>
            </a:r>
          </a:p>
        </p:txBody>
      </p:sp>
      <p:sp>
        <p:nvSpPr>
          <p:cNvPr id="3" name="Check geometry support and temporal consistency.">
            <a:extLst xmlns:a="http://schemas.openxmlformats.org/drawingml/2006/main">
              <a:ext uri="{FF2B5EF4-FFF2-40B4-BE49-F238E27FC236}">
                <a16:creationId xmlns:a16="http://schemas.microsoft.com/office/drawing/2014/main" id="{D1BF2CCF-79F6-4F3C-A3D0-15797FC51269}"/>
              </a:ext>
            </a:extLst>
          </p:cNvPr>
          <p:cNvSpPr>
            <a:spLocks xmlns:a="http://schemas.openxmlformats.org/drawingml/2006/main" noGrp="1"/>
          </p:cNvSpPr>
          <p:nvPr/>
        </p:nvSpPr>
        <p:spPr>
          <a:xfrm xmlns:a="http://schemas.openxmlformats.org/drawingml/2006/main">
            <a:off x="619125" y="144780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Check geometry support and temporal consistency.</a:t>
            </a:r>
          </a:p>
        </p:txBody>
      </p:sp>
      <p:sp>
        <p:nvSpPr>
          <p:cNvPr id="4" name="Treat dynamic objects and map changes as possible mismatches.">
            <a:extLst xmlns:a="http://schemas.openxmlformats.org/drawingml/2006/main">
              <a:ext uri="{FF2B5EF4-FFF2-40B4-BE49-F238E27FC236}">
                <a16:creationId xmlns:a16="http://schemas.microsoft.com/office/drawing/2014/main" id="{1B8CB2DD-31D1-406B-8805-D6B1F58A26BD}"/>
              </a:ext>
            </a:extLst>
          </p:cNvPr>
          <p:cNvSpPr>
            <a:spLocks xmlns:a="http://schemas.openxmlformats.org/drawingml/2006/main" noGrp="1"/>
          </p:cNvSpPr>
          <p:nvPr/>
        </p:nvSpPr>
        <p:spPr>
          <a:xfrm xmlns:a="http://schemas.openxmlformats.org/drawingml/2006/main">
            <a:off x="619125" y="2257425"/>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Treat dynamic objects and map changes as possible mismatches.</a:t>
            </a:r>
          </a:p>
        </p:txBody>
      </p:sp>
      <p:sp>
        <p:nvSpPr>
          <p:cNvPr id="5" name="Use independent information when available.">
            <a:extLst xmlns:a="http://schemas.openxmlformats.org/drawingml/2006/main">
              <a:ext uri="{FF2B5EF4-FFF2-40B4-BE49-F238E27FC236}">
                <a16:creationId xmlns:a16="http://schemas.microsoft.com/office/drawing/2014/main" id="{D8AFD760-8DA7-4958-B2ED-3610DBDF9B68}"/>
              </a:ext>
            </a:extLst>
          </p:cNvPr>
          <p:cNvSpPr>
            <a:spLocks xmlns:a="http://schemas.openxmlformats.org/drawingml/2006/main" noGrp="1"/>
          </p:cNvSpPr>
          <p:nvPr/>
        </p:nvSpPr>
        <p:spPr>
          <a:xfrm xmlns:a="http://schemas.openxmlformats.org/drawingml/2006/main">
            <a:off x="619125" y="3067050"/>
            <a:ext cx="7905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Use independent information when available.</a:t>
            </a:r>
          </a:p>
        </p:txBody>
      </p:sp>
      <p:sp>
        <p:nvSpPr>
          <p:cNvPr id="6" name="A plausible pose needs supporting evidence across time and sensor">
            <a:extLst xmlns:a="http://schemas.openxmlformats.org/drawingml/2006/main">
              <a:ext uri="{FF2B5EF4-FFF2-40B4-BE49-F238E27FC236}">
                <a16:creationId xmlns:a16="http://schemas.microsoft.com/office/drawing/2014/main" id="{C3B90DFC-5EAF-41B2-9D7A-9035E7E29F52}"/>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A plausible pose needs supporting evidence across time and sensors.</a:t>
            </a:r>
          </a:p>
        </p:txBody>
      </p:sp>
    </p:spTree>
    <p:extLst>
      <p:ext uri="{BB962C8B-B14F-4D97-AF65-F5344CB8AC3E}">
        <p14:creationId xmlns:p14="http://schemas.microsoft.com/office/powerpoint/2010/main" val="1808838893"/>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9" name="Lecture resources and discussion">
            <a:extLst xmlns:a="http://schemas.openxmlformats.org/drawingml/2006/main">
              <a:ext uri="{FF2B5EF4-FFF2-40B4-BE49-F238E27FC236}">
                <a16:creationId xmlns:a16="http://schemas.microsoft.com/office/drawing/2014/main" id="{32D8093D-E18B-4CBE-995F-6EAA6B52068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Lecture resources and discussion</a:t>
            </a:r>
          </a:p>
        </p:txBody>
      </p:sp>
      <p:sp>
        <p:nvSpPr>
          <p:cNvPr id="2" name="32">
            <a:extLst xmlns:a="http://schemas.openxmlformats.org/drawingml/2006/main">
              <a:ext uri="{FF2B5EF4-FFF2-40B4-BE49-F238E27FC236}">
                <a16:creationId xmlns:a16="http://schemas.microsoft.com/office/drawing/2014/main" id="{37388C55-63EE-4CEE-BF38-034DC0405C0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32</a:t>
            </a:r>
          </a:p>
        </p:txBody>
      </p:sp>
      <p:sp>
        <p:nvSpPr>
          <p:cNvPr id="3" name="Why can ICP converge to the wrong pose?">
            <a:extLst xmlns:a="http://schemas.openxmlformats.org/drawingml/2006/main">
              <a:ext uri="{FF2B5EF4-FFF2-40B4-BE49-F238E27FC236}">
                <a16:creationId xmlns:a16="http://schemas.microsoft.com/office/drawing/2014/main" id="{FDF48288-AB29-4977-B8AD-46912CBC6A04}"/>
              </a:ext>
            </a:extLst>
          </p:cNvPr>
          <p:cNvSpPr>
            <a:spLocks xmlns:a="http://schemas.openxmlformats.org/drawingml/2006/main" noGrp="1"/>
          </p:cNvSpPr>
          <p:nvPr/>
        </p:nvSpPr>
        <p:spPr>
          <a:xfrm xmlns:a="http://schemas.openxmlformats.org/drawingml/2006/main">
            <a:off x="571500" y="1428750"/>
            <a:ext cx="8001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Why can ICP converge to the wrong pose?</a:t>
            </a:r>
          </a:p>
        </p:txBody>
      </p:sp>
      <p:sp>
        <p:nvSpPr>
          <p:cNvPr id="4" name="What does resampling do to particle weights?">
            <a:extLst xmlns:a="http://schemas.openxmlformats.org/drawingml/2006/main">
              <a:ext uri="{FF2B5EF4-FFF2-40B4-BE49-F238E27FC236}">
                <a16:creationId xmlns:a16="http://schemas.microsoft.com/office/drawing/2014/main" id="{65F793D5-F688-440F-B4E0-743A91F342B6}"/>
              </a:ext>
            </a:extLst>
          </p:cNvPr>
          <p:cNvSpPr>
            <a:spLocks xmlns:a="http://schemas.openxmlformats.org/drawingml/2006/main" noGrp="1"/>
          </p:cNvSpPr>
          <p:nvPr/>
        </p:nvSpPr>
        <p:spPr>
          <a:xfrm xmlns:a="http://schemas.openxmlformats.org/drawingml/2006/main">
            <a:off x="571500" y="1943100"/>
            <a:ext cx="8001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What does resampling do to particle weights?</a:t>
            </a:r>
          </a:p>
        </p:txBody>
      </p:sp>
      <p:sp>
        <p:nvSpPr>
          <p:cNvPr id="5" name="Why is NDT covariance different from pose covariance?">
            <a:extLst xmlns:a="http://schemas.openxmlformats.org/drawingml/2006/main">
              <a:ext uri="{FF2B5EF4-FFF2-40B4-BE49-F238E27FC236}">
                <a16:creationId xmlns:a16="http://schemas.microsoft.com/office/drawing/2014/main" id="{CF3E59D1-C939-4AE1-91CA-ED9E6D9112B6}"/>
              </a:ext>
            </a:extLst>
          </p:cNvPr>
          <p:cNvSpPr>
            <a:spLocks xmlns:a="http://schemas.openxmlformats.org/drawingml/2006/main" noGrp="1"/>
          </p:cNvSpPr>
          <p:nvPr/>
        </p:nvSpPr>
        <p:spPr>
          <a:xfrm xmlns:a="http://schemas.openxmlformats.org/drawingml/2006/main">
            <a:off x="571500" y="2457450"/>
            <a:ext cx="8001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Why is NDT covariance different from pose covariance?</a:t>
            </a:r>
          </a:p>
        </p:txBody>
      </p:sp>
      <p:sp>
        <p:nvSpPr>
          <p:cNvPr id="6" name="Open Localization demos">
            <a:extLst xmlns:a="http://schemas.openxmlformats.org/drawingml/2006/main">
              <a:ext uri="{FF2B5EF4-FFF2-40B4-BE49-F238E27FC236}">
                <a16:creationId xmlns:a16="http://schemas.microsoft.com/office/drawing/2014/main" id="{AE45568E-594E-4A63-9A7D-2E1F9B932974}"/>
              </a:ext>
            </a:extLst>
          </p:cNvPr>
          <p:cNvSpPr>
            <a:spLocks xmlns:a="http://schemas.openxmlformats.org/drawingml/2006/main" noGrp="1"/>
          </p:cNvSpPr>
          <p:nvPr/>
        </p:nvSpPr>
        <p:spPr>
          <a:xfrm xmlns:a="http://schemas.openxmlformats.org/drawingml/2006/main">
            <a:off x="571500" y="333375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e2861c8299924d32"/>
              </a:rPr>
              <a:t>Open Localization demos</a:t>
            </a:r>
          </a:p>
        </p:txBody>
      </p:sp>
      <p:sp>
        <p:nvSpPr>
          <p:cNvPr id="7" name="Download the lecture GIFs">
            <a:extLst xmlns:a="http://schemas.openxmlformats.org/drawingml/2006/main">
              <a:ext uri="{FF2B5EF4-FFF2-40B4-BE49-F238E27FC236}">
                <a16:creationId xmlns:a16="http://schemas.microsoft.com/office/drawing/2014/main" id="{F45FFE74-0452-4B47-8FB7-9D462E90C025}"/>
              </a:ext>
            </a:extLst>
          </p:cNvPr>
          <p:cNvSpPr>
            <a:spLocks xmlns:a="http://schemas.openxmlformats.org/drawingml/2006/main" noGrp="1"/>
          </p:cNvSpPr>
          <p:nvPr/>
        </p:nvSpPr>
        <p:spPr>
          <a:xfrm xmlns:a="http://schemas.openxmlformats.org/drawingml/2006/main">
            <a:off x="571500" y="38100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fdd8907d5cad4823"/>
              </a:rPr>
              <a:t>Download the lecture GIFs</a:t>
            </a:r>
          </a:p>
        </p:txBody>
      </p:sp>
      <p:sp>
        <p:nvSpPr>
          <p:cNvPr id="8" name="Online demos and GIFs are available on the course portal.">
            <a:extLst xmlns:a="http://schemas.openxmlformats.org/drawingml/2006/main">
              <a:ext uri="{FF2B5EF4-FFF2-40B4-BE49-F238E27FC236}">
                <a16:creationId xmlns:a16="http://schemas.microsoft.com/office/drawing/2014/main" id="{B4E64F59-A316-4AA4-92D9-B831EEC29BFF}"/>
              </a:ext>
            </a:extLst>
          </p:cNvPr>
          <p:cNvSpPr>
            <a:spLocks xmlns:a="http://schemas.openxmlformats.org/drawingml/2006/main" noGrp="1"/>
          </p:cNvSpPr>
          <p:nvPr/>
        </p:nvSpPr>
        <p:spPr>
          <a:xfrm xmlns:a="http://schemas.openxmlformats.org/drawingml/2006/main">
            <a:off x="523875" y="4533900"/>
            <a:ext cx="8096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1">
                <a:solidFill>
                  <a:srgbClr val="00539F"/>
                </a:solidFill>
                <a:latin typeface="Arial"/>
                <a:ea typeface="Arial"/>
                <a:cs typeface="Arial"/>
              </a:defRPr>
            </a:pPr>
            <a:r>
              <a:rPr sz="1575" b="1">
                <a:solidFill>
                  <a:srgbClr val="00539F"/>
                </a:solidFill>
                <a:latin typeface="Arial"/>
                <a:ea typeface="Arial"/>
                <a:cs typeface="Arial"/>
              </a:rPr>
              <a:t>Online demos and GIFs are available on the course portal.</a:t>
            </a:r>
          </a:p>
        </p:txBody>
      </p:sp>
    </p:spTree>
    <p:extLst>
      <p:ext uri="{BB962C8B-B14F-4D97-AF65-F5344CB8AC3E}">
        <p14:creationId xmlns:p14="http://schemas.microsoft.com/office/powerpoint/2010/main" val="1808838893"/>
      </p:ext>
    </p:extLst>
  </p:cSld>
</p:sld>
</file>

<file path=ppt/theme/theme1.xml><?xml version="1.0" encoding="utf-8"?>
<a:theme xmlns:a="http://schemas.openxmlformats.org/drawingml/2006/main" name="Office Theme">
  <a:themeElements>
    <a:clrScheme name="UD Primary and Secondary">
      <a:dk1>
        <a:srgbClr val="000000"/>
      </a:dk1>
      <a:lt1>
        <a:srgbClr val="FFFFFF"/>
      </a:lt1>
      <a:dk2>
        <a:srgbClr val="00539F"/>
      </a:dk2>
      <a:lt2>
        <a:srgbClr val="EEECE1"/>
      </a:lt2>
      <a:accent1>
        <a:srgbClr val="4F81BD"/>
      </a:accent1>
      <a:accent2>
        <a:srgbClr val="AF1E2D"/>
      </a:accent2>
      <a:accent3>
        <a:srgbClr val="BED600"/>
      </a:accent3>
      <a:accent4>
        <a:srgbClr val="5A8E22"/>
      </a:accent4>
      <a:accent5>
        <a:srgbClr val="00A0DF"/>
      </a:accent5>
      <a:accent6>
        <a:srgbClr val="EF8200"/>
      </a:accent6>
      <a:hlink>
        <a:srgbClr val="00539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D Primary and Secondar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2026-09-12T15:02:22.3770000Z</dcterms:created>
  <dcterms:modified xsi:type="dcterms:W3CDTF">2026-09-12T15:02:22.3770000Z</dcterms:modified>
</coreProperties>
</file>