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efb39f1af94d7a" /><Relationship Type="http://schemas.openxmlformats.org/officeDocument/2006/relationships/extended-properties" Target="/docProps/app.xml" Id="Rf4cea0be72664f9c" /><Relationship Type="http://schemas.openxmlformats.org/officeDocument/2006/relationships/officeDocument" Target="/ppt/presentation.xml" Id="R142b1b01d1e04f34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381152ee5934bb3"/>
  </p:sldMasterIdLst>
  <p:notesMasterIdLst>
    <p:notesMasterId xmlns:r="http://schemas.openxmlformats.org/officeDocument/2006/relationships" r:id="R3aa748b4bee041e0"/>
  </p:notesMasterIdLst>
  <p:sldIdLst>
    <p:sldId xmlns:r="http://schemas.openxmlformats.org/officeDocument/2006/relationships" id="256" r:id="R9b7ba9e6dcba4533"/>
    <p:sldId xmlns:r="http://schemas.openxmlformats.org/officeDocument/2006/relationships" id="257" r:id="Ra3c6fa3a7bb84b81"/>
    <p:sldId xmlns:r="http://schemas.openxmlformats.org/officeDocument/2006/relationships" id="258" r:id="R483ed1e0bca342d7"/>
    <p:sldId xmlns:r="http://schemas.openxmlformats.org/officeDocument/2006/relationships" id="259" r:id="R1663f8449fa440e7"/>
    <p:sldId xmlns:r="http://schemas.openxmlformats.org/officeDocument/2006/relationships" id="260" r:id="Rfed06c74eccb4e6c"/>
    <p:sldId xmlns:r="http://schemas.openxmlformats.org/officeDocument/2006/relationships" id="261" r:id="R16029403bfaa4fcc"/>
    <p:sldId xmlns:r="http://schemas.openxmlformats.org/officeDocument/2006/relationships" id="262" r:id="Rc811c1ce1d5e4d4b"/>
    <p:sldId xmlns:r="http://schemas.openxmlformats.org/officeDocument/2006/relationships" id="263" r:id="R0011e8b13db84047"/>
    <p:sldId xmlns:r="http://schemas.openxmlformats.org/officeDocument/2006/relationships" id="264" r:id="Ree858c95de1a459c"/>
    <p:sldId xmlns:r="http://schemas.openxmlformats.org/officeDocument/2006/relationships" id="265" r:id="R1a388767caa74ff3"/>
    <p:sldId xmlns:r="http://schemas.openxmlformats.org/officeDocument/2006/relationships" id="266" r:id="R22d022863d344f6a"/>
    <p:sldId xmlns:r="http://schemas.openxmlformats.org/officeDocument/2006/relationships" id="267" r:id="Rb7446bab93144b68"/>
    <p:sldId xmlns:r="http://schemas.openxmlformats.org/officeDocument/2006/relationships" id="268" r:id="Rf1660c4aacdf4e26"/>
    <p:sldId xmlns:r="http://schemas.openxmlformats.org/officeDocument/2006/relationships" id="269" r:id="R07c78547326a46da"/>
    <p:sldId xmlns:r="http://schemas.openxmlformats.org/officeDocument/2006/relationships" id="270" r:id="R908f9a121388498c"/>
  </p:sldIdLst>
  <p:sldSz cx="9144000" cy="5143500"/>
  <p:notesSz cx="6858000" cy="9144000"/>
  <p:embeddedFontLst>
    <p:embeddedFont>
      <p:font typeface="Helvetica Neue"/>
      <p:regular xmlns:r="http://schemas.openxmlformats.org/officeDocument/2006/relationships" r:id="Rb682e96afacb4eb8"/>
      <p:bold xmlns:r="http://schemas.openxmlformats.org/officeDocument/2006/relationships" r:id="Ra6337d587cc84960"/>
      <p:italic xmlns:r="http://schemas.openxmlformats.org/officeDocument/2006/relationships" r:id="R4326b337ce1a4093"/>
      <p:boldItalic xmlns:r="http://schemas.openxmlformats.org/officeDocument/2006/relationships" r:id="Rdfdda61e027b4bcd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86f86f88df4934" /><Relationship Type="http://schemas.openxmlformats.org/officeDocument/2006/relationships/slideMaster" Target="/ppt/slideMasters/slideMaster1.xml" Id="R4381152ee5934bb3" /><Relationship Type="http://schemas.openxmlformats.org/officeDocument/2006/relationships/notesMaster" Target="/ppt/notesMasters/notesMaster1.xml" Id="R3aa748b4bee041e0" /><Relationship Type="http://schemas.openxmlformats.org/officeDocument/2006/relationships/presProps" Target="/ppt/presProps.xml" Id="R4c2272d8fd734f1c" /><Relationship Type="http://schemas.openxmlformats.org/officeDocument/2006/relationships/viewProps" Target="/ppt/viewProps.xml" Id="Ra710569cb26a43ca" /><Relationship Type="http://schemas.openxmlformats.org/officeDocument/2006/relationships/tableStyles" Target="/ppt/tableStyles.xml" Id="R382cbed25b3a4368" /><Relationship Type="http://schemas.openxmlformats.org/officeDocument/2006/relationships/font" Target="/ppt/fonts/font.dat" Id="Rb682e96afacb4eb8" /><Relationship Type="http://schemas.openxmlformats.org/officeDocument/2006/relationships/font" Target="/ppt/fonts/font2.dat" Id="Ra6337d587cc84960" /><Relationship Type="http://schemas.openxmlformats.org/officeDocument/2006/relationships/font" Target="/ppt/fonts/font3.dat" Id="R4326b337ce1a4093" /><Relationship Type="http://schemas.openxmlformats.org/officeDocument/2006/relationships/font" Target="/ppt/fonts/font4.dat" Id="Rdfdda61e027b4bcd" /><Relationship Type="http://schemas.openxmlformats.org/officeDocument/2006/relationships/slide" Target="/ppt/slides/slide1.xml" Id="R9b7ba9e6dcba4533" /><Relationship Type="http://schemas.openxmlformats.org/officeDocument/2006/relationships/slide" Target="/ppt/slides/slide2.xml" Id="Ra3c6fa3a7bb84b81" /><Relationship Type="http://schemas.openxmlformats.org/officeDocument/2006/relationships/slide" Target="/ppt/slides/slide3.xml" Id="R483ed1e0bca342d7" /><Relationship Type="http://schemas.openxmlformats.org/officeDocument/2006/relationships/slide" Target="/ppt/slides/slide4.xml" Id="R1663f8449fa440e7" /><Relationship Type="http://schemas.openxmlformats.org/officeDocument/2006/relationships/slide" Target="/ppt/slides/slide5.xml" Id="Rfed06c74eccb4e6c" /><Relationship Type="http://schemas.openxmlformats.org/officeDocument/2006/relationships/slide" Target="/ppt/slides/slide6.xml" Id="R16029403bfaa4fcc" /><Relationship Type="http://schemas.openxmlformats.org/officeDocument/2006/relationships/slide" Target="/ppt/slides/slide7.xml" Id="Rc811c1ce1d5e4d4b" /><Relationship Type="http://schemas.openxmlformats.org/officeDocument/2006/relationships/slide" Target="/ppt/slides/slide8.xml" Id="R0011e8b13db84047" /><Relationship Type="http://schemas.openxmlformats.org/officeDocument/2006/relationships/slide" Target="/ppt/slides/slide9.xml" Id="Ree858c95de1a459c" /><Relationship Type="http://schemas.openxmlformats.org/officeDocument/2006/relationships/slide" Target="/ppt/slides/slide10.xml" Id="R1a388767caa74ff3" /><Relationship Type="http://schemas.openxmlformats.org/officeDocument/2006/relationships/slide" Target="/ppt/slides/slide11.xml" Id="R22d022863d344f6a" /><Relationship Type="http://schemas.openxmlformats.org/officeDocument/2006/relationships/slide" Target="/ppt/slides/slide12.xml" Id="Rb7446bab93144b68" /><Relationship Type="http://schemas.openxmlformats.org/officeDocument/2006/relationships/slide" Target="/ppt/slides/slide13.xml" Id="Rf1660c4aacdf4e26" /><Relationship Type="http://schemas.openxmlformats.org/officeDocument/2006/relationships/slide" Target="/ppt/slides/slide14.xml" Id="R07c78547326a46da" /><Relationship Type="http://schemas.openxmlformats.org/officeDocument/2006/relationships/slide" Target="/ppt/slides/slide15.xml" Id="R908f9a12138849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fedf02cfa44c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UD Primary and Secondary">
      <a:dk1>
        <a:srgbClr val="000000"/>
      </a:dk1>
      <a:lt1>
        <a:srgbClr val="FFFFFF"/>
      </a:lt1>
      <a:dk2>
        <a:srgbClr val="00539F"/>
      </a:dk2>
      <a:lt2>
        <a:srgbClr val="EEECE1"/>
      </a:lt2>
      <a:accent1>
        <a:srgbClr val="4F81BD"/>
      </a:accent1>
      <a:accent2>
        <a:srgbClr val="AF1E2D"/>
      </a:accent2>
      <a:accent3>
        <a:srgbClr val="BED600"/>
      </a:accent3>
      <a:accent4>
        <a:srgbClr val="5A8E22"/>
      </a:accent4>
      <a:accent5>
        <a:srgbClr val="00A0DF"/>
      </a:accent5>
      <a:accent6>
        <a:srgbClr val="EF8200"/>
      </a:accent6>
      <a:hlink>
        <a:srgbClr val="00539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D Primary and Seconda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6fb38ab6c04580" /><Relationship Type="http://schemas.openxmlformats.org/officeDocument/2006/relationships/notesMaster" Target="/ppt/notesMasters/notesMaster1.xml" Id="R6002ad8ad56b4b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115ba341b7423f" /><Relationship Type="http://schemas.openxmlformats.org/officeDocument/2006/relationships/notesMaster" Target="/ppt/notesMasters/notesMaster1.xml" Id="R681210064ac44f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b01135e4d24c6e" /><Relationship Type="http://schemas.openxmlformats.org/officeDocument/2006/relationships/notesMaster" Target="/ppt/notesMasters/notesMaster1.xml" Id="R5edd59910b9e46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80ea44f9e5405d" /><Relationship Type="http://schemas.openxmlformats.org/officeDocument/2006/relationships/notesMaster" Target="/ppt/notesMasters/notesMaster1.xml" Id="R5f5580cc625443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c38082b4854de3" /><Relationship Type="http://schemas.openxmlformats.org/officeDocument/2006/relationships/notesMaster" Target="/ppt/notesMasters/notesMaster1.xml" Id="R60a3cba0d90c4b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bd24238ca24ed3" /><Relationship Type="http://schemas.openxmlformats.org/officeDocument/2006/relationships/notesMaster" Target="/ppt/notesMasters/notesMaster1.xml" Id="R57f59a2f42d046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fd3ab8493d4ab5" /><Relationship Type="http://schemas.openxmlformats.org/officeDocument/2006/relationships/notesMaster" Target="/ppt/notesMasters/notesMaster1.xml" Id="R11ca8a58e5b242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f3ef3065eb407a" /><Relationship Type="http://schemas.openxmlformats.org/officeDocument/2006/relationships/notesMaster" Target="/ppt/notesMasters/notesMaster1.xml" Id="Raed2401fcdf649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ca6b4648e040b7" /><Relationship Type="http://schemas.openxmlformats.org/officeDocument/2006/relationships/notesMaster" Target="/ppt/notesMasters/notesMaster1.xml" Id="Ra05c4432b53640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1e62e61e154de9" /><Relationship Type="http://schemas.openxmlformats.org/officeDocument/2006/relationships/notesMaster" Target="/ppt/notesMasters/notesMaster1.xml" Id="Rf794b7d3f4c44d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d6a2164dd24730" /><Relationship Type="http://schemas.openxmlformats.org/officeDocument/2006/relationships/notesMaster" Target="/ppt/notesMasters/notesMaster1.xml" Id="Rb0024f5ecf2b47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b9c4c653ee042df" /><Relationship Type="http://schemas.openxmlformats.org/officeDocument/2006/relationships/notesMaster" Target="/ppt/notesMasters/notesMaster1.xml" Id="R1131d5215415469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4e431a10954c69" /><Relationship Type="http://schemas.openxmlformats.org/officeDocument/2006/relationships/notesMaster" Target="/ppt/notesMasters/notesMaster1.xml" Id="R118f2f0d70de4ed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45ca53ca87f400d" /><Relationship Type="http://schemas.openxmlformats.org/officeDocument/2006/relationships/notesMaster" Target="/ppt/notesMasters/notesMaster1.xml" Id="Raf4a99b926474e6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b34e4cb4e2849cc" /><Relationship Type="http://schemas.openxmlformats.org/officeDocument/2006/relationships/notesMaster" Target="/ppt/notesMasters/notesMaster1.xml" Id="Rb4a9bbcbe9fb47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Open with one question: how can we infer the structure and behavior of a distributed robotic system without reading its source code? Establish that the session is primarily laboratory investigation.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/media/william/blueicedrive/Github/Intro2AV-CourseContent/2026/Documents/Syllabus.docx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/media/william/blueicedrive/Github/Intro2AV-CourseContent/2026/Presentations/Lecture 8.pptx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OpenAI ImageGen: autonomous research vehicle hero image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360"/>
              </a:spcBef>
              <a:spcAft>
                <a:spcPts val="0"/>
              </a:spcAft>
              <a:buNone/>
            </a:pPr>
            <a:r>
              <a:t>Use the visual to establish the analytical model: sensors publish typed streams, nodes consume or transform them, QoS governs endpoint compatibility, and rosbag records or replays the traffic.</a:t>
            </a:r>
            <a:endParaRPr/>
          </a:p>
          <a:p xmlns:a="http://schemas.openxmlformats.org/drawingml/2006/main">
            <a:pPr marL="0" lvl="0" indent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36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360"/>
              </a:spcBef>
              <a:spcAft>
                <a:spcPts val="0"/>
              </a:spcAft>
              <a:buNone/>
            </a:pPr>
            <a:r>
              <a:t>- https://docs.ros.org/en/humble/Concepts/Basic/Interfaces-Topics-Services-Actions.html</a:t>
            </a:r>
            <a:endParaRPr/>
          </a:p>
          <a:p xmlns:a="http://schemas.openxmlformats.org/drawingml/2006/main">
            <a:pPr marL="0" lvl="0" indent="0" algn="l">
              <a:spcBef>
                <a:spcPts val="360"/>
              </a:spcBef>
              <a:spcAft>
                <a:spcPts val="0"/>
              </a:spcAft>
              <a:buNone/>
            </a:pPr>
            <a:r>
              <a:t>- https://docs.ros.org/en/humble/Concepts/Intermediate/About-Quality-of-Service-Settings.html</a:t>
            </a:r>
            <a:endParaRPr/>
          </a:p>
          <a:p xmlns:a="http://schemas.openxmlformats.org/drawingml/2006/main">
            <a:pPr marL="0" lvl="0" indent="0" algn="l">
              <a:spcBef>
                <a:spcPts val="360"/>
              </a:spcBef>
              <a:spcAft>
                <a:spcPts val="0"/>
              </a:spcAft>
              <a:buNone/>
            </a:pPr>
            <a:r>
              <a:t>- https://docs.ros.org/en/humble/Tutorials/Beginner-CLI-Tools/Recording-And-Playing-Back-Data/Recording-And-Playing-Back-Data.html</a:t>
            </a:r>
            <a:endParaRPr/>
          </a:p>
          <a:p xmlns:a="http://schemas.openxmlformats.org/drawingml/2006/main">
            <a:pPr marL="0" lvl="0" indent="0" algn="l">
              <a:spcBef>
                <a:spcPts val="360"/>
              </a:spcBef>
              <a:spcAft>
                <a:spcPts val="0"/>
              </a:spcAft>
              <a:buNone/>
            </a:pPr>
            <a:r>
              <a:t>- OpenAI ImageGen: ROS 2 sensor-to-bag computational graph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Limit exposition to the four entities needed for the lab. Ask students to instantiate each term using a camera driver and image stream. Defer services and actions.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https://docs.ros.org/en/humble/Tutorials/Beginner-CLI-Tools/Understanding-ROS2-Nodes/Understanding-ROS2-Nodes.html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https://docs.ros.org/en/humble/Concepts/Basic/Interfaces-Topics-Services-Actions.html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https://docs.ros.org/en/humble/Concepts/Intermediate/About-Quality-of-Service-Settings.html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OpenAI ImageGen: technical ROS 2 entity and contract illustration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Demonstrate the recurring command grammar and ros2 &lt;verb&gt; --help. Students will use these commands repeatedly; avoid exhaustively teaching options.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https://docs.ros.org/en/humble/Tutorials/Beginner-CLI-Tools/Understanding-ROS2-Nodes/Understanding-ROS2-Nodes.html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https://docs.ros.org/en/humble/Concepts/Basic/Interfaces-Topics-Services-Actions.html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https://docs.ros.org/en/humble/Tutorials/Beginner-CLI-Tools/Recording-And-Playing-Back-Data/Recording-And-Playing-Back-Data.html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OpenAI ImageGen: terminal introspection illustration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Rosbag playback creates runtime publishers from recorded data. Pair work reduces setup friction while still requiring each student to operate both terminals.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https://docs.ros.org/en/humble/Tutorials/Beginner-CLI-Tools/Recording-And-Playing-Back-Data/Recording-And-Playing-Back-Data.html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https://docs.ros.org/en/humble/Tutorials/Beginner-CLI-Tools/Understanding-ROS2-Nodes/Understanding-ROS2-Nodes.html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OpenAI ImageGen: dual-terminal robotics laboratory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Pause until every pair can identify its active distribution, run ros2 bag --help, and locate both bag files. PowerShell uses $env:ROS_DISTRO. There is no official Krystal release; Crystal Clemmys is EOL, while Kilted Kaiju is current in the release family. Use the supported course environment if compatibility becomes the exercise rather than the data.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https://drive.google.com/file/d/1zd5GGe6t-UIEEMK9XJ1UCwRFa9NWEHrm/view?usp=sharing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https://docs.ros.org/en/rolling/Releases.html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/media/william/blueicedrive/Github/Intro2AV-CourseContent/2026/Data/Project1/project1_simulated_data/metadata.yaml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OpenAI ImageGen: environment and dataset verification illustration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Expected evidence: SQLite3, 42.379 seconds, 6,589 messages, and five streams. Camera has 419 Image messages; LiDAR has 475 PointCloud2 messages; IMU has 1,897; GNSS fix and pose have 1,899 each. Ask why message count alone does not determine bandwidth.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https://docs.ros.org/en/humble/Tutorials/Beginner-CLI-Tools/Recording-And-Playing-Back-Data/Recording-And-Playing-Back-Data.html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/media/william/blueicedrive/Github/Intro2AV-CourseContent/2026/Data/Project1/project1_simulated_data/metadata.yaml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OpenAI ImageGen: five-stream rosbag characterization illustration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Students should discover /rosbag2_player and the five recorded topics. The analytical distinction is important: bag info reads a file; node and topic commands interrogate the active DDS graph.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https://docs.ros.org/en/humble/Tutorials/Beginner-CLI-Tools/Understanding-ROS2-Nodes/Understanding-ROS2-Nodes.html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https://docs.ros.org/en/humble/Tutorials/Beginner-CLI-Tools/Recording-And-Playing-Back-Data/Recording-And-Playing-Back-Data.html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/media/william/blueicedrive/Github/Intro2AV-CourseContent/2026/Data/Project1/project1_simulated_data/metadata.yaml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OpenAI ImageGen: runtime graph reconstruction illustration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Require students to select topics from their own discovery output. They should distinguish Image from PointCloud2 and identify the rosbag player as publisher. The validated Humble host offered BEST_EFFORT and VOLATILE for the camera endpoint.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https://docs.ros.org/en/humble/Concepts/Basic/Interfaces-Topics-Services-Actions.html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https://docs.ros.org/en/humble/Concepts/Intermediate/About-Quality-of-Service-Settings.html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/media/william/blueicedrive/Github/Intro2AV-CourseContent/2026/Data/Project1/project1_simulated_data/metadata.yaml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OpenAI ImageGen: typed topic contract illustration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Expected values: camera width 800 and height 600; LiDAR frame velodyne_top_base_link; sampled cloud width approximately 33,111. Point count varies by message. Emphasize precise field queries over dumping binary arrays.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/media/william/blueicedrive/Github/Intro2AV-CourseContent/2026/Data/Project1/project1_simulated_data/metadata.yaml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https://docs.ros.org/en/humble/Concepts/Basic/Interfaces-Topics-Services-Actions.html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OpenAI ImageGen: targeted message-field extraction illustration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Metadata implies approximately 9.9 Hz for camera and 11.2 Hz for LiDAR at 1.0x. A validated camera sample is roughly 1.92 MB per message. Results vary with CPU, discovery, QoS, and measurement window; at 0.5x, rate and throughput should approximately halve.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/media/william/blueicedrive/Github/Intro2AV-CourseContent/2026/Data/Project1/project1_simulated_data/metadata.yaml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https://docs.ros.org/en/humble/Concepts/Intermediate/About-Quality-of-Service-Settings.html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OpenAI ImageGen: scientific rate and bandwidth comparison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If the CLI automatically selects a compatible sensor-data profile, use RViz reliability settings or an explicitly reliable subscription to create the mismatch. The objective is to separate graph discovery from endpoint compatibility.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https://docs.ros.org/en/humble/Concepts/Intermediate/About-Quality-of-Service-Settings.html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/media/william/blueicedrive/Github/Intro2AV-CourseContent/2026/Data/Project1/project1_simulated_data/metadata.yaml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OpenAI ImageGen: QoS compatibility boundary illustration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Students configure RViz from their own discovered topics. If camera is blank, inspect reliability. If the cloud reports a transform error, set the fixed frame to velodyne_top_base_link. Use the course Ubuntu VM when native macOS or Windows visualization is blocked.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https://docs.ros.org/en/humble/Concepts/Intermediate/About-Quality-of-Service-Settings.html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/media/william/blueicedrive/Github/Intro2AV-CourseContent/2026/Data/Project1/project1_simulated_data/metadata.yaml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OpenAI ImageGen: camera and LiDAR spatial validation scene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Give pairs 15–20 minutes. Require a defensible dataflow and test plan, not implementation unless time permits. Strong answers parse PointCloud2 fields, compute Euclidean radius, preserve the header, select sensor-data QoS, and validate with message counts plus RViz.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https://docs.ros.org/en/humble/Concepts/Basic/Interfaces-Topics-Services-Actions.html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https://docs.ros.org/en/humble/Concepts/Intermediate/About-Quality-of-Service-Settings.html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/media/william/blueicedrive/Github/Intro2AV-CourseContent/2026/Data/Project1/project1_simulated_data/metadata.yaml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OpenAI ImageGen: LiDAR annular range-filter visualization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Collect one evidence-backed answer for each category. Close on the idea that ROS 2 debugging is systematic boundary testing: environment, graph discovery, message contract, observed behavior, then visualization.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https://docs.ros.org/en/humble/Tutorials/Beginner-CLI-Tools/Understanding-ROS2-Nodes/Understanding-ROS2-Nodes.html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https://docs.ros.org/en/humble/Concepts/Intermediate/About-Quality-of-Service-Settings.html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https://docs.ros.org/en/humble/Tutorials/Beginner-CLI-Tools/Recording-And-Playing-Back-Data/Recording-And-Playing-Back-Data.html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/media/william/blueicedrive/Github/Intro2AV-CourseContent/2026/Data/Project1/project1_simulated_data/metadata.yaml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>- OpenAI ImageGen: evidence-synthesis engineering illustration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6cff661bc84484" /><Relationship Type="http://schemas.openxmlformats.org/officeDocument/2006/relationships/image" Target="/ppt/media/image.jpeg" Id="Rca49a31a6d2a499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83beaae76d45ad" /><Relationship Type="http://schemas.openxmlformats.org/officeDocument/2006/relationships/image" Target="/ppt/media/image.png" Id="R602cdc8926db4c3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c15e0ec8474afc" /><Relationship Type="http://schemas.openxmlformats.org/officeDocument/2006/relationships/image" Target="/ppt/media/image2.jpeg" Id="R8fad35da283e42f9" /><Relationship Type="http://schemas.openxmlformats.org/officeDocument/2006/relationships/image" Target="/ppt/media/image.png" Id="R1cf275493c3c4f2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3518b4687b42af" /><Relationship Type="http://schemas.openxmlformats.org/officeDocument/2006/relationships/image" Target="/ppt/media/image2.jpeg" Id="Ra6a8ccdd91cd468b" /><Relationship Type="http://schemas.openxmlformats.org/officeDocument/2006/relationships/image" Target="/ppt/media/image.png" Id="R4b75deddf8b0498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9704f99c7c45b9" /><Relationship Type="http://schemas.openxmlformats.org/officeDocument/2006/relationships/image" Target="/ppt/media/image2.jpeg" Id="R7f669b31a291434e" /><Relationship Type="http://schemas.openxmlformats.org/officeDocument/2006/relationships/image" Target="/ppt/media/image.png" Id="Rb1f8d2cc4a274ad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c7dffe8f2d41f5" /><Relationship Type="http://schemas.openxmlformats.org/officeDocument/2006/relationships/image" Target="/ppt/media/image2.jpeg" Id="Rcb802fba335d4776" /><Relationship Type="http://schemas.openxmlformats.org/officeDocument/2006/relationships/image" Target="/ppt/media/image.png" Id="R16e5bf36220b438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8afcea2bce4dc6" /><Relationship Type="http://schemas.openxmlformats.org/officeDocument/2006/relationships/image" Target="/ppt/media/image2.jpeg" Id="R8d1f01912d3342e4" /><Relationship Type="http://schemas.openxmlformats.org/officeDocument/2006/relationships/image" Target="/ppt/media/image.png" Id="Rb4386ace65d14d6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ec51d9480e43c0" /><Relationship Type="http://schemas.openxmlformats.org/officeDocument/2006/relationships/image" Target="/ppt/media/image2.jpeg" Id="R2badaf7f86904032" /><Relationship Type="http://schemas.openxmlformats.org/officeDocument/2006/relationships/image" Target="/ppt/media/image.png" Id="R7c18782428cb4a7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445b696118418c" /><Relationship Type="http://schemas.openxmlformats.org/officeDocument/2006/relationships/image" Target="/ppt/media/image2.jpeg" Id="R0275a51174cf4b0d" /><Relationship Type="http://schemas.openxmlformats.org/officeDocument/2006/relationships/image" Target="/ppt/media/image.png" Id="R2c69cee4a2e548b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42825746294981" /><Relationship Type="http://schemas.openxmlformats.org/officeDocument/2006/relationships/image" Target="/ppt/media/image2.jpeg" Id="Rdd6f38ded3b4411e" /><Relationship Type="http://schemas.openxmlformats.org/officeDocument/2006/relationships/image" Target="/ppt/media/image.png" Id="R397c0a578a034a9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b2d1f2dc84c78" /><Relationship Type="http://schemas.openxmlformats.org/officeDocument/2006/relationships/image" Target="/ppt/media/image2.jpeg" Id="R82c15ebba202411f" /><Relationship Type="http://schemas.openxmlformats.org/officeDocument/2006/relationships/image" Target="/ppt/media/image.png" Id="R8142e52feae44ac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954342edb24e3d" /><Relationship Type="http://schemas.openxmlformats.org/officeDocument/2006/relationships/image" Target="/ppt/media/image2.jpeg" Id="R11e4c634f21e48ad" /><Relationship Type="http://schemas.openxmlformats.org/officeDocument/2006/relationships/image" Target="/ppt/media/image.png" Id="R31d3fdd52d1b4a33" /></Relationships>
</file>

<file path=ppt/slideLayouts/slideLayout1.xml><?xml version="1.0" encoding="utf-8"?>
<p:sldLayout xmlns:p="http://schemas.openxmlformats.org/presentationml/2006/main" matchingName="Title Slide" type="title">
  <p:cSld name="TITLE">
    <p:bg>
      <p:bgPr>
        <a:blipFill xmlns:a="http://schemas.openxmlformats.org/drawingml/2006/main">
          <a:blip xmlns:r="http://schemas.openxmlformats.org/officeDocument/2006/relationships" r:embed="Rca49a31a6d2a4994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5">
            <a:extLst xmlns:a="http://schemas.openxmlformats.org/drawingml/2006/main">
              <a:ext uri="{FF2B5EF4-FFF2-40B4-BE49-F238E27FC236}">
                <a16:creationId xmlns:a16="http://schemas.microsoft.com/office/drawing/2014/main" id="{C39DD931-9CDE-4A97-964D-53111C54648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597819"/>
            <a:ext cx="7772400" cy="110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Google Shape;15;p5">
            <a:extLst xmlns:a="http://schemas.openxmlformats.org/drawingml/2006/main">
              <a:ext uri="{FF2B5EF4-FFF2-40B4-BE49-F238E27FC236}">
                <a16:creationId xmlns:a16="http://schemas.microsoft.com/office/drawing/2014/main" id="{D6FC9674-E2C7-4E56-B0E4-BF5186D8B23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914650"/>
            <a:ext cx="64008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4pPr>
            <a:lvl5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5pPr>
            <a:lvl6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matchingName="Title and Content" type="obj">
  <p:cSld name="OBJEC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6">
            <a:extLst xmlns:a="http://schemas.openxmlformats.org/drawingml/2006/main">
              <a:ext uri="{FF2B5EF4-FFF2-40B4-BE49-F238E27FC236}">
                <a16:creationId xmlns:a16="http://schemas.microsoft.com/office/drawing/2014/main" id="{70E33DFB-21E2-4EE9-867E-C891039E0C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6">
            <a:extLst xmlns:a="http://schemas.openxmlformats.org/drawingml/2006/main">
              <a:ext uri="{FF2B5EF4-FFF2-40B4-BE49-F238E27FC236}">
                <a16:creationId xmlns:a16="http://schemas.microsoft.com/office/drawing/2014/main" id="{994DB68B-FEE9-457C-84FA-BA04EFC552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•"/>
              <a:defRPr>
                <a:solidFill>
                  <a:srgbClr val="006096"/>
                </a:solidFill>
              </a:defRPr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–"/>
              <a:defRPr>
                <a:solidFill>
                  <a:srgbClr val="006096"/>
                </a:solidFill>
              </a:defRPr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•"/>
              <a:defRPr>
                <a:solidFill>
                  <a:srgbClr val="006096"/>
                </a:solidFill>
              </a:defRPr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–"/>
              <a:defRPr>
                <a:solidFill>
                  <a:srgbClr val="006096"/>
                </a:solidFill>
              </a:defRPr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»"/>
              <a:defRPr>
                <a:solidFill>
                  <a:srgbClr val="006096"/>
                </a:solidFill>
              </a:defRPr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9" name="Google Shape;19;p6">
            <a:extLst xmlns:a="http://schemas.openxmlformats.org/drawingml/2006/main">
              <a:ext uri="{FF2B5EF4-FFF2-40B4-BE49-F238E27FC236}">
                <a16:creationId xmlns:a16="http://schemas.microsoft.com/office/drawing/2014/main" id="{202F33EB-F5B9-477E-B641-344CB04BC1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24" name="Google Shape;20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02cdc8926db4c3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.xml><?xml version="1.0" encoding="utf-8"?>
<p:sldLayout xmlns:p="http://schemas.openxmlformats.org/presentationml/2006/main" matchingName="Custom Layout">
  <p:cSld name="Custom Layout">
    <p:bg>
      <p:bgPr>
        <a:blipFill xmlns:a="http://schemas.openxmlformats.org/drawingml/2006/main">
          <a:blip xmlns:r="http://schemas.openxmlformats.org/officeDocument/2006/relationships" r:embed="R8fad35da283e42f9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7">
            <a:extLst xmlns:a="http://schemas.openxmlformats.org/drawingml/2006/main">
              <a:ext uri="{FF2B5EF4-FFF2-40B4-BE49-F238E27FC236}">
                <a16:creationId xmlns:a16="http://schemas.microsoft.com/office/drawing/2014/main" id="{E457CCF1-2B98-4CCE-BF4D-9DCB026CB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914400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7">
            <a:extLst xmlns:a="http://schemas.openxmlformats.org/drawingml/2006/main">
              <a:ext uri="{FF2B5EF4-FFF2-40B4-BE49-F238E27FC236}">
                <a16:creationId xmlns:a16="http://schemas.microsoft.com/office/drawing/2014/main" id="{1DC2C0C5-B8FC-4712-B773-B4B77E5BBC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1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27" name="Google Shape;24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cf275493c3c4f2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Section Header" type="secHead">
  <p:cSld name="SECTION_HEADER">
    <p:bg>
      <p:bgPr>
        <a:blipFill xmlns:a="http://schemas.openxmlformats.org/drawingml/2006/main">
          <a:blip xmlns:r="http://schemas.openxmlformats.org/officeDocument/2006/relationships" r:embed="Ra6a8ccdd91cd468b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8">
            <a:extLst xmlns:a="http://schemas.openxmlformats.org/drawingml/2006/main">
              <a:ext uri="{FF2B5EF4-FFF2-40B4-BE49-F238E27FC236}">
                <a16:creationId xmlns:a16="http://schemas.microsoft.com/office/drawing/2014/main" id="{B4D49BBE-62C6-4FE4-973B-74871BB48B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2477691"/>
            <a:ext cx="7772400" cy="1021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cap="none"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8">
            <a:extLst xmlns:a="http://schemas.openxmlformats.org/drawingml/2006/main">
              <a:ext uri="{FF2B5EF4-FFF2-40B4-BE49-F238E27FC236}">
                <a16:creationId xmlns:a16="http://schemas.microsoft.com/office/drawing/2014/main" id="{51DF964D-3003-4BDD-A0BB-C80B565C1E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1352550"/>
            <a:ext cx="77724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8" name="Google Shape;28;p8">
            <a:extLst xmlns:a="http://schemas.openxmlformats.org/drawingml/2006/main">
              <a:ext uri="{FF2B5EF4-FFF2-40B4-BE49-F238E27FC236}">
                <a16:creationId xmlns:a16="http://schemas.microsoft.com/office/drawing/2014/main" id="{42FB5414-95C4-4E7B-92E0-D1200C0921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33" name="Google Shape;29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b75deddf8b0498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.xml><?xml version="1.0" encoding="utf-8"?>
<p:sldLayout xmlns:p="http://schemas.openxmlformats.org/presentationml/2006/main" matchingName="Two Content" type="twoObj">
  <p:cSld name="TWO_OBJECTS">
    <p:bg>
      <p:bgPr>
        <a:blipFill xmlns:a="http://schemas.openxmlformats.org/drawingml/2006/main">
          <a:blip xmlns:r="http://schemas.openxmlformats.org/officeDocument/2006/relationships" r:embed="R7f669b31a291434e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Google Shape;31;p9">
            <a:extLst xmlns:a="http://schemas.openxmlformats.org/drawingml/2006/main">
              <a:ext uri="{FF2B5EF4-FFF2-40B4-BE49-F238E27FC236}">
                <a16:creationId xmlns:a16="http://schemas.microsoft.com/office/drawing/2014/main" id="{3EC87F75-84B5-4501-A669-B39FB19C76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14350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2" name="Google Shape;32;p9">
            <a:extLst xmlns:a="http://schemas.openxmlformats.org/drawingml/2006/main">
              <a:ext uri="{FF2B5EF4-FFF2-40B4-BE49-F238E27FC236}">
                <a16:creationId xmlns:a16="http://schemas.microsoft.com/office/drawing/2014/main" id="{B81D87D1-5665-45EA-894C-718450938E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085851"/>
            <a:ext cx="4038600" cy="3108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 sz="2800"/>
            </a:lvl1pPr>
            <a:lvl2pPr marL="9144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–"/>
              <a:defRPr sz="2400"/>
            </a:lvl2pPr>
            <a:lvl3pPr marL="13716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 sz="1800"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 sz="1800"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3" name="Google Shape;33;p9">
            <a:extLst xmlns:a="http://schemas.openxmlformats.org/drawingml/2006/main">
              <a:ext uri="{FF2B5EF4-FFF2-40B4-BE49-F238E27FC236}">
                <a16:creationId xmlns:a16="http://schemas.microsoft.com/office/drawing/2014/main" id="{6FD79B43-03A8-4B3C-BCD4-1756340691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200" y="1085851"/>
            <a:ext cx="4038600" cy="3108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 sz="2800"/>
            </a:lvl1pPr>
            <a:lvl2pPr marL="9144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–"/>
              <a:defRPr sz="2400"/>
            </a:lvl2pPr>
            <a:lvl3pPr marL="13716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 sz="1800"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 sz="1800"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4" name="Google Shape;34;p9">
            <a:extLst xmlns:a="http://schemas.openxmlformats.org/drawingml/2006/main">
              <a:ext uri="{FF2B5EF4-FFF2-40B4-BE49-F238E27FC236}">
                <a16:creationId xmlns:a16="http://schemas.microsoft.com/office/drawing/2014/main" id="{D71B2437-10C2-42B4-A16B-19FDF16B36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40" name="Google Shape;35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1f8d2cc4a274ad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.xml><?xml version="1.0" encoding="utf-8"?>
<p:sldLayout xmlns:p="http://schemas.openxmlformats.org/presentationml/2006/main" matchingName="Comparison">
  <p:cSld name="Comparison">
    <p:bg>
      <p:bgPr>
        <a:blipFill xmlns:a="http://schemas.openxmlformats.org/drawingml/2006/main">
          <a:blip xmlns:r="http://schemas.openxmlformats.org/officeDocument/2006/relationships" r:embed="Rcb802fba335d4776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Google Shape;37;p10">
            <a:extLst xmlns:a="http://schemas.openxmlformats.org/drawingml/2006/main">
              <a:ext uri="{FF2B5EF4-FFF2-40B4-BE49-F238E27FC236}">
                <a16:creationId xmlns:a16="http://schemas.microsoft.com/office/drawing/2014/main" id="{45269EE5-B483-4A72-9233-5D4CEB8276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514350"/>
            <a:ext cx="4040188" cy="773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/>
            </a:lvl1pPr>
            <a:lvl2pPr marL="9144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38" name="Google Shape;38;p10">
            <a:extLst xmlns:a="http://schemas.openxmlformats.org/drawingml/2006/main">
              <a:ext uri="{FF2B5EF4-FFF2-40B4-BE49-F238E27FC236}">
                <a16:creationId xmlns:a16="http://schemas.microsoft.com/office/drawing/2014/main" id="{90DE5115-9324-48A5-808B-4FB57D9C9D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288255"/>
            <a:ext cx="4040188" cy="296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1pPr>
            <a:lvl2pPr marL="9144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/>
            </a:lvl3pPr>
            <a:lvl4pPr marL="1828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4pPr>
            <a:lvl5pPr marL="22860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»"/>
              <a:defRPr sz="1600"/>
            </a:lvl5pPr>
            <a:lvl6pPr marL="27432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39" name="Google Shape;39;p10">
            <a:extLst xmlns:a="http://schemas.openxmlformats.org/drawingml/2006/main">
              <a:ext uri="{FF2B5EF4-FFF2-40B4-BE49-F238E27FC236}">
                <a16:creationId xmlns:a16="http://schemas.microsoft.com/office/drawing/2014/main" id="{8044A636-91D4-4ADC-9A9C-FF01938D935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6" y="514350"/>
            <a:ext cx="4041775" cy="773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/>
            </a:lvl1pPr>
            <a:lvl2pPr marL="9144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0" name="Google Shape;40;p10">
            <a:extLst xmlns:a="http://schemas.openxmlformats.org/drawingml/2006/main">
              <a:ext uri="{FF2B5EF4-FFF2-40B4-BE49-F238E27FC236}">
                <a16:creationId xmlns:a16="http://schemas.microsoft.com/office/drawing/2014/main" id="{0312743C-8E01-4C83-B353-63311DFCE3A3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45026" y="1288255"/>
            <a:ext cx="4041775" cy="296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1pPr>
            <a:lvl2pPr marL="9144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/>
            </a:lvl3pPr>
            <a:lvl4pPr marL="1828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4pPr>
            <a:lvl5pPr marL="22860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»"/>
              <a:defRPr sz="1600"/>
            </a:lvl5pPr>
            <a:lvl6pPr marL="27432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1" name="Google Shape;41;p10">
            <a:extLst xmlns:a="http://schemas.openxmlformats.org/drawingml/2006/main">
              <a:ext uri="{FF2B5EF4-FFF2-40B4-BE49-F238E27FC236}">
                <a16:creationId xmlns:a16="http://schemas.microsoft.com/office/drawing/2014/main" id="{9EF98A4B-E616-4DFC-87A6-C6C6338EB2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48" name="Google Shape;42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6e5bf36220b438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.xml><?xml version="1.0" encoding="utf-8"?>
<p:sldLayout xmlns:p="http://schemas.openxmlformats.org/presentationml/2006/main" matchingName="Title Only" type="titleOnly">
  <p:cSld name="TITLE_ONLY">
    <p:bg>
      <p:bgPr>
        <a:blipFill xmlns:a="http://schemas.openxmlformats.org/drawingml/2006/main">
          <a:blip xmlns:r="http://schemas.openxmlformats.org/officeDocument/2006/relationships" r:embed="R8d1f01912d3342e4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11">
            <a:extLst xmlns:a="http://schemas.openxmlformats.org/drawingml/2006/main">
              <a:ext uri="{FF2B5EF4-FFF2-40B4-BE49-F238E27FC236}">
                <a16:creationId xmlns:a16="http://schemas.microsoft.com/office/drawing/2014/main" id="{CBBC67C3-09A6-49F6-A1C4-30CF9C76CD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14350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B738FB8F-EFA5-4AD5-A970-D1D9356BA1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49" name="Google Shape;46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4386ace65d14d6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matchingName="Blank" type="blank">
  <p:cSld name="BLANK">
    <p:bg>
      <p:bgPr>
        <a:blipFill xmlns:a="http://schemas.openxmlformats.org/drawingml/2006/main">
          <a:blip xmlns:r="http://schemas.openxmlformats.org/officeDocument/2006/relationships" r:embed="R2badaf7f86904032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Google Shape;48;p12">
            <a:extLst xmlns:a="http://schemas.openxmlformats.org/drawingml/2006/main">
              <a:ext uri="{FF2B5EF4-FFF2-40B4-BE49-F238E27FC236}">
                <a16:creationId xmlns:a16="http://schemas.microsoft.com/office/drawing/2014/main" id="{BFC98027-D7BF-4A54-805F-A501EE1BB0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2766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51" name="Google Shape;49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c18782428cb4a7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Content with Caption" type="objTx">
  <p:cSld name="OBJECT_WITH_CAPTION_TEXT">
    <p:bg>
      <p:bgPr>
        <a:blipFill xmlns:a="http://schemas.openxmlformats.org/drawingml/2006/main">
          <a:blip xmlns:r="http://schemas.openxmlformats.org/officeDocument/2006/relationships" r:embed="R0275a51174cf4b0d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13">
            <a:extLst xmlns:a="http://schemas.openxmlformats.org/drawingml/2006/main">
              <a:ext uri="{FF2B5EF4-FFF2-40B4-BE49-F238E27FC236}">
                <a16:creationId xmlns:a16="http://schemas.microsoft.com/office/drawing/2014/main" id="{DD78D6BA-F124-4C7D-86D7-68A94BD6BC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1" y="438150"/>
            <a:ext cx="3008313" cy="871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Google Shape;52;p13">
            <a:extLst xmlns:a="http://schemas.openxmlformats.org/drawingml/2006/main">
              <a:ext uri="{FF2B5EF4-FFF2-40B4-BE49-F238E27FC236}">
                <a16:creationId xmlns:a16="http://schemas.microsoft.com/office/drawing/2014/main" id="{A0BB5202-B0F4-4890-8B00-26F136649E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75050" y="438151"/>
            <a:ext cx="511175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–"/>
              <a:defRPr sz="2800"/>
            </a:lvl2pPr>
            <a:lvl3pPr marL="13716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/>
            </a:lvl4pPr>
            <a:lvl5pPr marL="22860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 sz="2000"/>
            </a:lvl5pPr>
            <a:lvl6pPr marL="27432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53" name="Google Shape;53;p13">
            <a:extLst xmlns:a="http://schemas.openxmlformats.org/drawingml/2006/main">
              <a:ext uri="{FF2B5EF4-FFF2-40B4-BE49-F238E27FC236}">
                <a16:creationId xmlns:a16="http://schemas.microsoft.com/office/drawing/2014/main" id="{32253E2D-4972-4503-BEBC-9CBC808EDF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1" y="1428750"/>
            <a:ext cx="3008313" cy="266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6096"/>
              </a:buClr>
              <a:buSzPts val="1400"/>
              <a:buNone/>
              <a:defRPr sz="1400">
                <a:solidFill>
                  <a:srgbClr val="006096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2pPr>
            <a:lvl3pPr marL="137160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5437583D-8F56-4302-953D-708DD57F15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63998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60" name="Google Shape;55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c69cee4a2e548b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0.xml><?xml version="1.0" encoding="utf-8"?>
<p:sldLayout xmlns:p="http://schemas.openxmlformats.org/presentationml/2006/main" matchingName="Picture with Caption" type="picTx">
  <p:cSld name="PICTURE_WITH_CAPTION_TEXT">
    <p:bg>
      <p:bgPr>
        <a:blipFill xmlns:a="http://schemas.openxmlformats.org/drawingml/2006/main">
          <a:blip xmlns:r="http://schemas.openxmlformats.org/officeDocument/2006/relationships" r:embed="Rdd6f38ded3b4411e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14">
            <a:extLst xmlns:a="http://schemas.openxmlformats.org/drawingml/2006/main">
              <a:ext uri="{FF2B5EF4-FFF2-40B4-BE49-F238E27FC236}">
                <a16:creationId xmlns:a16="http://schemas.microsoft.com/office/drawing/2014/main" id="{02FE3B62-A631-45BC-9B51-96466282EB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0" y="459580"/>
            <a:ext cx="2514600" cy="664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8" name="Google Shape;58;p14">
            <a:extLst xmlns:a="http://schemas.openxmlformats.org/drawingml/2006/main">
              <a:ext uri="{FF2B5EF4-FFF2-40B4-BE49-F238E27FC236}">
                <a16:creationId xmlns:a16="http://schemas.microsoft.com/office/drawing/2014/main" id="{B389A55E-549D-4E84-B976-4D5CACFA9AC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57200" y="459580"/>
            <a:ext cx="5486400" cy="3636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9" name="Google Shape;59;p14">
            <a:extLst xmlns:a="http://schemas.openxmlformats.org/drawingml/2006/main">
              <a:ext uri="{FF2B5EF4-FFF2-40B4-BE49-F238E27FC236}">
                <a16:creationId xmlns:a16="http://schemas.microsoft.com/office/drawing/2014/main" id="{E5ED188D-368B-4DA9-B1F9-B25636F5C3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0" y="1200150"/>
            <a:ext cx="2514600" cy="603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1pPr>
            <a:lvl2pPr marL="91440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2pPr>
            <a:lvl3pPr marL="137160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60" name="Google Shape;60;p14">
            <a:extLst xmlns:a="http://schemas.openxmlformats.org/drawingml/2006/main">
              <a:ext uri="{FF2B5EF4-FFF2-40B4-BE49-F238E27FC236}">
                <a16:creationId xmlns:a16="http://schemas.microsoft.com/office/drawing/2014/main" id="{6A638EE6-FB72-40C9-9197-9FD3144291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66" name="Google Shape;61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97c0a578a034a9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matchingName="Title and Vertical Text" type="vertTx">
  <p:cSld name="VERTICAL_TEXT">
    <p:bg>
      <p:bgPr>
        <a:blipFill xmlns:a="http://schemas.openxmlformats.org/drawingml/2006/main">
          <a:blip xmlns:r="http://schemas.openxmlformats.org/officeDocument/2006/relationships" r:embed="R82c15ebba202411f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Google Shape;63;p15">
            <a:extLst xmlns:a="http://schemas.openxmlformats.org/drawingml/2006/main">
              <a:ext uri="{FF2B5EF4-FFF2-40B4-BE49-F238E27FC236}">
                <a16:creationId xmlns:a16="http://schemas.microsoft.com/office/drawing/2014/main" id="{E5E26368-9071-4985-9B62-76A9ED81E1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76250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4" name="Google Shape;64;p15">
            <a:extLst xmlns:a="http://schemas.openxmlformats.org/drawingml/2006/main">
              <a:ext uri="{FF2B5EF4-FFF2-40B4-BE49-F238E27FC236}">
                <a16:creationId xmlns:a16="http://schemas.microsoft.com/office/drawing/2014/main" id="{47672A24-80F4-477A-84E8-76C645B7EC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246438" y="-1284287"/>
            <a:ext cx="2651125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65" name="Google Shape;65;p15">
            <a:extLst xmlns:a="http://schemas.openxmlformats.org/drawingml/2006/main">
              <a:ext uri="{FF2B5EF4-FFF2-40B4-BE49-F238E27FC236}">
                <a16:creationId xmlns:a16="http://schemas.microsoft.com/office/drawing/2014/main" id="{1CC22181-D0FB-4089-9081-139453EE41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70" name="Google Shape;66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142e52feae44ac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Vertical Title and Text" type="vertTitleAndTx">
  <p:cSld name="VERTICAL_TITLE_AND_VERTICAL_TEXT">
    <p:bg>
      <p:bgPr>
        <a:blipFill xmlns:a="http://schemas.openxmlformats.org/drawingml/2006/main">
          <a:blip xmlns:r="http://schemas.openxmlformats.org/officeDocument/2006/relationships" r:embed="R11e4c634f21e48ad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Google Shape;68;p16">
            <a:extLst xmlns:a="http://schemas.openxmlformats.org/drawingml/2006/main">
              <a:ext uri="{FF2B5EF4-FFF2-40B4-BE49-F238E27FC236}">
                <a16:creationId xmlns:a16="http://schemas.microsoft.com/office/drawing/2014/main" id="{1030D306-75FF-4A7C-9E23-34865B0F61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857724" y="1277143"/>
            <a:ext cx="3579813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9" name="Google Shape;69;p16">
            <a:extLst xmlns:a="http://schemas.openxmlformats.org/drawingml/2006/main">
              <a:ext uri="{FF2B5EF4-FFF2-40B4-BE49-F238E27FC236}">
                <a16:creationId xmlns:a16="http://schemas.microsoft.com/office/drawing/2014/main" id="{6DEE975F-E8B6-45CA-BBA4-A1F10D0638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677194" y="-704057"/>
            <a:ext cx="3579813" cy="601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0" name="Google Shape;70;p16">
            <a:extLst xmlns:a="http://schemas.openxmlformats.org/drawingml/2006/main">
              <a:ext uri="{FF2B5EF4-FFF2-40B4-BE49-F238E27FC236}">
                <a16:creationId xmlns:a16="http://schemas.microsoft.com/office/drawing/2014/main" id="{0646BA4F-41BC-4585-BD14-DE04492DB2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3528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75" name="Google Shape;71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1d3fdd52d1b4a3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0419def131b345fb" /><Relationship Type="http://schemas.openxmlformats.org/officeDocument/2006/relationships/theme" Target="/ppt/slideMasters/theme/theme2.xml" Id="R6fa5a40038374080" /><Relationship Type="http://schemas.openxmlformats.org/officeDocument/2006/relationships/slideLayout" Target="/ppt/slideLayouts/slideLayout1.xml" Id="Re830566a04b146d3" /><Relationship Type="http://schemas.openxmlformats.org/officeDocument/2006/relationships/slideLayout" Target="/ppt/slideLayouts/slideLayout2.xml" Id="Rf193020b55a34b5e" /><Relationship Type="http://schemas.openxmlformats.org/officeDocument/2006/relationships/slideLayout" Target="/ppt/slideLayouts/slideLayout3.xml" Id="Ra1aa595d07574345" /><Relationship Type="http://schemas.openxmlformats.org/officeDocument/2006/relationships/slideLayout" Target="/ppt/slideLayouts/slideLayout4.xml" Id="R954f81e71a9944ca" /><Relationship Type="http://schemas.openxmlformats.org/officeDocument/2006/relationships/slideLayout" Target="/ppt/slideLayouts/slideLayout5.xml" Id="R99a11ec76d3041e4" /><Relationship Type="http://schemas.openxmlformats.org/officeDocument/2006/relationships/slideLayout" Target="/ppt/slideLayouts/slideLayout6.xml" Id="Rb6b162c8015c4f42" /><Relationship Type="http://schemas.openxmlformats.org/officeDocument/2006/relationships/slideLayout" Target="/ppt/slideLayouts/slideLayout7.xml" Id="R0c99dcda206346c7" /><Relationship Type="http://schemas.openxmlformats.org/officeDocument/2006/relationships/slideLayout" Target="/ppt/slideLayouts/slideLayout8.xml" Id="R6cf9267053784a20" /><Relationship Type="http://schemas.openxmlformats.org/officeDocument/2006/relationships/slideLayout" Target="/ppt/slideLayouts/slideLayout9.xml" Id="R1544f93d189b436d" /><Relationship Type="http://schemas.openxmlformats.org/officeDocument/2006/relationships/slideLayout" Target="/ppt/slideLayouts/slideLayout10.xml" Id="Rddc7a346c11347ad" /><Relationship Type="http://schemas.openxmlformats.org/officeDocument/2006/relationships/slideLayout" Target="/ppt/slideLayouts/slideLayout11.xml" Id="Ra12ddeeda55b47b4" /><Relationship Type="http://schemas.openxmlformats.org/officeDocument/2006/relationships/slideLayout" Target="/ppt/slideLayouts/slideLayout12.xml" Id="R4fa34644925147ae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0419def131b345fb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4">
            <a:extLst xmlns:a="http://schemas.openxmlformats.org/drawingml/2006/main">
              <a:ext uri="{FF2B5EF4-FFF2-40B4-BE49-F238E27FC236}">
                <a16:creationId xmlns:a16="http://schemas.microsoft.com/office/drawing/2014/main" id="{B6C19227-58F9-4DD7-A789-DCA7CE2F53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914400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1pPr>
            <a:lvl2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2pPr>
            <a:lvl3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3pPr>
            <a:lvl4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4pPr>
            <a:lvl5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5pPr>
            <a:lvl6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6pPr>
            <a:lvl7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7pPr>
            <a:lvl8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8pPr>
            <a:lvl9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/>
        </p:txBody>
      </p:sp>
      <p:sp>
        <p:nvSpPr>
          <p:cNvPr id="11" name="Google Shape;11;p4">
            <a:extLst xmlns:a="http://schemas.openxmlformats.org/drawingml/2006/main">
              <a:ext uri="{FF2B5EF4-FFF2-40B4-BE49-F238E27FC236}">
                <a16:creationId xmlns:a16="http://schemas.microsoft.com/office/drawing/2014/main" id="{226111D3-8526-4564-B509-96A3D5D40E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943100"/>
            <a:ext cx="8229600" cy="265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1pPr>
            <a:lvl2pPr marL="914400" marR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–"/>
              <a:defRPr sz="18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2pPr>
            <a:lvl3pPr marL="1371600" marR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–"/>
              <a:defRPr sz="18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»"/>
              <a:defRPr sz="18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5pPr>
            <a:lvl6pPr marL="27432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2" name="Google Shape;12;p4">
            <a:extLst xmlns:a="http://schemas.openxmlformats.org/drawingml/2006/main">
              <a:ext uri="{FF2B5EF4-FFF2-40B4-BE49-F238E27FC236}">
                <a16:creationId xmlns:a16="http://schemas.microsoft.com/office/drawing/2014/main" id="{06F07FB0-F46D-4866-886E-B2460E448F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t>1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30566a04b146d3"/>
    <p:sldLayoutId xmlns:r="http://schemas.openxmlformats.org/officeDocument/2006/relationships" id="2147483650" r:id="Rf193020b55a34b5e"/>
    <p:sldLayoutId xmlns:r="http://schemas.openxmlformats.org/officeDocument/2006/relationships" id="2147483651" r:id="Ra1aa595d07574345"/>
    <p:sldLayoutId xmlns:r="http://schemas.openxmlformats.org/officeDocument/2006/relationships" id="2147483652" r:id="R954f81e71a9944ca"/>
    <p:sldLayoutId xmlns:r="http://schemas.openxmlformats.org/officeDocument/2006/relationships" id="2147483653" r:id="R99a11ec76d3041e4"/>
    <p:sldLayoutId xmlns:r="http://schemas.openxmlformats.org/officeDocument/2006/relationships" id="2147483654" r:id="Rb6b162c8015c4f42"/>
    <p:sldLayoutId xmlns:r="http://schemas.openxmlformats.org/officeDocument/2006/relationships" id="2147483655" r:id="R0c99dcda206346c7"/>
    <p:sldLayoutId xmlns:r="http://schemas.openxmlformats.org/officeDocument/2006/relationships" id="2147483656" r:id="R6cf9267053784a20"/>
    <p:sldLayoutId xmlns:r="http://schemas.openxmlformats.org/officeDocument/2006/relationships" id="2147483657" r:id="R1544f93d189b436d"/>
    <p:sldLayoutId xmlns:r="http://schemas.openxmlformats.org/officeDocument/2006/relationships" id="2147483658" r:id="Rddc7a346c11347ad"/>
    <p:sldLayoutId xmlns:r="http://schemas.openxmlformats.org/officeDocument/2006/relationships" id="2147483659" r:id="Ra12ddeeda55b47b4"/>
    <p:sldLayoutId xmlns:r="http://schemas.openxmlformats.org/officeDocument/2006/relationships" id="2147483660" r:id="R4fa34644925147ae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UD Primary and Secondary">
      <a:dk1>
        <a:srgbClr val="000000"/>
      </a:dk1>
      <a:lt1>
        <a:srgbClr val="FFFFFF"/>
      </a:lt1>
      <a:dk2>
        <a:srgbClr val="00539F"/>
      </a:dk2>
      <a:lt2>
        <a:srgbClr val="EEECE1"/>
      </a:lt2>
      <a:accent1>
        <a:srgbClr val="4F81BD"/>
      </a:accent1>
      <a:accent2>
        <a:srgbClr val="AF1E2D"/>
      </a:accent2>
      <a:accent3>
        <a:srgbClr val="BED600"/>
      </a:accent3>
      <a:accent4>
        <a:srgbClr val="5A8E22"/>
      </a:accent4>
      <a:accent5>
        <a:srgbClr val="00A0DF"/>
      </a:accent5>
      <a:accent6>
        <a:srgbClr val="EF8200"/>
      </a:accent6>
      <a:hlink>
        <a:srgbClr val="00539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D Primary and Seconda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4156a00904adc" /><Relationship Type="http://schemas.openxmlformats.org/officeDocument/2006/relationships/image" Target="/ppt/media/image2.png" Id="R7b8055d588bf4819" /><Relationship Type="http://schemas.openxmlformats.org/officeDocument/2006/relationships/notesSlide" Target="/ppt/notesSlides/notesSlide1.xml" Id="R9af244c698b34c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f7ed111847489f" /><Relationship Type="http://schemas.openxmlformats.org/officeDocument/2006/relationships/image" Target="/ppt/media/image3.png" Id="R8f0a412d0f7a45ec" /><Relationship Type="http://schemas.openxmlformats.org/officeDocument/2006/relationships/notesSlide" Target="/ppt/notesSlides/notesSlide2.xml" Id="Rfcb12a02d25d46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a2b53ea84b4352" /><Relationship Type="http://schemas.openxmlformats.org/officeDocument/2006/relationships/image" Target="/ppt/media/image4.png" Id="R8eae40683a75409b" /><Relationship Type="http://schemas.openxmlformats.org/officeDocument/2006/relationships/notesSlide" Target="/ppt/notesSlides/notesSlide3.xml" Id="R6e55f9a09efd47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1ce5699f2649ad" /><Relationship Type="http://schemas.openxmlformats.org/officeDocument/2006/relationships/image" Target="/ppt/media/image5.png" Id="R4ea898e0954f4d40" /><Relationship Type="http://schemas.openxmlformats.org/officeDocument/2006/relationships/notesSlide" Target="/ppt/notesSlides/notesSlide4.xml" Id="Ree3a6c9debe649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412c474a6a48fe" /><Relationship Type="http://schemas.openxmlformats.org/officeDocument/2006/relationships/image" Target="/ppt/media/image6.png" Id="Rdb58e5e06a8e4dc5" /><Relationship Type="http://schemas.openxmlformats.org/officeDocument/2006/relationships/notesSlide" Target="/ppt/notesSlides/notesSlide5.xml" Id="R0f60b51fc7b74b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b1cc7d65274882" /><Relationship Type="http://schemas.openxmlformats.org/officeDocument/2006/relationships/hyperlink" Target="https://drive.google.com/file/d/1zd5GGe6t-UIEEMK9XJ1UCwRFa9NWEHrm/view?usp=sharing" TargetMode="External" Id="Ra31bc71712f740ec" /><Relationship Type="http://schemas.openxmlformats.org/officeDocument/2006/relationships/image" Target="/ppt/media/image7.png" Id="Re0d3f17e30404117" /><Relationship Type="http://schemas.openxmlformats.org/officeDocument/2006/relationships/notesSlide" Target="/ppt/notesSlides/notesSlide6.xml" Id="Re3b9cfc9447243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6f8650daa54310" /><Relationship Type="http://schemas.openxmlformats.org/officeDocument/2006/relationships/image" Target="/ppt/media/image8.png" Id="Rf7242eacb6a64b8d" /><Relationship Type="http://schemas.openxmlformats.org/officeDocument/2006/relationships/notesSlide" Target="/ppt/notesSlides/notesSlide7.xml" Id="R157f6c62148d43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da9ab44fb74ff0" /><Relationship Type="http://schemas.openxmlformats.org/officeDocument/2006/relationships/image" Target="/ppt/media/image9.png" Id="R04daf9b47d854227" /><Relationship Type="http://schemas.openxmlformats.org/officeDocument/2006/relationships/notesSlide" Target="/ppt/notesSlides/notesSlide8.xml" Id="Rbc6626cf9ebb4a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9a972d18294e02" /><Relationship Type="http://schemas.openxmlformats.org/officeDocument/2006/relationships/image" Target="/ppt/media/image10.png" Id="R92d90ce78c7c46f7" /><Relationship Type="http://schemas.openxmlformats.org/officeDocument/2006/relationships/notesSlide" Target="/ppt/notesSlides/notesSlide9.xml" Id="R433e5d4a373e44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a61b7f52fa49f8" /><Relationship Type="http://schemas.openxmlformats.org/officeDocument/2006/relationships/image" Target="/ppt/media/image11.png" Id="R122231af0e564079" /><Relationship Type="http://schemas.openxmlformats.org/officeDocument/2006/relationships/notesSlide" Target="/ppt/notesSlides/notesSlide10.xml" Id="Rb7aec4f5fa654e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805c923a424197" /><Relationship Type="http://schemas.openxmlformats.org/officeDocument/2006/relationships/image" Target="/ppt/media/image12.png" Id="Ra3fbbe3de4be4041" /><Relationship Type="http://schemas.openxmlformats.org/officeDocument/2006/relationships/notesSlide" Target="/ppt/notesSlides/notesSlide11.xml" Id="Rb86072db513f4b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f4ca194e4b4180" /><Relationship Type="http://schemas.openxmlformats.org/officeDocument/2006/relationships/image" Target="/ppt/media/image13.png" Id="R3638049602f349d4" /><Relationship Type="http://schemas.openxmlformats.org/officeDocument/2006/relationships/notesSlide" Target="/ppt/notesSlides/notesSlide12.xml" Id="R5858c04dfebf4b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da7a2fb5854549" /><Relationship Type="http://schemas.openxmlformats.org/officeDocument/2006/relationships/image" Target="/ppt/media/image14.png" Id="R78b497f609534637" /><Relationship Type="http://schemas.openxmlformats.org/officeDocument/2006/relationships/notesSlide" Target="/ppt/notesSlides/notesSlide13.xml" Id="Rb47bd1cae7c84bf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e357725e904396" /><Relationship Type="http://schemas.openxmlformats.org/officeDocument/2006/relationships/image" Target="/ppt/media/image15.png" Id="R0ab1244515604387" /><Relationship Type="http://schemas.openxmlformats.org/officeDocument/2006/relationships/notesSlide" Target="/ppt/notesSlides/notesSlide14.xml" Id="R4a609f3209bf4b8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e0fdc5b55e4b70" /><Relationship Type="http://schemas.openxmlformats.org/officeDocument/2006/relationships/image" Target="/ppt/media/image16.png" Id="Re1e3fd658ecb4f46" /><Relationship Type="http://schemas.openxmlformats.org/officeDocument/2006/relationships/notesSlide" Target="/ppt/notesSlides/notesSlide15.xml" Id="R904bb4814210449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Google Shape;76;p1">
            <a:extLst xmlns:a="http://schemas.openxmlformats.org/drawingml/2006/main">
              <a:ext uri="{FF2B5EF4-FFF2-40B4-BE49-F238E27FC236}">
                <a16:creationId xmlns:a16="http://schemas.microsoft.com/office/drawing/2014/main" id="{5DEE685D-CD55-4A6F-BA35-E80C2327909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14350" y="1095375"/>
            <a:ext cx="3714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"/>
              </a:spcAft>
            </a:pPr>
            <a:r>
              <a:rPr sz="1500" b="1">
                <a:solidFill>
                  <a:srgbClr val="9FD5F2"/>
                </a:solidFill>
                <a:latin typeface="Arial"/>
                <a:ea typeface="Arial"/>
                <a:cs typeface="Arial"/>
              </a:rPr>
              <a:t>CISC 647</a:t>
            </a:r>
          </a:p>
          <a:p xmlns:a="http://schemas.openxmlformats.org/drawingml/2006/main">
            <a:pPr algn="l">
              <a:spcAft>
                <a:spcPts val="0"/>
              </a:spcAft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ROS 2 Systems
Inspection</a:t>
            </a:r>
          </a:p>
        </p:txBody>
      </p:sp>
      <p:sp>
        <p:nvSpPr>
          <p:cNvPr id="77" name="Google Shape;77;p1">
            <a:extLst xmlns:a="http://schemas.openxmlformats.org/drawingml/2006/main">
              <a:ext uri="{FF2B5EF4-FFF2-40B4-BE49-F238E27FC236}">
                <a16:creationId xmlns:a16="http://schemas.microsoft.com/office/drawing/2014/main" id="{5521B31F-0329-42AD-B319-5852A3EC869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33400" y="2857500"/>
            <a:ext cx="3524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9"/>
              </a:spcAft>
            </a:pPr>
            <a:r>
              <a:rPr sz="1350" b="1">
                <a:solidFill>
                  <a:srgbClr val="EF8200"/>
                </a:solidFill>
                <a:latin typeface="Arial"/>
                <a:ea typeface="Arial"/>
                <a:cs typeface="Arial"/>
              </a:rPr>
              <a:t>LECTURE 1</a:t>
            </a:r>
          </a:p>
          <a:p xmlns:a="http://schemas.openxmlformats.org/drawingml/2006/main">
            <a:pPr algn="l">
              <a:spcAft>
                <a:spcPts val="8"/>
              </a:spcAft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Graph discovery, bag replay, and evidence-driven debugging</a:t>
            </a:r>
          </a:p>
          <a:p xmlns:a="http://schemas.openxmlformats.org/drawingml/2006/main">
            <a:pPr algn="l"/>
            <a:r>
              <a:rPr sz="1125">
                <a:solidFill>
                  <a:srgbClr val="D7E7F2"/>
                </a:solidFill>
                <a:latin typeface="Arial"/>
                <a:ea typeface="Arial"/>
                <a:cs typeface="Arial"/>
              </a:rPr>
              <a:t>August 27, 2026</a:t>
            </a: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055d588bf4819"/>
          <a:srcRect xmlns:a="http://schemas.openxmlformats.org/drawingml/2006/main" l="22798" t="0" r="227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71950" y="0"/>
            <a:ext cx="497205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1958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Google Shape;91;g3a227f09822_0_284">
            <a:extLst xmlns:a="http://schemas.openxmlformats.org/drawingml/2006/main">
              <a:ext uri="{FF2B5EF4-FFF2-40B4-BE49-F238E27FC236}">
                <a16:creationId xmlns:a16="http://schemas.microsoft.com/office/drawing/2014/main" id="{371D1D4F-B5B1-4C13-BC55-026CBC7010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3875"/>
            <a:ext cx="8229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b="1">
                <a:solidFill>
                  <a:srgbClr val="00539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539F"/>
                </a:solidFill>
                <a:latin typeface="Arial"/>
                <a:ea typeface="Arial"/>
                <a:cs typeface="Arial"/>
              </a:rPr>
              <a:t>ROS 2 as a computational graph</a:t>
            </a:r>
          </a:p>
        </p:txBody>
      </p:sp>
      <p:sp>
        <p:nvSpPr>
          <p:cNvPr id="93" name="Google Shape;93;g3a227f09822_0_284">
            <a:extLst xmlns:a="http://schemas.openxmlformats.org/drawingml/2006/main">
              <a:ext uri="{FF2B5EF4-FFF2-40B4-BE49-F238E27FC236}">
                <a16:creationId xmlns:a16="http://schemas.microsoft.com/office/drawing/2014/main" id="{B118BBEA-CC47-4733-A9AC-AA2E8675D8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E2598689-54C9-18A7-3A19-ED76AA08988F}" type="slidenum">
              <a:t>2</a:t>
            </a:fld>
            <a:endParaRPr/>
          </a:p>
        </p:txBody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0a412d0f7a45ec"/>
          <a:stretch xmlns:a="http://schemas.openxmlformats.org/drawingml/2006/main"/>
        </p:blipFill>
        <p:spPr>
          <a:xfrm xmlns:a="http://schemas.openxmlformats.org/drawingml/2006/main">
            <a:off x="514350" y="1571625"/>
            <a:ext cx="8115300" cy="270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7188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7D69B1-4627-40B9-BBB7-6C6603804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3875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b="1">
                <a:solidFill>
                  <a:srgbClr val="00539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39F"/>
                </a:solidFill>
                <a:latin typeface="Arial"/>
                <a:ea typeface="Arial"/>
                <a:cs typeface="Arial"/>
              </a:rPr>
              <a:t>Core entities and communication contracts</a:t>
            </a:r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8023978B-E7A1-4902-A56E-FBA19A936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202359C0-8A7A-196E-DD58-8E6569619F09}" type="slidenum">
              <a:t>3</a:t>
            </a:fld>
            <a:endParaRPr/>
          </a:p>
        </p:txBody>
      </p:sp>
      <p:sp>
        <p:nvSpPr>
          <p:cNvPr id="86" name="Technical prompts 3">
            <a:extLst xmlns:a="http://schemas.openxmlformats.org/drawingml/2006/main">
              <a:ext uri="{FF2B5EF4-FFF2-40B4-BE49-F238E27FC236}">
                <a16:creationId xmlns:a16="http://schemas.microsoft.com/office/drawing/2014/main" id="{782E8EA2-255C-49D5-A478-BC0D9711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38481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Aft>
                <a:spcPts val="13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Node</a:t>
            </a:r>
            <a:r>
              <a:rPr sz="1463">
                <a:solidFill>
                  <a:srgbClr val="17324D"/>
                </a:solidFill>
                <a:latin typeface="Arial"/>
                <a:ea typeface="Arial"/>
                <a:cs typeface="Arial"/>
              </a:rPr>
              <a:t>  runtime process with a scoped responsibility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3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Topic</a:t>
            </a:r>
            <a:r>
              <a:rPr sz="1463">
                <a:solidFill>
                  <a:srgbClr val="17324D"/>
                </a:solidFill>
                <a:latin typeface="Arial"/>
                <a:ea typeface="Arial"/>
                <a:cs typeface="Arial"/>
              </a:rPr>
              <a:t>  named channel for continuous data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3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Message</a:t>
            </a:r>
            <a:r>
              <a:rPr sz="1463">
                <a:solidFill>
                  <a:srgbClr val="17324D"/>
                </a:solidFill>
                <a:latin typeface="Arial"/>
                <a:ea typeface="Arial"/>
                <a:cs typeface="Arial"/>
              </a:rPr>
              <a:t>  typed payload carried by a topic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3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QoS</a:t>
            </a:r>
            <a:r>
              <a:rPr sz="1463">
                <a:solidFill>
                  <a:srgbClr val="17324D"/>
                </a:solidFill>
                <a:latin typeface="Arial"/>
                <a:ea typeface="Arial"/>
                <a:cs typeface="Arial"/>
              </a:rPr>
              <a:t>  endpoint compatibility and delivery policy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e40683a75409b"/>
          <a:stretch xmlns:a="http://schemas.openxmlformats.org/drawingml/2006/main"/>
        </p:blipFill>
        <p:spPr>
          <a:xfrm xmlns:a="http://schemas.openxmlformats.org/drawingml/2006/main">
            <a:off x="4772025" y="1476375"/>
            <a:ext cx="38100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0274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7D69B1-4627-40B9-BBB7-6C6603804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3875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b="1">
                <a:solidFill>
                  <a:srgbClr val="00539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539F"/>
                </a:solidFill>
                <a:latin typeface="Arial"/>
                <a:ea typeface="Arial"/>
                <a:cs typeface="Arial"/>
              </a:rPr>
              <a:t>Essential introspection commands</a:t>
            </a:r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8023978B-E7A1-4902-A56E-FBA19A936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EFD6AB9A-5F9E-5F59-51AB-3C8734130965}" type="slidenum">
              <a:t>4</a:t>
            </a:fld>
            <a:endParaRPr/>
          </a:p>
        </p:txBody>
      </p:sp>
      <p:sp>
        <p:nvSpPr>
          <p:cNvPr id="86" name="Technical prompts 4">
            <a:extLst xmlns:a="http://schemas.openxmlformats.org/drawingml/2006/main">
              <a:ext uri="{FF2B5EF4-FFF2-40B4-BE49-F238E27FC236}">
                <a16:creationId xmlns:a16="http://schemas.microsoft.com/office/drawing/2014/main" id="{DE1F6557-37E1-4C4C-9EC3-9BB6116D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38481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Aft>
                <a:spcPts val="10"/>
              </a:spcAft>
              <a:buNone/>
              <a:defRPr sz="131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ros2 node list</a:t>
            </a:r>
            <a:r>
              <a:rPr sz="1313">
                <a:solidFill>
                  <a:srgbClr val="17324D"/>
                </a:solidFill>
                <a:latin typeface="Arial"/>
                <a:ea typeface="Arial"/>
                <a:cs typeface="Arial"/>
              </a:rPr>
              <a:t>
Enumerate runtime participants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0"/>
              </a:spcAft>
              <a:buNone/>
              <a:defRPr sz="131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ros2 topic list -t</a:t>
            </a:r>
            <a:r>
              <a:rPr sz="1313">
                <a:solidFill>
                  <a:srgbClr val="17324D"/>
                </a:solidFill>
                <a:latin typeface="Arial"/>
                <a:ea typeface="Arial"/>
                <a:cs typeface="Arial"/>
              </a:rPr>
              <a:t>
Enumerate streams and types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0"/>
              </a:spcAft>
              <a:buNone/>
              <a:defRPr sz="131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ros2 topic info -v &lt;topic&gt;</a:t>
            </a:r>
            <a:r>
              <a:rPr sz="1313">
                <a:solidFill>
                  <a:srgbClr val="17324D"/>
                </a:solidFill>
                <a:latin typeface="Arial"/>
                <a:ea typeface="Arial"/>
                <a:cs typeface="Arial"/>
              </a:rPr>
              <a:t>
Inspect endpoints and QoS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0"/>
              </a:spcAft>
              <a:buNone/>
              <a:defRPr sz="131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ros2 topic echo &lt;topic&gt; --once</a:t>
            </a:r>
            <a:r>
              <a:rPr sz="1313">
                <a:solidFill>
                  <a:srgbClr val="17324D"/>
                </a:solidFill>
                <a:latin typeface="Arial"/>
                <a:ea typeface="Arial"/>
                <a:cs typeface="Arial"/>
              </a:rPr>
              <a:t>
Sample one message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0"/>
              </a:spcAft>
              <a:buNone/>
              <a:defRPr sz="131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ros2 topic hz / bw &lt;topic&gt;</a:t>
            </a:r>
            <a:r>
              <a:rPr sz="1313">
                <a:solidFill>
                  <a:srgbClr val="17324D"/>
                </a:solidFill>
                <a:latin typeface="Arial"/>
                <a:ea typeface="Arial"/>
                <a:cs typeface="Arial"/>
              </a:rPr>
              <a:t>
Measure rate and throughput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0"/>
              </a:spcAft>
              <a:buNone/>
              <a:defRPr sz="131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ros2 bag info . / play .</a:t>
            </a:r>
            <a:r>
              <a:rPr sz="1313">
                <a:solidFill>
                  <a:srgbClr val="17324D"/>
                </a:solidFill>
                <a:latin typeface="Arial"/>
                <a:ea typeface="Arial"/>
                <a:cs typeface="Arial"/>
              </a:rPr>
              <a:t>
Inspect and replay a recording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898e0954f4d40"/>
          <a:stretch xmlns:a="http://schemas.openxmlformats.org/drawingml/2006/main"/>
        </p:blipFill>
        <p:spPr>
          <a:xfrm xmlns:a="http://schemas.openxmlformats.org/drawingml/2006/main">
            <a:off x="4772025" y="1476375"/>
            <a:ext cx="38100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0274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7D69B1-4627-40B9-BBB7-6C6603804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3875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b="1">
                <a:solidFill>
                  <a:srgbClr val="00539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539F"/>
                </a:solidFill>
                <a:latin typeface="Arial"/>
                <a:ea typeface="Arial"/>
                <a:cs typeface="Arial"/>
              </a:rPr>
              <a:t>Laboratory execution model</a:t>
            </a:r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8023978B-E7A1-4902-A56E-FBA19A936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EE5B3003-2C54-13C6-9832-7637201064DE}" type="slidenum">
              <a:t>5</a:t>
            </a:fld>
            <a:endParaRPr/>
          </a:p>
        </p:txBody>
      </p:sp>
      <p:sp>
        <p:nvSpPr>
          <p:cNvPr id="86" name="Technical prompts 5">
            <a:extLst xmlns:a="http://schemas.openxmlformats.org/drawingml/2006/main">
              <a:ext uri="{FF2B5EF4-FFF2-40B4-BE49-F238E27FC236}">
                <a16:creationId xmlns:a16="http://schemas.microsoft.com/office/drawing/2014/main" id="{E45EFA4C-7562-40E2-A502-0AF8B865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38481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Aft>
                <a:spcPts val="10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Terminal A</a:t>
            </a:r>
            <a:r>
              <a:rPr sz="1463">
                <a:solidFill>
                  <a:srgbClr val="17324D"/>
                </a:solidFill>
                <a:latin typeface="Arial"/>
                <a:ea typeface="Arial"/>
                <a:cs typeface="Arial"/>
              </a:rPr>
              <a:t>
ros2 bag play . --loop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0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Terminal B</a:t>
            </a:r>
            <a:r>
              <a:rPr sz="1463">
                <a:solidFill>
                  <a:srgbClr val="17324D"/>
                </a:solidFill>
                <a:latin typeface="Arial"/>
                <a:ea typeface="Arial"/>
                <a:cs typeface="Arial"/>
              </a:rPr>
              <a:t>
ros2 node list
ros2 topic list -t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1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Source the ROS 2 environment in every new shell.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1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Work in pairs; exchange playback and analysis roles midway.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8e5e06a8e4dc5"/>
          <a:stretch xmlns:a="http://schemas.openxmlformats.org/drawingml/2006/main"/>
        </p:blipFill>
        <p:spPr>
          <a:xfrm xmlns:a="http://schemas.openxmlformats.org/drawingml/2006/main">
            <a:off x="4772025" y="1476375"/>
            <a:ext cx="38100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0274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7D69B1-4627-40B9-BBB7-6C6603804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3875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b="1">
                <a:solidFill>
                  <a:srgbClr val="00539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539F"/>
                </a:solidFill>
                <a:latin typeface="Arial"/>
                <a:ea typeface="Arial"/>
                <a:cs typeface="Arial"/>
              </a:rPr>
              <a:t>Environment and dataset verification</a:t>
            </a:r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8023978B-E7A1-4902-A56E-FBA19A936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8C630A04-5A25-9E0C-9436-126091DB86B3}" type="slidenum">
              <a:t>6</a:t>
            </a:fld>
            <a:endParaRPr/>
          </a:p>
        </p:txBody>
      </p:sp>
      <p:sp>
        <p:nvSpPr>
          <p:cNvPr id="86" name="Technical prompts 6">
            <a:extLst xmlns:a="http://schemas.openxmlformats.org/drawingml/2006/main">
              <a:ext uri="{FF2B5EF4-FFF2-40B4-BE49-F238E27FC236}">
                <a16:creationId xmlns:a16="http://schemas.microsoft.com/office/drawing/2014/main" id="{97127E2E-2320-4EB6-8AA2-3756E7BB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38481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Aft>
                <a:spcPts val="12"/>
              </a:spcAft>
              <a:buNone/>
              <a:defRPr sz="1388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88" b="1" u="sng">
                <a:solidFill>
                  <a:srgbClr val="17324D"/>
                </a:solidFill>
                <a:latin typeface="Arial"/>
                <a:ea typeface="Arial"/>
                <a:cs typeface="Arial"/>
                <a:hlinkClick xmlns:r="http://schemas.openxmlformats.org/officeDocument/2006/relationships" r:id="Ra31bc71712f740ec"/>
              </a:rPr>
              <a:t>Download the course rosbag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0"/>
              </a:spcAft>
              <a:buNone/>
              <a:defRPr sz="1388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echo $ROS_DISTRO</a:t>
            </a:r>
            <a:r>
              <a:rPr sz="1388">
                <a:solidFill>
                  <a:srgbClr val="17324D"/>
                </a:solidFill>
                <a:latin typeface="Arial"/>
                <a:ea typeface="Arial"/>
                <a:cs typeface="Arial"/>
              </a:rPr>
              <a:t>
Windows cmd: echo %ROS_DISTRO%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0"/>
              </a:spcAft>
              <a:buNone/>
              <a:defRPr sz="1388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ros2 bag --help</a:t>
            </a:r>
            <a:r>
              <a:rPr sz="1388">
                <a:solidFill>
                  <a:srgbClr val="17324D"/>
                </a:solidFill>
                <a:latin typeface="Arial"/>
                <a:ea typeface="Arial"/>
                <a:cs typeface="Arial"/>
              </a:rPr>
              <a:t>
Verify the rosbag plugin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0"/>
              </a:spcAft>
              <a:buNone/>
              <a:defRPr sz="1388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metadata.yaml + *.db3</a:t>
            </a:r>
            <a:r>
              <a:rPr sz="1388">
                <a:solidFill>
                  <a:srgbClr val="17324D"/>
                </a:solidFill>
                <a:latin typeface="Arial"/>
                <a:ea typeface="Arial"/>
                <a:cs typeface="Arial"/>
              </a:rPr>
              <a:t>
Run commands from the inner bag directory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1"/>
              </a:spcAft>
              <a:buNone/>
              <a:defRPr sz="1388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Use the course Ubuntu VM when native support blocks RViz.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3f17e30404117"/>
          <a:stretch xmlns:a="http://schemas.openxmlformats.org/drawingml/2006/main"/>
        </p:blipFill>
        <p:spPr>
          <a:xfrm xmlns:a="http://schemas.openxmlformats.org/drawingml/2006/main">
            <a:off x="4772025" y="1476375"/>
            <a:ext cx="38100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0274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7D69B1-4627-40B9-BBB7-6C6603804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3875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b="1">
                <a:solidFill>
                  <a:srgbClr val="00539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539F"/>
                </a:solidFill>
                <a:latin typeface="Arial"/>
                <a:ea typeface="Arial"/>
                <a:cs typeface="Arial"/>
              </a:rPr>
              <a:t>Exercise 1: characterize the recording</a:t>
            </a:r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8023978B-E7A1-4902-A56E-FBA19A936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D3D7D1C8-AE23-AA48-DF65-C742588DBE47}" type="slidenum">
              <a:t>7</a:t>
            </a:fld>
            <a:endParaRPr/>
          </a:p>
        </p:txBody>
      </p:sp>
      <p:sp>
        <p:nvSpPr>
          <p:cNvPr id="86" name="Technical prompts 7">
            <a:extLst xmlns:a="http://schemas.openxmlformats.org/drawingml/2006/main">
              <a:ext uri="{FF2B5EF4-FFF2-40B4-BE49-F238E27FC236}">
                <a16:creationId xmlns:a16="http://schemas.microsoft.com/office/drawing/2014/main" id="{84207AFA-327A-41D1-A0A5-A9069004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38481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Aft>
                <a:spcPts val="10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ros2 bag info 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1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Determine storage, duration, and total message count.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1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Identify every topic and message type.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1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Predict the dominant bandwidth contributors before playback.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1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Record the assumptions behind the prediction.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42eacb6a64b8d"/>
          <a:stretch xmlns:a="http://schemas.openxmlformats.org/drawingml/2006/main"/>
        </p:blipFill>
        <p:spPr>
          <a:xfrm xmlns:a="http://schemas.openxmlformats.org/drawingml/2006/main">
            <a:off x="4772025" y="1476375"/>
            <a:ext cx="38100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02748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7D69B1-4627-40B9-BBB7-6C6603804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3875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b="1">
                <a:solidFill>
                  <a:srgbClr val="00539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539F"/>
                </a:solidFill>
                <a:latin typeface="Arial"/>
                <a:ea typeface="Arial"/>
                <a:cs typeface="Arial"/>
              </a:rPr>
              <a:t>Exercise 2: reconstruct the runtime graph</a:t>
            </a:r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8023978B-E7A1-4902-A56E-FBA19A936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BA58DA2A-B818-18A9-29C1-B697728D5BCE}" type="slidenum">
              <a:t>8</a:t>
            </a:fld>
            <a:endParaRPr/>
          </a:p>
        </p:txBody>
      </p:sp>
      <p:sp>
        <p:nvSpPr>
          <p:cNvPr id="86" name="Technical prompts 8">
            <a:extLst xmlns:a="http://schemas.openxmlformats.org/drawingml/2006/main">
              <a:ext uri="{FF2B5EF4-FFF2-40B4-BE49-F238E27FC236}">
                <a16:creationId xmlns:a16="http://schemas.microsoft.com/office/drawing/2014/main" id="{BAE60527-C475-4C2F-A151-C6865DFA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38481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Aft>
                <a:spcPts val="10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ros2 bag play . --loop</a:t>
            </a:r>
            <a:r>
              <a:rPr sz="1463">
                <a:solidFill>
                  <a:srgbClr val="17324D"/>
                </a:solidFill>
                <a:latin typeface="Arial"/>
                <a:ea typeface="Arial"/>
                <a:cs typeface="Arial"/>
              </a:rPr>
              <a:t>
Terminal A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0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ros2 node list</a:t>
            </a:r>
            <a:r>
              <a:rPr sz="1463">
                <a:solidFill>
                  <a:srgbClr val="17324D"/>
                </a:solidFill>
                <a:latin typeface="Arial"/>
                <a:ea typeface="Arial"/>
                <a:cs typeface="Arial"/>
              </a:rPr>
              <a:t>
Terminal B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0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ros2 topic list -t</a:t>
            </a:r>
            <a:r>
              <a:rPr sz="1463">
                <a:solidFill>
                  <a:srgbClr val="17324D"/>
                </a:solidFill>
                <a:latin typeface="Arial"/>
                <a:ea typeface="Arial"/>
                <a:cs typeface="Arial"/>
              </a:rPr>
              <a:t>
Terminal B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1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Draw the observed publication relationships.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1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Separate stored metadata from runtime discovery evidence.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daf9b47d854227"/>
          <a:stretch xmlns:a="http://schemas.openxmlformats.org/drawingml/2006/main"/>
        </p:blipFill>
        <p:spPr>
          <a:xfrm xmlns:a="http://schemas.openxmlformats.org/drawingml/2006/main">
            <a:off x="4772025" y="1476375"/>
            <a:ext cx="38100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0274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7D69B1-4627-40B9-BBB7-6C6603804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523875"/>
            <a:ext cx="7772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b="1">
                <a:solidFill>
                  <a:srgbClr val="00539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539F"/>
                </a:solidFill>
                <a:latin typeface="Arial"/>
                <a:ea typeface="Arial"/>
                <a:cs typeface="Arial"/>
              </a:rPr>
              <a:t>Exercise 3: inspect topic contracts</a:t>
            </a:r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8023978B-E7A1-4902-A56E-FBA19A936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388657AE-30A1-5A7A-6A7F-315D84436430}" type="slidenum">
              <a:t>9</a:t>
            </a:fld>
            <a:endParaRPr/>
          </a:p>
        </p:txBody>
      </p:sp>
      <p:sp>
        <p:nvSpPr>
          <p:cNvPr id="86" name="Technical prompts 9">
            <a:extLst xmlns:a="http://schemas.openxmlformats.org/drawingml/2006/main">
              <a:ext uri="{FF2B5EF4-FFF2-40B4-BE49-F238E27FC236}">
                <a16:creationId xmlns:a16="http://schemas.microsoft.com/office/drawing/2014/main" id="{5551DF6A-543C-474B-8734-993AA392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33909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Aft>
                <a:spcPts val="10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ros2 topic type &lt;topic&gt;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0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ros2 interface show &lt;message_type&gt;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0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ros2 topic info -v &lt;topic&gt;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1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Compare one camera stream with one LiDAR stream.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1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Record type, publisher, reliability, and durability.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90ce78c7c46f7"/>
          <a:stretch xmlns:a="http://schemas.openxmlformats.org/drawingml/2006/main"/>
        </p:blipFill>
        <p:spPr>
          <a:xfrm xmlns:a="http://schemas.openxmlformats.org/drawingml/2006/main">
            <a:off x="4772025" y="1476375"/>
            <a:ext cx="38100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02748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7D69B1-4627-40B9-BBB7-6C6603804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3875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b="1">
                <a:solidFill>
                  <a:srgbClr val="00539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39F"/>
                </a:solidFill>
                <a:latin typeface="Arial"/>
                <a:ea typeface="Arial"/>
                <a:cs typeface="Arial"/>
              </a:rPr>
              <a:t>Exercise 4: extract targeted fields</a:t>
            </a:r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8023978B-E7A1-4902-A56E-FBA19A936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DB7BEEEC-A170-5376-2B6E-CB54687B0CB1}" type="slidenum">
              <a:t>10</a:t>
            </a:fld>
            <a:endParaRPr/>
          </a:p>
        </p:txBody>
      </p:sp>
      <p:sp>
        <p:nvSpPr>
          <p:cNvPr id="86" name="Technical prompts 10">
            <a:extLst xmlns:a="http://schemas.openxmlformats.org/drawingml/2006/main">
              <a:ext uri="{FF2B5EF4-FFF2-40B4-BE49-F238E27FC236}">
                <a16:creationId xmlns:a16="http://schemas.microsoft.com/office/drawing/2014/main" id="{06204331-015C-4971-AB5A-042B041B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38481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Aft>
                <a:spcPts val="10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ros2 topic echo &lt;topic&gt; --once
  --field &lt;field&gt;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1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Camera: determine width and height.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1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LiDAR: determine frame_id and point count proxy.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1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Explain why full-message output is a weak diagnostic.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1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Compare results with another pair.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231af0e564079"/>
          <a:stretch xmlns:a="http://schemas.openxmlformats.org/drawingml/2006/main"/>
        </p:blipFill>
        <p:spPr>
          <a:xfrm xmlns:a="http://schemas.openxmlformats.org/drawingml/2006/main">
            <a:off x="4772025" y="1476375"/>
            <a:ext cx="38100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02748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7D69B1-4627-40B9-BBB7-6C6603804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3875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b="1">
                <a:solidFill>
                  <a:srgbClr val="00539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539F"/>
                </a:solidFill>
                <a:latin typeface="Arial"/>
                <a:ea typeface="Arial"/>
                <a:cs typeface="Arial"/>
              </a:rPr>
              <a:t>Exercise 5: quantify runtime behavior</a:t>
            </a:r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8023978B-E7A1-4902-A56E-FBA19A936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30394428-F1DC-E5F6-DB0C-7DE31F3D8A23}" type="slidenum">
              <a:t>11</a:t>
            </a:fld>
            <a:endParaRPr/>
          </a:p>
        </p:txBody>
      </p:sp>
      <p:sp>
        <p:nvSpPr>
          <p:cNvPr id="86" name="Technical prompts 11">
            <a:extLst xmlns:a="http://schemas.openxmlformats.org/drawingml/2006/main">
              <a:ext uri="{FF2B5EF4-FFF2-40B4-BE49-F238E27FC236}">
                <a16:creationId xmlns:a16="http://schemas.microsoft.com/office/drawing/2014/main" id="{C433A95F-3574-4200-8BF6-F5F7DA84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38481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Aft>
                <a:spcPts val="10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ros2 topic hz &lt;topic&gt;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0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ros2 topic bw &lt;topic&gt;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1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Measure camera and LiDAR at 1.0× playback.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1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Predict both measurements at 0.5× playback.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1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Test the prediction and quantify the deviation.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bbe3de4be4041"/>
          <a:stretch xmlns:a="http://schemas.openxmlformats.org/drawingml/2006/main"/>
        </p:blipFill>
        <p:spPr>
          <a:xfrm xmlns:a="http://schemas.openxmlformats.org/drawingml/2006/main">
            <a:off x="4772025" y="1476375"/>
            <a:ext cx="38100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02748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7D69B1-4627-40B9-BBB7-6C6603804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3875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b="1">
                <a:solidFill>
                  <a:srgbClr val="00539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39F"/>
                </a:solidFill>
                <a:latin typeface="Arial"/>
                <a:ea typeface="Arial"/>
                <a:cs typeface="Arial"/>
              </a:rPr>
              <a:t>Exercise 6: test QoS compatibility</a:t>
            </a:r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8023978B-E7A1-4902-A56E-FBA19A936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4DB16885-0D3F-A391-B669-3211DB3B26E8}" type="slidenum">
              <a:t>12</a:t>
            </a:fld>
            <a:endParaRPr/>
          </a:p>
        </p:txBody>
      </p:sp>
      <p:sp>
        <p:nvSpPr>
          <p:cNvPr id="86" name="Technical prompts 12">
            <a:extLst xmlns:a="http://schemas.openxmlformats.org/drawingml/2006/main">
              <a:ext uri="{FF2B5EF4-FFF2-40B4-BE49-F238E27FC236}">
                <a16:creationId xmlns:a16="http://schemas.microsoft.com/office/drawing/2014/main" id="{1F53FF15-9FA2-4D7C-9A1C-CB55DBBE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33909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Aft>
                <a:spcPts val="10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ros2 topic info -v &lt;camera_topic&gt;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0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ros2 topic echo &lt;camera_topic&gt; --once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0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... --qos-reliability best_effort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1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Construct a compatible and an incompatible request.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1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Explain why discovery can succeed while delivery fails.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38049602f349d4"/>
          <a:stretch xmlns:a="http://schemas.openxmlformats.org/drawingml/2006/main"/>
        </p:blipFill>
        <p:spPr>
          <a:xfrm xmlns:a="http://schemas.openxmlformats.org/drawingml/2006/main">
            <a:off x="4772025" y="1476375"/>
            <a:ext cx="38100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02748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7D69B1-4627-40B9-BBB7-6C6603804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3875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b="1">
                <a:solidFill>
                  <a:srgbClr val="00539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539F"/>
                </a:solidFill>
                <a:latin typeface="Arial"/>
                <a:ea typeface="Arial"/>
                <a:cs typeface="Arial"/>
              </a:rPr>
              <a:t>Exercise 7: validate spatial data in RViz</a:t>
            </a:r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8023978B-E7A1-4902-A56E-FBA19A936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2DD23107-4986-8758-3A93-3D74F35908CC}" type="slidenum">
              <a:t>13</a:t>
            </a:fld>
            <a:endParaRPr/>
          </a:p>
        </p:txBody>
      </p:sp>
      <p:sp>
        <p:nvSpPr>
          <p:cNvPr id="86" name="Technical prompts 13">
            <a:extLst xmlns:a="http://schemas.openxmlformats.org/drawingml/2006/main">
              <a:ext uri="{FF2B5EF4-FFF2-40B4-BE49-F238E27FC236}">
                <a16:creationId xmlns:a16="http://schemas.microsoft.com/office/drawing/2014/main" id="{A8502C30-A946-4A0E-9F63-7917A86C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38481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Aft>
                <a:spcPts val="10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rviz2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1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Add the camera Image stream; verify reliability.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1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Add the LiDAR PointCloud2 stream.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1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Set the fixed frame from the message header.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1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Capture one view containing both modalities.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497f609534637"/>
          <a:stretch xmlns:a="http://schemas.openxmlformats.org/drawingml/2006/main"/>
        </p:blipFill>
        <p:spPr>
          <a:xfrm xmlns:a="http://schemas.openxmlformats.org/drawingml/2006/main">
            <a:off x="4772025" y="1476375"/>
            <a:ext cx="38100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02748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7D69B1-4627-40B9-BBB7-6C6603804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3875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b="1">
                <a:solidFill>
                  <a:srgbClr val="00539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539F"/>
                </a:solidFill>
                <a:latin typeface="Arial"/>
                <a:ea typeface="Arial"/>
                <a:cs typeface="Arial"/>
              </a:rPr>
              <a:t>Synthesis: design a range-filtering subscriber</a:t>
            </a:r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8023978B-E7A1-4902-A56E-FBA19A936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327921A4-25C4-3DB4-06B1-32693CEE2241}" type="slidenum">
              <a:t>14</a:t>
            </a:fld>
            <a:endParaRPr/>
          </a:p>
        </p:txBody>
      </p:sp>
      <p:sp>
        <p:nvSpPr>
          <p:cNvPr id="86" name="Technical prompts 14">
            <a:extLst xmlns:a="http://schemas.openxmlformats.org/drawingml/2006/main">
              <a:ext uri="{FF2B5EF4-FFF2-40B4-BE49-F238E27FC236}">
                <a16:creationId xmlns:a16="http://schemas.microsoft.com/office/drawing/2014/main" id="{A210E6BE-EDFC-4986-ABDA-FB3EAA13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38481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Aft>
                <a:spcPts val="13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Input</a:t>
            </a:r>
            <a:r>
              <a:rPr sz="1463">
                <a:solidFill>
                  <a:srgbClr val="17324D"/>
                </a:solidFill>
                <a:latin typeface="Arial"/>
                <a:ea typeface="Arial"/>
                <a:cs typeface="Arial"/>
              </a:rPr>
              <a:t>  sensor_msgs/msg/PointCloud2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3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Filter</a:t>
            </a:r>
            <a:r>
              <a:rPr sz="1463">
                <a:solidFill>
                  <a:srgbClr val="17324D"/>
                </a:solidFill>
                <a:latin typeface="Arial"/>
                <a:ea typeface="Arial"/>
                <a:cs typeface="Arial"/>
              </a:rPr>
              <a:t>  retain points with 10 ≤ ‖p‖ ≤ 50 m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3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Output</a:t>
            </a:r>
            <a:r>
              <a:rPr sz="1463">
                <a:solidFill>
                  <a:srgbClr val="17324D"/>
                </a:solidFill>
                <a:latin typeface="Arial"/>
                <a:ea typeface="Arial"/>
                <a:cs typeface="Arial"/>
              </a:rPr>
              <a:t>  preserve frame and timestamp semantics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3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QoS</a:t>
            </a:r>
            <a:r>
              <a:rPr sz="1463">
                <a:solidFill>
                  <a:srgbClr val="17324D"/>
                </a:solidFill>
                <a:latin typeface="Arial"/>
                <a:ea typeface="Arial"/>
                <a:cs typeface="Arial"/>
              </a:rPr>
              <a:t>  select a policy compatible with the source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3"/>
              </a:spcAft>
              <a:buNone/>
              <a:defRPr sz="1463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63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Validation</a:t>
            </a:r>
            <a:r>
              <a:rPr sz="1463">
                <a:solidFill>
                  <a:srgbClr val="17324D"/>
                </a:solidFill>
                <a:latin typeface="Arial"/>
                <a:ea typeface="Arial"/>
                <a:cs typeface="Arial"/>
              </a:rPr>
              <a:t>  counts, throughput, and RViz evidence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1244515604387"/>
          <a:stretch xmlns:a="http://schemas.openxmlformats.org/drawingml/2006/main"/>
        </p:blipFill>
        <p:spPr>
          <a:xfrm xmlns:a="http://schemas.openxmlformats.org/drawingml/2006/main">
            <a:off x="4772025" y="1476375"/>
            <a:ext cx="38100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02748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7D69B1-4627-40B9-BBB7-6C6603804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3875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b="1">
                <a:solidFill>
                  <a:srgbClr val="00539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539F"/>
                </a:solidFill>
                <a:latin typeface="Arial"/>
                <a:ea typeface="Arial"/>
                <a:cs typeface="Arial"/>
              </a:rPr>
              <a:t>Technical debrief</a:t>
            </a:r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8023978B-E7A1-4902-A56E-FBA19A936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EA83FA91-883A-0168-8075-96CEB9DCA3C2}" type="slidenum">
              <a:t>15</a:t>
            </a:fld>
            <a:endParaRPr/>
          </a:p>
        </p:txBody>
      </p:sp>
      <p:sp>
        <p:nvSpPr>
          <p:cNvPr id="86" name="Technical prompts 15">
            <a:extLst xmlns:a="http://schemas.openxmlformats.org/drawingml/2006/main">
              <a:ext uri="{FF2B5EF4-FFF2-40B4-BE49-F238E27FC236}">
                <a16:creationId xmlns:a16="http://schemas.microsoft.com/office/drawing/2014/main" id="{458722C2-3AAA-4CD9-9E93-40C1E639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38481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Aft>
                <a:spcPts val="13"/>
              </a:spcAft>
              <a:buNone/>
              <a:defRPr sz="135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Graph</a:t>
            </a:r>
            <a:r>
              <a:rPr sz="1350">
                <a:solidFill>
                  <a:srgbClr val="17324D"/>
                </a:solidFill>
                <a:latin typeface="Arial"/>
                <a:ea typeface="Arial"/>
                <a:cs typeface="Arial"/>
              </a:rPr>
              <a:t>  publishers, subscribers, and streams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3"/>
              </a:spcAft>
              <a:buNone/>
              <a:defRPr sz="135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Contract</a:t>
            </a:r>
            <a:r>
              <a:rPr sz="1350">
                <a:solidFill>
                  <a:srgbClr val="17324D"/>
                </a:solidFill>
                <a:latin typeface="Arial"/>
                <a:ea typeface="Arial"/>
                <a:cs typeface="Arial"/>
              </a:rPr>
              <a:t>  message type and QoS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3"/>
              </a:spcAft>
              <a:buNone/>
              <a:defRPr sz="135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Behavior</a:t>
            </a:r>
            <a:r>
              <a:rPr sz="1350">
                <a:solidFill>
                  <a:srgbClr val="17324D"/>
                </a:solidFill>
                <a:latin typeface="Arial"/>
                <a:ea typeface="Arial"/>
                <a:cs typeface="Arial"/>
              </a:rPr>
              <a:t>  measured rate and throughput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3"/>
              </a:spcAft>
              <a:buNone/>
              <a:defRPr sz="135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Spatial validity</a:t>
            </a:r>
            <a:r>
              <a:rPr sz="1350">
                <a:solidFill>
                  <a:srgbClr val="17324D"/>
                </a:solidFill>
                <a:latin typeface="Arial"/>
                <a:ea typeface="Arial"/>
                <a:cs typeface="Arial"/>
              </a:rPr>
              <a:t>  frame and display configuration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Aft>
                <a:spcPts val="11"/>
              </a:spcAft>
              <a:buNone/>
              <a:defRPr sz="135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When data disappears, which command should run first—and why?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e3fd658ecb4f46"/>
          <a:stretch xmlns:a="http://schemas.openxmlformats.org/drawingml/2006/main"/>
        </p:blipFill>
        <p:spPr>
          <a:xfrm xmlns:a="http://schemas.openxmlformats.org/drawingml/2006/main">
            <a:off x="4772025" y="1476375"/>
            <a:ext cx="38100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027487"/>
      </p:ext>
    </p:extLst>
  </p:cSld>
</p:sld>
</file>

<file path=ppt/theme/theme1.xml><?xml version="1.0" encoding="utf-8"?>
<a:theme xmlns:a="http://schemas.openxmlformats.org/drawingml/2006/main" name="Office Theme">
  <a:themeElements>
    <a:clrScheme name="UD Primary and Secondary">
      <a:dk1>
        <a:srgbClr val="000000"/>
      </a:dk1>
      <a:lt1>
        <a:srgbClr val="FFFFFF"/>
      </a:lt1>
      <a:dk2>
        <a:srgbClr val="00539F"/>
      </a:dk2>
      <a:lt2>
        <a:srgbClr val="EEECE1"/>
      </a:lt2>
      <a:accent1>
        <a:srgbClr val="4F81BD"/>
      </a:accent1>
      <a:accent2>
        <a:srgbClr val="AF1E2D"/>
      </a:accent2>
      <a:accent3>
        <a:srgbClr val="BED600"/>
      </a:accent3>
      <a:accent4>
        <a:srgbClr val="5A8E22"/>
      </a:accent4>
      <a:accent5>
        <a:srgbClr val="00A0DF"/>
      </a:accent5>
      <a:accent6>
        <a:srgbClr val="EF8200"/>
      </a:accent6>
      <a:hlink>
        <a:srgbClr val="00539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D Primary and Seconda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2026-09-03T18:05:53.7940000Z</dcterms:created>
  <dcterms:modified xsi:type="dcterms:W3CDTF">2026-09-03T18:05:53.7940000Z</dcterms:modified>
</coreProperties>
</file>