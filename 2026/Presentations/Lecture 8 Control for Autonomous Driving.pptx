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3bd31cf97db4422" /><Relationship Type="http://schemas.openxmlformats.org/officeDocument/2006/relationships/extended-properties" Target="/docProps/app.xml" Id="R2cb7210e5d254d28" /><Relationship Type="http://schemas.openxmlformats.org/officeDocument/2006/relationships/officeDocument" Target="/ppt/presentation.xml" Id="R55623a8845364bdd" /></Relationships>
</file>

<file path=ppt/presentation.xml><?xml version="1.0" encoding="utf-8"?>
<p:presentation xmlns:p="http://schemas.openxmlformats.org/presentationml/2006/main">
  <p:sldMasterIdLst>
    <p:sldMasterId xmlns:r="http://schemas.openxmlformats.org/officeDocument/2006/relationships" id="2147483648" r:id="R0b5e322de180467a"/>
  </p:sldMasterIdLst>
  <p:notesMasterIdLst>
    <p:notesMasterId xmlns:r="http://schemas.openxmlformats.org/officeDocument/2006/relationships" r:id="R57a6090c62044e16"/>
  </p:notesMasterIdLst>
  <p:sldIdLst>
    <p:sldId xmlns:r="http://schemas.openxmlformats.org/officeDocument/2006/relationships" id="256" r:id="Re27969b196824d2b"/>
    <p:sldId xmlns:r="http://schemas.openxmlformats.org/officeDocument/2006/relationships" id="257" r:id="R25911ddbf6d548d5"/>
    <p:sldId xmlns:r="http://schemas.openxmlformats.org/officeDocument/2006/relationships" id="258" r:id="R306c8adca1934f8e"/>
    <p:sldId xmlns:r="http://schemas.openxmlformats.org/officeDocument/2006/relationships" id="259" r:id="R15797da1619e4d7b"/>
    <p:sldId xmlns:r="http://schemas.openxmlformats.org/officeDocument/2006/relationships" id="260" r:id="R3a4d496d16b648cd"/>
    <p:sldId xmlns:r="http://schemas.openxmlformats.org/officeDocument/2006/relationships" id="261" r:id="R8ecbc3943cdb4912"/>
    <p:sldId xmlns:r="http://schemas.openxmlformats.org/officeDocument/2006/relationships" id="262" r:id="R84d71a05853946ba"/>
    <p:sldId xmlns:r="http://schemas.openxmlformats.org/officeDocument/2006/relationships" id="263" r:id="R27e2e9f8a17d41e8"/>
    <p:sldId xmlns:r="http://schemas.openxmlformats.org/officeDocument/2006/relationships" id="264" r:id="Rf7cfe4238c07490a"/>
    <p:sldId xmlns:r="http://schemas.openxmlformats.org/officeDocument/2006/relationships" id="265" r:id="R75c74213faeb4d57"/>
    <p:sldId xmlns:r="http://schemas.openxmlformats.org/officeDocument/2006/relationships" id="266" r:id="R06abfa6d417342f6"/>
    <p:sldId xmlns:r="http://schemas.openxmlformats.org/officeDocument/2006/relationships" id="267" r:id="Ra1725eaed2754d99"/>
    <p:sldId xmlns:r="http://schemas.openxmlformats.org/officeDocument/2006/relationships" id="268" r:id="Rf5ecd876162e4db2"/>
    <p:sldId xmlns:r="http://schemas.openxmlformats.org/officeDocument/2006/relationships" id="269" r:id="Rc16bef980c24455e"/>
    <p:sldId xmlns:r="http://schemas.openxmlformats.org/officeDocument/2006/relationships" id="270" r:id="R6e627ecb6da24f39"/>
    <p:sldId xmlns:r="http://schemas.openxmlformats.org/officeDocument/2006/relationships" id="271" r:id="R1a84fc02ecbf46c5"/>
    <p:sldId xmlns:r="http://schemas.openxmlformats.org/officeDocument/2006/relationships" id="272" r:id="R77edf1df7cea4592"/>
    <p:sldId xmlns:r="http://schemas.openxmlformats.org/officeDocument/2006/relationships" id="273" r:id="R61add27e46424a48"/>
    <p:sldId xmlns:r="http://schemas.openxmlformats.org/officeDocument/2006/relationships" id="274" r:id="R2859355404e04d37"/>
    <p:sldId xmlns:r="http://schemas.openxmlformats.org/officeDocument/2006/relationships" id="275" r:id="Rd0fd1ff10ba742a2"/>
    <p:sldId xmlns:r="http://schemas.openxmlformats.org/officeDocument/2006/relationships" id="276" r:id="R59781b6594f94a3d"/>
    <p:sldId xmlns:r="http://schemas.openxmlformats.org/officeDocument/2006/relationships" id="277" r:id="R06c07eddd1e64678"/>
    <p:sldId xmlns:r="http://schemas.openxmlformats.org/officeDocument/2006/relationships" id="278" r:id="R9d51c86e8bfa48b9"/>
    <p:sldId xmlns:r="http://schemas.openxmlformats.org/officeDocument/2006/relationships" id="279" r:id="Rfcb2c4df4262473d"/>
    <p:sldId xmlns:r="http://schemas.openxmlformats.org/officeDocument/2006/relationships" id="280" r:id="R5feae1977b604a9d"/>
    <p:sldId xmlns:r="http://schemas.openxmlformats.org/officeDocument/2006/relationships" id="281" r:id="R2afc7fcc8c1b4288"/>
    <p:sldId xmlns:r="http://schemas.openxmlformats.org/officeDocument/2006/relationships" id="282" r:id="R1c245b310f854f10"/>
    <p:sldId xmlns:r="http://schemas.openxmlformats.org/officeDocument/2006/relationships" id="283" r:id="Rcf5d43dab58a4375"/>
    <p:sldId xmlns:r="http://schemas.openxmlformats.org/officeDocument/2006/relationships" id="284" r:id="R82dcc272a7c7454d"/>
    <p:sldId xmlns:r="http://schemas.openxmlformats.org/officeDocument/2006/relationships" id="285" r:id="Rf8e196cdf6e9441d"/>
    <p:sldId xmlns:r="http://schemas.openxmlformats.org/officeDocument/2006/relationships" id="286" r:id="Ra216013f483e4fd6"/>
    <p:sldId xmlns:r="http://schemas.openxmlformats.org/officeDocument/2006/relationships" id="287" r:id="R48a9ad5e1a2c460d"/>
    <p:sldId xmlns:r="http://schemas.openxmlformats.org/officeDocument/2006/relationships" id="288" r:id="Rba2112a389fd4f7b"/>
    <p:sldId xmlns:r="http://schemas.openxmlformats.org/officeDocument/2006/relationships" id="289" r:id="R9d2fd1c079c5403b"/>
    <p:sldId xmlns:r="http://schemas.openxmlformats.org/officeDocument/2006/relationships" id="290" r:id="Rfd44eabfd49f4cb7"/>
  </p:sldIdLst>
  <p:sldSz cx="9144000" cy="5143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c490dcd0f9846ed" /><Relationship Type="http://schemas.openxmlformats.org/officeDocument/2006/relationships/slideMaster" Target="/ppt/slideMasters/slideMaster1.xml" Id="R0b5e322de180467a" /><Relationship Type="http://schemas.openxmlformats.org/officeDocument/2006/relationships/notesMaster" Target="/ppt/notesMasters/notesMaster1.xml" Id="R57a6090c62044e16" /><Relationship Type="http://schemas.openxmlformats.org/officeDocument/2006/relationships/presProps" Target="/ppt/presProps.xml" Id="Rbe02e7494a5b4d91" /><Relationship Type="http://schemas.openxmlformats.org/officeDocument/2006/relationships/tableStyles" Target="/ppt/tableStyles.xml" Id="Re07f110dbfd340c4" /><Relationship Type="http://schemas.openxmlformats.org/officeDocument/2006/relationships/slide" Target="/ppt/slides/slide1.xml" Id="Re27969b196824d2b" /><Relationship Type="http://schemas.openxmlformats.org/officeDocument/2006/relationships/slide" Target="/ppt/slides/slide2.xml" Id="R25911ddbf6d548d5" /><Relationship Type="http://schemas.openxmlformats.org/officeDocument/2006/relationships/slide" Target="/ppt/slides/slide3.xml" Id="R306c8adca1934f8e" /><Relationship Type="http://schemas.openxmlformats.org/officeDocument/2006/relationships/slide" Target="/ppt/slides/slide4.xml" Id="R15797da1619e4d7b" /><Relationship Type="http://schemas.openxmlformats.org/officeDocument/2006/relationships/slide" Target="/ppt/slides/slide5.xml" Id="R3a4d496d16b648cd" /><Relationship Type="http://schemas.openxmlformats.org/officeDocument/2006/relationships/slide" Target="/ppt/slides/slide6.xml" Id="R8ecbc3943cdb4912" /><Relationship Type="http://schemas.openxmlformats.org/officeDocument/2006/relationships/slide" Target="/ppt/slides/slide7.xml" Id="R84d71a05853946ba" /><Relationship Type="http://schemas.openxmlformats.org/officeDocument/2006/relationships/slide" Target="/ppt/slides/slide8.xml" Id="R27e2e9f8a17d41e8" /><Relationship Type="http://schemas.openxmlformats.org/officeDocument/2006/relationships/slide" Target="/ppt/slides/slide9.xml" Id="Rf7cfe4238c07490a" /><Relationship Type="http://schemas.openxmlformats.org/officeDocument/2006/relationships/slide" Target="/ppt/slides/slide10.xml" Id="R75c74213faeb4d57" /><Relationship Type="http://schemas.openxmlformats.org/officeDocument/2006/relationships/slide" Target="/ppt/slides/slide11.xml" Id="R06abfa6d417342f6" /><Relationship Type="http://schemas.openxmlformats.org/officeDocument/2006/relationships/slide" Target="/ppt/slides/slide12.xml" Id="Ra1725eaed2754d99" /><Relationship Type="http://schemas.openxmlformats.org/officeDocument/2006/relationships/slide" Target="/ppt/slides/slide13.xml" Id="Rf5ecd876162e4db2" /><Relationship Type="http://schemas.openxmlformats.org/officeDocument/2006/relationships/slide" Target="/ppt/slides/slide14.xml" Id="Rc16bef980c24455e" /><Relationship Type="http://schemas.openxmlformats.org/officeDocument/2006/relationships/slide" Target="/ppt/slides/slide15.xml" Id="R6e627ecb6da24f39" /><Relationship Type="http://schemas.openxmlformats.org/officeDocument/2006/relationships/slide" Target="/ppt/slides/slide16.xml" Id="R1a84fc02ecbf46c5" /><Relationship Type="http://schemas.openxmlformats.org/officeDocument/2006/relationships/slide" Target="/ppt/slides/slide17.xml" Id="R77edf1df7cea4592" /><Relationship Type="http://schemas.openxmlformats.org/officeDocument/2006/relationships/slide" Target="/ppt/slides/slide18.xml" Id="R61add27e46424a48" /><Relationship Type="http://schemas.openxmlformats.org/officeDocument/2006/relationships/slide" Target="/ppt/slides/slide19.xml" Id="R2859355404e04d37" /><Relationship Type="http://schemas.openxmlformats.org/officeDocument/2006/relationships/slide" Target="/ppt/slides/slide20.xml" Id="Rd0fd1ff10ba742a2" /><Relationship Type="http://schemas.openxmlformats.org/officeDocument/2006/relationships/slide" Target="/ppt/slides/slide21.xml" Id="R59781b6594f94a3d" /><Relationship Type="http://schemas.openxmlformats.org/officeDocument/2006/relationships/slide" Target="/ppt/slides/slide22.xml" Id="R06c07eddd1e64678" /><Relationship Type="http://schemas.openxmlformats.org/officeDocument/2006/relationships/slide" Target="/ppt/slides/slide23.xml" Id="R9d51c86e8bfa48b9" /><Relationship Type="http://schemas.openxmlformats.org/officeDocument/2006/relationships/slide" Target="/ppt/slides/slide24.xml" Id="Rfcb2c4df4262473d" /><Relationship Type="http://schemas.openxmlformats.org/officeDocument/2006/relationships/slide" Target="/ppt/slides/slide25.xml" Id="R5feae1977b604a9d" /><Relationship Type="http://schemas.openxmlformats.org/officeDocument/2006/relationships/slide" Target="/ppt/slides/slide26.xml" Id="R2afc7fcc8c1b4288" /><Relationship Type="http://schemas.openxmlformats.org/officeDocument/2006/relationships/slide" Target="/ppt/slides/slide27.xml" Id="R1c245b310f854f10" /><Relationship Type="http://schemas.openxmlformats.org/officeDocument/2006/relationships/slide" Target="/ppt/slides/slide28.xml" Id="Rcf5d43dab58a4375" /><Relationship Type="http://schemas.openxmlformats.org/officeDocument/2006/relationships/slide" Target="/ppt/slides/slide29.xml" Id="R82dcc272a7c7454d" /><Relationship Type="http://schemas.openxmlformats.org/officeDocument/2006/relationships/slide" Target="/ppt/slides/slide30.xml" Id="Rf8e196cdf6e9441d" /><Relationship Type="http://schemas.openxmlformats.org/officeDocument/2006/relationships/slide" Target="/ppt/slides/slide31.xml" Id="Ra216013f483e4fd6" /><Relationship Type="http://schemas.openxmlformats.org/officeDocument/2006/relationships/slide" Target="/ppt/slides/slide32.xml" Id="R48a9ad5e1a2c460d" /><Relationship Type="http://schemas.openxmlformats.org/officeDocument/2006/relationships/slide" Target="/ppt/slides/slide33.xml" Id="Rba2112a389fd4f7b" /><Relationship Type="http://schemas.openxmlformats.org/officeDocument/2006/relationships/slide" Target="/ppt/slides/slide34.xml" Id="R9d2fd1c079c5403b" /><Relationship Type="http://schemas.openxmlformats.org/officeDocument/2006/relationships/slide" Target="/ppt/slides/slide35.xml" Id="Rfd44eabfd49f4cb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32fab5a6f9e44f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50ded3af5d84c08" /><Relationship Type="http://schemas.openxmlformats.org/officeDocument/2006/relationships/notesMaster" Target="/ppt/notesMasters/notesMaster1.xml" Id="Rf174421377044081" /></Relationships>
</file>

<file path=ppt/notesSlides/_rels/notesSlide2.xml.rels>&#65279;<?xml version="1.0" encoding="utf-8"?><Relationships xmlns="http://schemas.openxmlformats.org/package/2006/relationships"><Relationship Type="http://schemas.openxmlformats.org/officeDocument/2006/relationships/slide" Target="/ppt/slides/slide2.xml" Id="R11f68fcaf5f74f0d" /><Relationship Type="http://schemas.openxmlformats.org/officeDocument/2006/relationships/notesMaster" Target="/ppt/notesMasters/notesMaster1.xml" Id="Rc37684cf2e5f4fd4" /></Relationships>
</file>

<file path=ppt/notesSlides/_rels/notesSlide3.xml.rels>&#65279;<?xml version="1.0" encoding="utf-8"?><Relationships xmlns="http://schemas.openxmlformats.org/package/2006/relationships"><Relationship Type="http://schemas.openxmlformats.org/officeDocument/2006/relationships/slide" Target="/ppt/slides/slide3.xml" Id="R157400fe22154a3e" /><Relationship Type="http://schemas.openxmlformats.org/officeDocument/2006/relationships/notesMaster" Target="/ppt/notesMasters/notesMaster1.xml" Id="R8b74042cdd574e5a" /></Relationships>
</file>

<file path=ppt/notesSlides/_rels/notesSlide4.xml.rels>&#65279;<?xml version="1.0" encoding="utf-8"?><Relationships xmlns="http://schemas.openxmlformats.org/package/2006/relationships"><Relationship Type="http://schemas.openxmlformats.org/officeDocument/2006/relationships/slide" Target="/ppt/slides/slide4.xml" Id="R6a10f57ca6fd435f" /><Relationship Type="http://schemas.openxmlformats.org/officeDocument/2006/relationships/notesMaster" Target="/ppt/notesMasters/notesMaster1.xml" Id="Rfb612e38809e4455" /></Relationships>
</file>

<file path=ppt/notesSlides/_rels/notesSlide5.xml.rels>&#65279;<?xml version="1.0" encoding="utf-8"?><Relationships xmlns="http://schemas.openxmlformats.org/package/2006/relationships"><Relationship Type="http://schemas.openxmlformats.org/officeDocument/2006/relationships/slide" Target="/ppt/slides/slide5.xml" Id="Re4c3bc5c1f8345c6" /><Relationship Type="http://schemas.openxmlformats.org/officeDocument/2006/relationships/notesMaster" Target="/ppt/notesMasters/notesMaster1.xml" Id="R1344c09c34c74b3a" /></Relationships>
</file>

<file path=ppt/notesSlides/_rels/notesSlide6.xml.rels>&#65279;<?xml version="1.0" encoding="utf-8"?><Relationships xmlns="http://schemas.openxmlformats.org/package/2006/relationships"><Relationship Type="http://schemas.openxmlformats.org/officeDocument/2006/relationships/slide" Target="/ppt/slides/slide6.xml" Id="R2e164eab12984cc7" /><Relationship Type="http://schemas.openxmlformats.org/officeDocument/2006/relationships/notesMaster" Target="/ppt/notesMasters/notesMaster1.xml" Id="Rb0c0b79e898c4b51" /></Relationships>
</file>

<file path=ppt/notesSlides/_rels/notesSlide7.xml.rels>&#65279;<?xml version="1.0" encoding="utf-8"?><Relationships xmlns="http://schemas.openxmlformats.org/package/2006/relationships"><Relationship Type="http://schemas.openxmlformats.org/officeDocument/2006/relationships/slide" Target="/ppt/slides/slide7.xml" Id="Reabfb1b84db84f4f" /><Relationship Type="http://schemas.openxmlformats.org/officeDocument/2006/relationships/notesMaster" Target="/ppt/notesMasters/notesMaster1.xml" Id="Re43f789361da41f5" /></Relationships>
</file>

<file path=ppt/notesSlides/_rels/notesSlide8.xml.rels>&#65279;<?xml version="1.0" encoding="utf-8"?><Relationships xmlns="http://schemas.openxmlformats.org/package/2006/relationships"><Relationship Type="http://schemas.openxmlformats.org/officeDocument/2006/relationships/slide" Target="/ppt/slides/slide8.xml" Id="R88950ae923eb4734" /><Relationship Type="http://schemas.openxmlformats.org/officeDocument/2006/relationships/notesMaster" Target="/ppt/notesMasters/notesMaster1.xml" Id="R469369a630cb43aa" /></Relationships>
</file>

<file path=ppt/notesSlides/_rels/notesSlide9.xml.rels>&#65279;<?xml version="1.0" encoding="utf-8"?><Relationships xmlns="http://schemas.openxmlformats.org/package/2006/relationships"><Relationship Type="http://schemas.openxmlformats.org/officeDocument/2006/relationships/slide" Target="/ppt/slides/slide9.xml" Id="R849ae14217a642d2" /><Relationship Type="http://schemas.openxmlformats.org/officeDocument/2006/relationships/notesMaster" Target="/ppt/notesMasters/notesMaster1.xml" Id="Rc8f2c613e0114b9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874e581468943c4" /><Relationship Type="http://schemas.openxmlformats.org/officeDocument/2006/relationships/notesMaster" Target="/ppt/notesMasters/notesMaster1.xml" Id="Rd8fb08b01b2f4ee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3fe2bc1c7334fa7" /><Relationship Type="http://schemas.openxmlformats.org/officeDocument/2006/relationships/notesMaster" Target="/ppt/notesMasters/notesMaster1.xml" Id="R5ad593d51419422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deccf9236ed45c3" /><Relationship Type="http://schemas.openxmlformats.org/officeDocument/2006/relationships/notesMaster" Target="/ppt/notesMasters/notesMaster1.xml" Id="R1cb66299fd1640e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c4d932a43eb4f33" /><Relationship Type="http://schemas.openxmlformats.org/officeDocument/2006/relationships/notesMaster" Target="/ppt/notesMasters/notesMaster1.xml" Id="R2b94ebec1410479b"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aa71d03ee5b4642" /><Relationship Type="http://schemas.openxmlformats.org/officeDocument/2006/relationships/notesMaster" Target="/ppt/notesMasters/notesMaster1.xml" Id="R34d5bf6cd7ae4c6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ef520819cf04c0e" /><Relationship Type="http://schemas.openxmlformats.org/officeDocument/2006/relationships/notesMaster" Target="/ppt/notesMasters/notesMaster1.xml" Id="R9685a85372ff4db2"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9447b7d3d33340dd" /><Relationship Type="http://schemas.openxmlformats.org/officeDocument/2006/relationships/notesMaster" Target="/ppt/notesMasters/notesMaster1.xml" Id="R986390f394f745fe"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34b693048cc45cd" /><Relationship Type="http://schemas.openxmlformats.org/officeDocument/2006/relationships/notesMaster" Target="/ppt/notesMasters/notesMaster1.xml" Id="R3f4a1f0756a44255"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67509f6a8e94a75" /><Relationship Type="http://schemas.openxmlformats.org/officeDocument/2006/relationships/notesMaster" Target="/ppt/notesMasters/notesMaster1.xml" Id="Rce910eb26c7343fd"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18ee167b05dc48d2" /><Relationship Type="http://schemas.openxmlformats.org/officeDocument/2006/relationships/notesMaster" Target="/ppt/notesMasters/notesMaster1.xml" Id="R37d5ca7d950c496a"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160119b39c194066" /><Relationship Type="http://schemas.openxmlformats.org/officeDocument/2006/relationships/notesMaster" Target="/ppt/notesMasters/notesMaster1.xml" Id="R90a602564ef2463a"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1f709169d8b847fc" /><Relationship Type="http://schemas.openxmlformats.org/officeDocument/2006/relationships/notesMaster" Target="/ppt/notesMasters/notesMaster1.xml" Id="R84cc26f20acc4480"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f7e415f6c8e04b6b" /><Relationship Type="http://schemas.openxmlformats.org/officeDocument/2006/relationships/notesMaster" Target="/ppt/notesMasters/notesMaster1.xml" Id="R138ab5d0132f47b2"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7928501e4bf14172" /><Relationship Type="http://schemas.openxmlformats.org/officeDocument/2006/relationships/notesMaster" Target="/ppt/notesMasters/notesMaster1.xml" Id="Rfeb07b0fd11a4439"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f3cc578897d74360" /><Relationship Type="http://schemas.openxmlformats.org/officeDocument/2006/relationships/notesMaster" Target="/ppt/notesMasters/notesMaster1.xml" Id="Rb133195a94d746f9"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d93e8e1c5d9b4d2d" /><Relationship Type="http://schemas.openxmlformats.org/officeDocument/2006/relationships/notesMaster" Target="/ppt/notesMasters/notesMaster1.xml" Id="R9f53b6affcf74062"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55901c421a404f00" /><Relationship Type="http://schemas.openxmlformats.org/officeDocument/2006/relationships/notesMaster" Target="/ppt/notesMasters/notesMaster1.xml" Id="R874b491e149c47da"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d15648a0ac364fc5" /><Relationship Type="http://schemas.openxmlformats.org/officeDocument/2006/relationships/notesMaster" Target="/ppt/notesMasters/notesMaster1.xml" Id="Rb973ac2082414365"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1518a333ff1d47cf" /><Relationship Type="http://schemas.openxmlformats.org/officeDocument/2006/relationships/notesMaster" Target="/ppt/notesMasters/notesMaster1.xml" Id="Rb1cd73401a9b43f4"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d2d0feac977f4fa8" /><Relationship Type="http://schemas.openxmlformats.org/officeDocument/2006/relationships/notesMaster" Target="/ppt/notesMasters/notesMaster1.xml" Id="R099b11df902a4eec"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a68a2bf65a054b00" /><Relationship Type="http://schemas.openxmlformats.org/officeDocument/2006/relationships/notesMaster" Target="/ppt/notesMasters/notesMaster1.xml" Id="Re37780c2874a4569"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c7b39994ba254c84" /><Relationship Type="http://schemas.openxmlformats.org/officeDocument/2006/relationships/notesMaster" Target="/ppt/notesMasters/notesMaster1.xml" Id="R2a6a04ef6ff04645"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b9fdfab0bfca4c60" /><Relationship Type="http://schemas.openxmlformats.org/officeDocument/2006/relationships/notesMaster" Target="/ppt/notesMasters/notesMaster1.xml" Id="R731c5a1e904144cd"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994d2bea18314556" /><Relationship Type="http://schemas.openxmlformats.org/officeDocument/2006/relationships/notesMaster" Target="/ppt/notesMasters/notesMaster1.xml" Id="R47897742869f4b81"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669780fd2788493c" /><Relationship Type="http://schemas.openxmlformats.org/officeDocument/2006/relationships/notesMaster" Target="/ppt/notesMasters/notesMaster1.xml" Id="R7f508f05d8cf4d27"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1812506f58334651" /><Relationship Type="http://schemas.openxmlformats.org/officeDocument/2006/relationships/notesMaster" Target="/ppt/notesMasters/notesMaster1.xml" Id="R416f5b3f629d4a1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 this as a concept-led lecture with instructor demonstrations. Allow approximately 65–80 minutes depending on discussion. Students do not need to calculate commands, derive formulas, complete worksheets, or export results. Use the visual behavior to explain what each controller responds to and where its assumptions matter.</a:t>
            </a:r>
          </a:p>
          <a:p xmlns:a="http://schemas.openxmlformats.org/drawingml/2006/main">
            <a:r>
              <a:t/>
            </a:r>
          </a:p>
          <a:p xmlns:a="http://schemas.openxmlformats.org/drawingml/2006/main">
            <a:r>
              <a:t>Sources</a:t>
            </a:r>
          </a:p>
          <a:p xmlns:a="http://schemas.openxmlformats.org/drawingml/2006/main">
            <a:r>
              <a:t>Original course explanation and companion teaching simulation.</a:t>
            </a:r>
          </a:p>
          <a:p xmlns:a="http://schemas.openxmlformats.org/drawingml/2006/main">
            <a:r>
              <a:t/>
            </a:r>
          </a:p>
          <a:p xmlns:a="http://schemas.openxmlformats.org/drawingml/2006/main">
            <a:r>
              <a:t>Visuals</a:t>
            </a:r>
          </a:p>
          <a:p xmlns:a="http://schemas.openxmlformats.org/drawingml/2006/main">
            <a:r>
              <a:t>Editable text, equation text, or native comparison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goal is an explanation in ordinary language. Students should distinguish a target-point tracker from error feedback and predictive planning. Use questions about what they see. Avoid turning this into a gain-calculation or optimization-derivation lesson.</a:t>
            </a:r>
          </a:p>
          <a:p xmlns:a="http://schemas.openxmlformats.org/drawingml/2006/main">
            <a:r>
              <a:t/>
            </a:r>
          </a:p>
          <a:p xmlns:a="http://schemas.openxmlformats.org/drawingml/2006/main">
            <a:r>
              <a:t>Sources</a:t>
            </a:r>
          </a:p>
          <a:p xmlns:a="http://schemas.openxmlformats.org/drawingml/2006/main">
            <a:r>
              <a:t>Original course explanation and companion teaching simulation.</a:t>
            </a:r>
          </a:p>
          <a:p xmlns:a="http://schemas.openxmlformats.org/drawingml/2006/main">
            <a:r>
              <a:t/>
            </a:r>
          </a:p>
          <a:p xmlns:a="http://schemas.openxmlformats.org/drawingml/2006/main">
            <a:r>
              <a:t>Visuals</a:t>
            </a:r>
          </a:p>
          <a:p xmlns:a="http://schemas.openxmlformats.org/drawingml/2006/main">
            <a:r>
              <a:t>Editable text, equation text, or native comparison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Connect to Lecture 7. A route or trajectory is an intention; steering and propulsion must carry it out. A plan can be reasonable while tracking is poor because the actuator is slow. A controller also cannot rescue every impossible plan. The speed and steering demonstrations isolate the two tasks.</a:t>
            </a:r>
          </a:p>
          <a:p xmlns:a="http://schemas.openxmlformats.org/drawingml/2006/main">
            <a:r>
              <a:t/>
            </a:r>
          </a:p>
          <a:p xmlns:a="http://schemas.openxmlformats.org/drawingml/2006/main">
            <a:r>
              <a:t>Sources</a:t>
            </a:r>
          </a:p>
          <a:p xmlns:a="http://schemas.openxmlformats.org/drawingml/2006/main">
            <a:r>
              <a:t>Original course explanation and companion teaching simulation.</a:t>
            </a:r>
          </a:p>
          <a:p xmlns:a="http://schemas.openxmlformats.org/drawingml/2006/main">
            <a:r>
              <a:t/>
            </a:r>
          </a:p>
          <a:p xmlns:a="http://schemas.openxmlformats.org/drawingml/2006/main">
            <a:r>
              <a:t>Visuals</a:t>
            </a:r>
          </a:p>
          <a:p xmlns:a="http://schemas.openxmlformats.org/drawingml/2006/main">
            <a:r>
              <a:t>Editable text, equation text, or native comparison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Follow the loop aloud, then repeat it. Each command changes the situation, so the controller must keep observing. A disturbance such as a hill enters between decisions. The demo uses exact simulated position and speed; real vehicles depend on estimates that can be delayed or noisy.</a:t>
            </a:r>
          </a:p>
          <a:p xmlns:a="http://schemas.openxmlformats.org/drawingml/2006/main">
            <a:r>
              <a:t/>
            </a:r>
          </a:p>
          <a:p xmlns:a="http://schemas.openxmlformats.org/drawingml/2006/main">
            <a:r>
              <a:t>Sources</a:t>
            </a:r>
          </a:p>
          <a:p xmlns:a="http://schemas.openxmlformats.org/drawingml/2006/main">
            <a:r>
              <a:t>Original course explanation and companion teaching simulation.</a:t>
            </a:r>
          </a:p>
          <a:p xmlns:a="http://schemas.openxmlformats.org/drawingml/2006/main">
            <a:r>
              <a:t/>
            </a:r>
          </a:p>
          <a:p xmlns:a="http://schemas.openxmlformats.org/drawingml/2006/main">
            <a:r>
              <a:t>Visuals</a:t>
            </a:r>
          </a:p>
          <a:p xmlns:a="http://schemas.openxmlformats.org/drawingml/2006/main">
            <a:r>
              <a:t>Editable text, equation text, or native comparison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cruise control on a hill. Feedback reacts to what happened. Feedforward anticipates a known load or bend using a model. They can be combined. The speed demo optionally compensates nominal drag; it does not sense upcoming hills. Keep that distinction clear.</a:t>
            </a:r>
          </a:p>
          <a:p xmlns:a="http://schemas.openxmlformats.org/drawingml/2006/main">
            <a:r>
              <a:t/>
            </a:r>
          </a:p>
          <a:p xmlns:a="http://schemas.openxmlformats.org/drawingml/2006/main">
            <a:r>
              <a:t>Sources</a:t>
            </a:r>
          </a:p>
          <a:p xmlns:a="http://schemas.openxmlformats.org/drawingml/2006/main">
            <a:r>
              <a:t>Original course explanation and companion teaching simulation.</a:t>
            </a:r>
          </a:p>
          <a:p xmlns:a="http://schemas.openxmlformats.org/drawingml/2006/main">
            <a:r>
              <a:t/>
            </a:r>
          </a:p>
          <a:p xmlns:a="http://schemas.openxmlformats.org/drawingml/2006/main">
            <a:r>
              <a:t>Visuals</a:t>
            </a:r>
          </a:p>
          <a:p xmlns:a="http://schemas.openxmlformats.org/drawingml/2006/main">
            <a:r>
              <a:t>Editable text, equation text, or native comparison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teaching vehicle captures basic turning and actuator response. It omits tire slip, road friction changes and many real dynamics. Models make prediction possible, but accuracy is conditional. LQR and MPC use a local approximation, while the simulated vehicle follows the nonlinear turning model.</a:t>
            </a:r>
          </a:p>
          <a:p xmlns:a="http://schemas.openxmlformats.org/drawingml/2006/main">
            <a:r>
              <a:t/>
            </a:r>
          </a:p>
          <a:p xmlns:a="http://schemas.openxmlformats.org/drawingml/2006/main">
            <a:r>
              <a:t>Sources</a:t>
            </a:r>
          </a:p>
          <a:p xmlns:a="http://schemas.openxmlformats.org/drawingml/2006/main">
            <a:r>
              <a:t>Original course explanation and companion teaching simulation.</a:t>
            </a:r>
          </a:p>
          <a:p xmlns:a="http://schemas.openxmlformats.org/drawingml/2006/main">
            <a:r>
              <a:t/>
            </a:r>
          </a:p>
          <a:p xmlns:a="http://schemas.openxmlformats.org/drawingml/2006/main">
            <a:r>
              <a:t>Visuals</a:t>
            </a:r>
          </a:p>
          <a:p xmlns:a="http://schemas.openxmlformats.org/drawingml/2006/main">
            <a:r>
              <a:t>Editable text, equation text, or native comparison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the traces qualitatively first. A path that looks close can still involve aggressive steering. Gentle commands can leave tracking error. The numerical details are available in the demo but are not a class calculation task. These observations do not establish real-vehicle safety.</a:t>
            </a:r>
          </a:p>
          <a:p xmlns:a="http://schemas.openxmlformats.org/drawingml/2006/main">
            <a:r>
              <a:t/>
            </a:r>
          </a:p>
          <a:p xmlns:a="http://schemas.openxmlformats.org/drawingml/2006/main">
            <a:r>
              <a:t>Sources</a:t>
            </a:r>
          </a:p>
          <a:p xmlns:a="http://schemas.openxmlformats.org/drawingml/2006/main">
            <a:r>
              <a:t>Original course explanation and companion teaching simulation.</a:t>
            </a:r>
          </a:p>
          <a:p xmlns:a="http://schemas.openxmlformats.org/drawingml/2006/main">
            <a:r>
              <a:t/>
            </a:r>
          </a:p>
          <a:p xmlns:a="http://schemas.openxmlformats.org/drawingml/2006/main">
            <a:r>
              <a:t>Visuals</a:t>
            </a:r>
          </a:p>
          <a:p xmlns:a="http://schemas.openxmlformats.org/drawingml/2006/main">
            <a:r>
              <a:t>Editable text, equation text, or native comparison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instructor can operate every demonstration. Play shows time unfolding; Run 20 s jumps to the completed response; Step freezes attention on the next decision. No student calculations or submitted results are required. The lab saves a previous run for visual comparison. It works offline after extracting the package.</a:t>
            </a:r>
          </a:p>
          <a:p xmlns:a="http://schemas.openxmlformats.org/drawingml/2006/main">
            <a:r>
              <a:t/>
            </a:r>
          </a:p>
          <a:p xmlns:a="http://schemas.openxmlformats.org/drawingml/2006/main">
            <a:r>
              <a:t>Sources</a:t>
            </a:r>
          </a:p>
          <a:p xmlns:a="http://schemas.openxmlformats.org/drawingml/2006/main">
            <a:r>
              <a:t>Original course explanation and companion teaching simulation.</a:t>
            </a:r>
          </a:p>
          <a:p xmlns:a="http://schemas.openxmlformats.org/drawingml/2006/main">
            <a:r>
              <a:t/>
            </a:r>
          </a:p>
          <a:p xmlns:a="http://schemas.openxmlformats.org/drawingml/2006/main">
            <a:r>
              <a:t>Visuals</a:t>
            </a:r>
          </a:p>
          <a:p xmlns:a="http://schemas.openxmlformats.org/drawingml/2006/main">
            <a:r>
              <a:t>Editable text, equation text, or native comparison table.</a:t>
            </a:r>
          </a:p>
          <a:p xmlns:a="http://schemas.openxmlformats.org/drawingml/2006/main">
            <a:r>
              <a:t/>
            </a:r>
          </a:p>
          <a:p xmlns:a="http://schemas.openxmlformats.org/drawingml/2006/main">
            <a:r>
              <a:t>Lab link: ../Labs/Control/index.html#pid (extract offline package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letters as present error, accumulated error, and change. The bars show which contribution is helping at the current moment; students do not add the bars by hand. Derivative action can amplify measurement noise, so the implementation filters it. This display is a sample from the hill scenario.</a:t>
            </a:r>
          </a:p>
          <a:p xmlns:a="http://schemas.openxmlformats.org/drawingml/2006/main">
            <a:r>
              <a:t/>
            </a:r>
          </a:p>
          <a:p xmlns:a="http://schemas.openxmlformats.org/drawingml/2006/main">
            <a:r>
              <a:t>Sources</a:t>
            </a:r>
          </a:p>
          <a:p xmlns:a="http://schemas.openxmlformats.org/drawingml/2006/main">
            <a:r>
              <a:t>https://www.mathworks.com/help/simulink/slref/anti-windup-control-using-a-pid-controller.html</a:t>
            </a:r>
          </a:p>
          <a:p xmlns:a="http://schemas.openxmlformats.org/drawingml/2006/main">
            <a:r>
              <a:t/>
            </a:r>
          </a:p>
          <a:p xmlns:a="http://schemas.openxmlformats.org/drawingml/2006/main">
            <a:r>
              <a:t>Visuals</a:t>
            </a:r>
          </a:p>
          <a:p xmlns:a="http://schemas.openxmlformats.org/drawingml/2006/main">
            <a:r>
              <a:t>Computed plot from the same simulation and rendering component used by the companion Control lab. Synthetic instructional data, not a vehicle benchmark.</a:t>
            </a:r>
          </a:p>
          <a:p xmlns:a="http://schemas.openxmlformats.org/drawingml/2006/main">
            <a:r>
              <a:t/>
            </a:r>
          </a:p>
          <a:p xmlns:a="http://schemas.openxmlformats.org/drawingml/2006/main">
            <a:r>
              <a:t>Lab link: ../Labs/Control/index.html#pid (extract offline package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Load P on a hill, press Play, and point out the persistent gap. Then load PI on a hill. The dashed saved speed trace allows a direct comparison. Both presets disable D so the contrast isolates the added integral term. Ask why correcting a persistent shortfall is useful; do not calculate the final speed.</a:t>
            </a:r>
          </a:p>
          <a:p xmlns:a="http://schemas.openxmlformats.org/drawingml/2006/main">
            <a:r>
              <a:t/>
            </a:r>
          </a:p>
          <a:p xmlns:a="http://schemas.openxmlformats.org/drawingml/2006/main">
            <a:r>
              <a:t>Sources</a:t>
            </a:r>
          </a:p>
          <a:p xmlns:a="http://schemas.openxmlformats.org/drawingml/2006/main">
            <a:r>
              <a:t>https://www.mathworks.com/help/simulink/slref/anti-windup-control-using-a-pid-controller.html</a:t>
            </a:r>
          </a:p>
          <a:p xmlns:a="http://schemas.openxmlformats.org/drawingml/2006/main">
            <a:r>
              <a:t/>
            </a:r>
          </a:p>
          <a:p xmlns:a="http://schemas.openxmlformats.org/drawingml/2006/main">
            <a:r>
              <a:t>Visuals</a:t>
            </a:r>
          </a:p>
          <a:p xmlns:a="http://schemas.openxmlformats.org/drawingml/2006/main">
            <a:r>
              <a:t>Computed plot from the same simulation and rendering component used by the companion Control lab. Synthetic instructional data, not a vehicle benchmark.</a:t>
            </a:r>
          </a:p>
          <a:p xmlns:a="http://schemas.openxmlformats.org/drawingml/2006/main">
            <a:r>
              <a:t/>
            </a:r>
          </a:p>
          <a:p xmlns:a="http://schemas.openxmlformats.org/drawingml/2006/main">
            <a:r>
              <a:t>Lab link: ../Labs/Control/index.html#pid (extract offline package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integral windup as a mismatch between what is requested and what is possible. This braking case starts with acceleration toward a target and later lowers that target. The shown overshoot and recovery are computed by the demo with anti-windup off. Explain the memory effect without integral notation.</a:t>
            </a:r>
          </a:p>
          <a:p xmlns:a="http://schemas.openxmlformats.org/drawingml/2006/main">
            <a:r>
              <a:t/>
            </a:r>
          </a:p>
          <a:p xmlns:a="http://schemas.openxmlformats.org/drawingml/2006/main">
            <a:r>
              <a:t>Sources</a:t>
            </a:r>
          </a:p>
          <a:p xmlns:a="http://schemas.openxmlformats.org/drawingml/2006/main">
            <a:r>
              <a:t>https://www.mathworks.com/help/simulink/slref/anti-windup-control-using-a-pid-controller.html</a:t>
            </a:r>
          </a:p>
          <a:p xmlns:a="http://schemas.openxmlformats.org/drawingml/2006/main">
            <a:r>
              <a:t/>
            </a:r>
          </a:p>
          <a:p xmlns:a="http://schemas.openxmlformats.org/drawingml/2006/main">
            <a:r>
              <a:t>Visuals</a:t>
            </a:r>
          </a:p>
          <a:p xmlns:a="http://schemas.openxmlformats.org/drawingml/2006/main">
            <a:r>
              <a:t>Computed plot from the same simulation and rendering component used by the companion Control lab. Synthetic instructional data, not a vehicle benchmark.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same braking case with anti-windup enabled. Compare the shape and recovery with the preceding slide. Anti-windup does not create stronger brakes or instant response. The implementation conditionally pauses accumulation; there are other engineering implementations.</a:t>
            </a:r>
          </a:p>
          <a:p xmlns:a="http://schemas.openxmlformats.org/drawingml/2006/main">
            <a:r>
              <a:t/>
            </a:r>
          </a:p>
          <a:p xmlns:a="http://schemas.openxmlformats.org/drawingml/2006/main">
            <a:r>
              <a:t>Sources</a:t>
            </a:r>
          </a:p>
          <a:p xmlns:a="http://schemas.openxmlformats.org/drawingml/2006/main">
            <a:r>
              <a:t>https://www.mathworks.com/help/simulink/slref/anti-windup-control-using-a-pid-controller.html</a:t>
            </a:r>
          </a:p>
          <a:p xmlns:a="http://schemas.openxmlformats.org/drawingml/2006/main">
            <a:r>
              <a:t/>
            </a:r>
          </a:p>
          <a:p xmlns:a="http://schemas.openxmlformats.org/drawingml/2006/main">
            <a:r>
              <a:t>Visuals</a:t>
            </a:r>
          </a:p>
          <a:p xmlns:a="http://schemas.openxmlformats.org/drawingml/2006/main">
            <a:r>
              <a:t>Computed plot from the same simulation and rendering component used by the companion Control lab. Synthetic instructional data, not a vehicle benchmark.</a:t>
            </a:r>
          </a:p>
          <a:p xmlns:a="http://schemas.openxmlformats.org/drawingml/2006/main">
            <a:r>
              <a:t/>
            </a:r>
          </a:p>
          <a:p xmlns:a="http://schemas.openxmlformats.org/drawingml/2006/main">
            <a:r>
              <a:t>Lab link: ../Labs/Control/index.html#pid (extract offline package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as a map of the remaining lecture. All four repeatedly respond to the vehicle state. PID is shown separately for speed. The categories are useful teaching distinctions; production systems may combine them and include additional compensation.</a:t>
            </a:r>
          </a:p>
          <a:p xmlns:a="http://schemas.openxmlformats.org/drawingml/2006/main">
            <a:r>
              <a:t/>
            </a:r>
          </a:p>
          <a:p xmlns:a="http://schemas.openxmlformats.org/drawingml/2006/main">
            <a:r>
              <a:t>Sources</a:t>
            </a:r>
          </a:p>
          <a:p xmlns:a="http://schemas.openxmlformats.org/drawingml/2006/main">
            <a:r>
              <a:t>https://www.ri.cmu.edu/pub_files/pub3/coulter_r_craig_1992_1/coulter_r_craig_1992_1.pdf</a:t>
            </a:r>
          </a:p>
          <a:p xmlns:a="http://schemas.openxmlformats.org/drawingml/2006/main">
            <a:r>
              <a:t>https://robots.stanford.edu/papers/thrun.stanley05.pdf</a:t>
            </a:r>
          </a:p>
          <a:p xmlns:a="http://schemas.openxmlformats.org/drawingml/2006/main">
            <a:r>
              <a:t>https://underactuated.mit.edu/lqr.html</a:t>
            </a:r>
          </a:p>
          <a:p xmlns:a="http://schemas.openxmlformats.org/drawingml/2006/main">
            <a:r>
              <a:t>https://www.do-mpc.com/en/latest/theory_mpc.html</a:t>
            </a:r>
          </a:p>
          <a:p xmlns:a="http://schemas.openxmlformats.org/drawingml/2006/main">
            <a:r>
              <a:t/>
            </a:r>
          </a:p>
          <a:p xmlns:a="http://schemas.openxmlformats.org/drawingml/2006/main">
            <a:r>
              <a:t>Visuals</a:t>
            </a:r>
          </a:p>
          <a:p xmlns:a="http://schemas.openxmlformats.org/drawingml/2006/main">
            <a:r>
              <a:t>Editable text, equation text, or native comparison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orange point is the target and the orange dashed line connects it to the rear axle. The close-up uses equal horizontal and vertical scales so the geometry is meaningful. The target moves as the car progresses. Keep attention on the point and turning response rather than a curvature formula.</a:t>
            </a:r>
          </a:p>
          <a:p xmlns:a="http://schemas.openxmlformats.org/drawingml/2006/main">
            <a:r>
              <a:t/>
            </a:r>
          </a:p>
          <a:p xmlns:a="http://schemas.openxmlformats.org/drawingml/2006/main">
            <a:r>
              <a:t>Sources</a:t>
            </a:r>
          </a:p>
          <a:p xmlns:a="http://schemas.openxmlformats.org/drawingml/2006/main">
            <a:r>
              <a:t>https://www.ri.cmu.edu/pub_files/pub3/coulter_r_craig_1992_1/coulter_r_craig_1992_1.pdf</a:t>
            </a:r>
          </a:p>
          <a:p xmlns:a="http://schemas.openxmlformats.org/drawingml/2006/main">
            <a:r>
              <a:t/>
            </a:r>
          </a:p>
          <a:p xmlns:a="http://schemas.openxmlformats.org/drawingml/2006/main">
            <a:r>
              <a:t>Visuals</a:t>
            </a:r>
          </a:p>
          <a:p xmlns:a="http://schemas.openxmlformats.org/drawingml/2006/main">
            <a:r>
              <a:t>Computed plot from the same simulation and rendering component used by the companion Control lab. Synthetic instructional data, not a vehicle benchmark.</a:t>
            </a:r>
          </a:p>
          <a:p xmlns:a="http://schemas.openxmlformats.org/drawingml/2006/main">
            <a:r>
              <a:t/>
            </a:r>
          </a:p>
          <a:p xmlns:a="http://schemas.openxmlformats.org/drawingml/2006/main">
            <a:r>
              <a:t>Lab link: ../Labs/Control/index.html#pure (extract offline package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Pure Pursuit switch between Short lookahead and Long lookahead. Show the target in close-up, then play the motion. Use the saved trace to compare. These are tendencies, not a promise that increasing lookahead always helps. No angle calculation is needed.</a:t>
            </a:r>
          </a:p>
          <a:p xmlns:a="http://schemas.openxmlformats.org/drawingml/2006/main">
            <a:r>
              <a:t/>
            </a:r>
          </a:p>
          <a:p xmlns:a="http://schemas.openxmlformats.org/drawingml/2006/main">
            <a:r>
              <a:t>Sources</a:t>
            </a:r>
          </a:p>
          <a:p xmlns:a="http://schemas.openxmlformats.org/drawingml/2006/main">
            <a:r>
              <a:t>https://www.ri.cmu.edu/pub_files/pub3/coulter_r_craig_1992_1/coulter_r_craig_1992_1.pdf</a:t>
            </a:r>
          </a:p>
          <a:p xmlns:a="http://schemas.openxmlformats.org/drawingml/2006/main">
            <a:r>
              <a:t/>
            </a:r>
          </a:p>
          <a:p xmlns:a="http://schemas.openxmlformats.org/drawingml/2006/main">
            <a:r>
              <a:t>Visuals</a:t>
            </a:r>
          </a:p>
          <a:p xmlns:a="http://schemas.openxmlformats.org/drawingml/2006/main">
            <a:r>
              <a:t>Editable text, equation text, or native comparison table.</a:t>
            </a:r>
          </a:p>
          <a:p xmlns:a="http://schemas.openxmlformats.org/drawingml/2006/main">
            <a:r>
              <a:t/>
            </a:r>
          </a:p>
          <a:p xmlns:a="http://schemas.openxmlformats.org/drawingml/2006/main">
            <a:r>
              <a:t>Lab link: ../Labs/Control/index.html#pure (extract offline package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Point to the front axle and the magenta sideways-error segment. A car can be close to the path but pointed away, or aligned but displaced. Stanley responds to both. The classroom implementation uses the core geometric law and a shared simulated actuator; it does not reproduce the full original racing vehicle.</a:t>
            </a:r>
          </a:p>
          <a:p xmlns:a="http://schemas.openxmlformats.org/drawingml/2006/main">
            <a:r>
              <a:t/>
            </a:r>
          </a:p>
          <a:p xmlns:a="http://schemas.openxmlformats.org/drawingml/2006/main">
            <a:r>
              <a:t>Sources</a:t>
            </a:r>
          </a:p>
          <a:p xmlns:a="http://schemas.openxmlformats.org/drawingml/2006/main">
            <a:r>
              <a:t>https://robots.stanford.edu/papers/thrun.stanley05.pdf</a:t>
            </a:r>
          </a:p>
          <a:p xmlns:a="http://schemas.openxmlformats.org/drawingml/2006/main">
            <a:r>
              <a:t/>
            </a:r>
          </a:p>
          <a:p xmlns:a="http://schemas.openxmlformats.org/drawingml/2006/main">
            <a:r>
              <a:t>Visuals</a:t>
            </a:r>
          </a:p>
          <a:p xmlns:a="http://schemas.openxmlformats.org/drawingml/2006/main">
            <a:r>
              <a:t>Computed plot from the same simulation and rendering component used by the companion Control lab. Synthetic instructional data, not a vehicle benchmark.</a:t>
            </a:r>
          </a:p>
          <a:p xmlns:a="http://schemas.openxmlformats.org/drawingml/2006/main">
            <a:r>
              <a:t/>
            </a:r>
          </a:p>
          <a:p xmlns:a="http://schemas.openxmlformats.org/drawingml/2006/main">
            <a:r>
              <a:t>Lab link: ../Labs/Control/index.html#stanley (extract offline package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Stanley: Gentle gain, Strong gain, then Strong gain plus delay. Keep the path and speed fixed. The plotted comparison contrasts strong gain with and without delay. Ask students to point out repeated crossings or persistent swings. Do not imply that every delayed configuration oscillates.</a:t>
            </a:r>
          </a:p>
          <a:p xmlns:a="http://schemas.openxmlformats.org/drawingml/2006/main">
            <a:r>
              <a:t/>
            </a:r>
          </a:p>
          <a:p xmlns:a="http://schemas.openxmlformats.org/drawingml/2006/main">
            <a:r>
              <a:t>Sources</a:t>
            </a:r>
          </a:p>
          <a:p xmlns:a="http://schemas.openxmlformats.org/drawingml/2006/main">
            <a:r>
              <a:t>https://robots.stanford.edu/papers/thrun.stanley05.pdf</a:t>
            </a:r>
          </a:p>
          <a:p xmlns:a="http://schemas.openxmlformats.org/drawingml/2006/main">
            <a:r>
              <a:t/>
            </a:r>
          </a:p>
          <a:p xmlns:a="http://schemas.openxmlformats.org/drawingml/2006/main">
            <a:r>
              <a:t>Visuals</a:t>
            </a:r>
          </a:p>
          <a:p xmlns:a="http://schemas.openxmlformats.org/drawingml/2006/main">
            <a:r>
              <a:t>Computed plot from the same simulation and rendering component used by the companion Control lab. Synthetic instructional data, not a vehicle benchmark.</a:t>
            </a:r>
          </a:p>
          <a:p xmlns:a="http://schemas.openxmlformats.org/drawingml/2006/main">
            <a:r>
              <a:t/>
            </a:r>
          </a:p>
          <a:p xmlns:a="http://schemas.openxmlformats.org/drawingml/2006/main">
            <a:r>
              <a:t>Lab link: ../Labs/Control/index.html#stanley (extract offline package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model-based feedback through the tradeoff students have already seen. A model relates steering to future error. The designer chooses how much to prioritize tracking and input effort. LQR turns that choice into a reusable feedback rule for the modeled operating conditions.</a:t>
            </a:r>
          </a:p>
          <a:p xmlns:a="http://schemas.openxmlformats.org/drawingml/2006/main">
            <a:r>
              <a:t/>
            </a:r>
          </a:p>
          <a:p xmlns:a="http://schemas.openxmlformats.org/drawingml/2006/main">
            <a:r>
              <a:t>Sources</a:t>
            </a:r>
          </a:p>
          <a:p xmlns:a="http://schemas.openxmlformats.org/drawingml/2006/main">
            <a:r>
              <a:t>https://underactuated.mit.edu/lqr.html</a:t>
            </a:r>
          </a:p>
          <a:p xmlns:a="http://schemas.openxmlformats.org/drawingml/2006/main">
            <a:r>
              <a:t/>
            </a:r>
          </a:p>
          <a:p xmlns:a="http://schemas.openxmlformats.org/drawingml/2006/main">
            <a:r>
              <a:t>Visuals</a:t>
            </a:r>
          </a:p>
          <a:p xmlns:a="http://schemas.openxmlformats.org/drawingml/2006/main">
            <a:r>
              <a:t>Editable text, equation text, or native comparison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Expand LQR once as Linear Quadratic Regulator. Explain that it chooses a feedback rule under a local linear model and a cost that penalizes error and input. The words are sufficient; no matrices, gain-vector example, or cost calculation are needed. The demo also anticipates path curvature with feedforward.</a:t>
            </a:r>
          </a:p>
          <a:p xmlns:a="http://schemas.openxmlformats.org/drawingml/2006/main">
            <a:r>
              <a:t/>
            </a:r>
          </a:p>
          <a:p xmlns:a="http://schemas.openxmlformats.org/drawingml/2006/main">
            <a:r>
              <a:t>Sources</a:t>
            </a:r>
          </a:p>
          <a:p xmlns:a="http://schemas.openxmlformats.org/drawingml/2006/main">
            <a:r>
              <a:t>https://underactuated.mit.edu/lqr.html</a:t>
            </a:r>
          </a:p>
          <a:p xmlns:a="http://schemas.openxmlformats.org/drawingml/2006/main">
            <a:r>
              <a:t/>
            </a:r>
          </a:p>
          <a:p xmlns:a="http://schemas.openxmlformats.org/drawingml/2006/main">
            <a:r>
              <a:t>Visuals</a:t>
            </a:r>
          </a:p>
          <a:p xmlns:a="http://schemas.openxmlformats.org/drawingml/2006/main">
            <a:r>
              <a:t>Computed plot from the same simulation and rendering component used by the companion Control lab. Synthetic instructional data, not a vehicle benchmark.</a:t>
            </a:r>
          </a:p>
          <a:p xmlns:a="http://schemas.openxmlformats.org/drawingml/2006/main">
            <a:r>
              <a:t/>
            </a:r>
          </a:p>
          <a:p xmlns:a="http://schemas.openxmlformats.org/drawingml/2006/main">
            <a:r>
              <a:t>Lab link: ../Labs/Control/index.html#lqr (extract offline package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Load Balanced weights, Tracking priority, and Steering penalty. Watch both the error and input traces. Then load Limited actuator. Larger input penalties discourage command magnitude; they do not directly guarantee comfort or smooth steering. LQR here is designed without the actuator limits and lag, so clipping changes its behavior.</a:t>
            </a:r>
          </a:p>
          <a:p xmlns:a="http://schemas.openxmlformats.org/drawingml/2006/main">
            <a:r>
              <a:t/>
            </a:r>
          </a:p>
          <a:p xmlns:a="http://schemas.openxmlformats.org/drawingml/2006/main">
            <a:r>
              <a:t>Sources</a:t>
            </a:r>
          </a:p>
          <a:p xmlns:a="http://schemas.openxmlformats.org/drawingml/2006/main">
            <a:r>
              <a:t>https://underactuated.mit.edu/lqr.html</a:t>
            </a:r>
          </a:p>
          <a:p xmlns:a="http://schemas.openxmlformats.org/drawingml/2006/main">
            <a:r>
              <a:t/>
            </a:r>
          </a:p>
          <a:p xmlns:a="http://schemas.openxmlformats.org/drawingml/2006/main">
            <a:r>
              <a:t>Visuals</a:t>
            </a:r>
          </a:p>
          <a:p xmlns:a="http://schemas.openxmlformats.org/drawingml/2006/main">
            <a:r>
              <a:t>Computed plot from the same simulation and rendering component used by the companion Control lab. Synthetic instructional data, not a vehicle benchmark.</a:t>
            </a:r>
          </a:p>
          <a:p xmlns:a="http://schemas.openxmlformats.org/drawingml/2006/main">
            <a:r>
              <a:t/>
            </a:r>
          </a:p>
          <a:p xmlns:a="http://schemas.openxmlformats.org/drawingml/2006/main">
            <a:r>
              <a:t>Lab link: ../Labs/Control/index.html#lqr (extract offline package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MPC with a lane change and limited steering response. This motivates planning a sequence rather than reacting only to the present. Preview alone is not exclusive to MPC: Pure Pursuit also looks ahead. MPC specifically optimizes a sequence using a predictive model and stated limits.</a:t>
            </a:r>
          </a:p>
          <a:p xmlns:a="http://schemas.openxmlformats.org/drawingml/2006/main">
            <a:r>
              <a:t/>
            </a:r>
          </a:p>
          <a:p xmlns:a="http://schemas.openxmlformats.org/drawingml/2006/main">
            <a:r>
              <a:t>Sources</a:t>
            </a:r>
          </a:p>
          <a:p xmlns:a="http://schemas.openxmlformats.org/drawingml/2006/main">
            <a:r>
              <a:t>https://www.do-mpc.com/en/latest/theory_mpc.html</a:t>
            </a:r>
          </a:p>
          <a:p xmlns:a="http://schemas.openxmlformats.org/drawingml/2006/main">
            <a:r>
              <a:t/>
            </a:r>
          </a:p>
          <a:p xmlns:a="http://schemas.openxmlformats.org/drawingml/2006/main">
            <a:r>
              <a:t>Visuals</a:t>
            </a:r>
          </a:p>
          <a:p xmlns:a="http://schemas.openxmlformats.org/drawingml/2006/main">
            <a:r>
              <a:t>Editable text, equation text, or native comparison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Walk around the loop verbally. Future actions are provisional. After the first action, a new measurement can reveal a disturbance or prediction error. The controller then optimizes again. No horizon arithmetic or optimization derivation is required.</a:t>
            </a:r>
          </a:p>
          <a:p xmlns:a="http://schemas.openxmlformats.org/drawingml/2006/main">
            <a:r>
              <a:t/>
            </a:r>
          </a:p>
          <a:p xmlns:a="http://schemas.openxmlformats.org/drawingml/2006/main">
            <a:r>
              <a:t>Sources</a:t>
            </a:r>
          </a:p>
          <a:p xmlns:a="http://schemas.openxmlformats.org/drawingml/2006/main">
            <a:r>
              <a:t>https://www.do-mpc.com/en/latest/theory_mpc.html</a:t>
            </a:r>
          </a:p>
          <a:p xmlns:a="http://schemas.openxmlformats.org/drawingml/2006/main">
            <a:r>
              <a:t/>
            </a:r>
          </a:p>
          <a:p xmlns:a="http://schemas.openxmlformats.org/drawingml/2006/main">
            <a:r>
              <a:t>Visuals</a:t>
            </a:r>
          </a:p>
          <a:p xmlns:a="http://schemas.openxmlformats.org/drawingml/2006/main">
            <a:r>
              <a:t>Editable text, equation text, or native comparison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MPC and use Step, then Play. Point out the green prediction ahead of the car. It is recomputed from the current state, not recorded future ground truth. The displayed vehicle shows applied steering while the prediction is based on the planned sequence. Different colors and a dashed reference separate those roles.</a:t>
            </a:r>
          </a:p>
          <a:p xmlns:a="http://schemas.openxmlformats.org/drawingml/2006/main">
            <a:r>
              <a:t/>
            </a:r>
          </a:p>
          <a:p xmlns:a="http://schemas.openxmlformats.org/drawingml/2006/main">
            <a:r>
              <a:t>Sources</a:t>
            </a:r>
          </a:p>
          <a:p xmlns:a="http://schemas.openxmlformats.org/drawingml/2006/main">
            <a:r>
              <a:t>https://www.do-mpc.com/en/latest/theory_mpc.html</a:t>
            </a:r>
          </a:p>
          <a:p xmlns:a="http://schemas.openxmlformats.org/drawingml/2006/main">
            <a:r>
              <a:t/>
            </a:r>
          </a:p>
          <a:p xmlns:a="http://schemas.openxmlformats.org/drawingml/2006/main">
            <a:r>
              <a:t>Visuals</a:t>
            </a:r>
          </a:p>
          <a:p xmlns:a="http://schemas.openxmlformats.org/drawingml/2006/main">
            <a:r>
              <a:t>Computed plot from the same simulation and rendering component used by the companion Control lab. Synthetic instructional data, not a vehicle benchmark.</a:t>
            </a:r>
          </a:p>
          <a:p xmlns:a="http://schemas.openxmlformats.org/drawingml/2006/main">
            <a:r>
              <a:t/>
            </a:r>
          </a:p>
          <a:p xmlns:a="http://schemas.openxmlformats.org/drawingml/2006/main">
            <a:r>
              <a:t>Lab link: ../Labs/Control/index.html#mpc (extract offline package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steering-sequence plot visualizes the same current plan as the green path. The point of the plot is the first-action/replanning mechanism, not numerical reading or calculation. Ask why an unexpected disturbance should change the remaining plan.</a:t>
            </a:r>
          </a:p>
          <a:p xmlns:a="http://schemas.openxmlformats.org/drawingml/2006/main">
            <a:r>
              <a:t/>
            </a:r>
          </a:p>
          <a:p xmlns:a="http://schemas.openxmlformats.org/drawingml/2006/main">
            <a:r>
              <a:t>Sources</a:t>
            </a:r>
          </a:p>
          <a:p xmlns:a="http://schemas.openxmlformats.org/drawingml/2006/main">
            <a:r>
              <a:t>https://www.do-mpc.com/en/latest/theory_mpc.html</a:t>
            </a:r>
          </a:p>
          <a:p xmlns:a="http://schemas.openxmlformats.org/drawingml/2006/main">
            <a:r>
              <a:t/>
            </a:r>
          </a:p>
          <a:p xmlns:a="http://schemas.openxmlformats.org/drawingml/2006/main">
            <a:r>
              <a:t>Visuals</a:t>
            </a:r>
          </a:p>
          <a:p xmlns:a="http://schemas.openxmlformats.org/drawingml/2006/main">
            <a:r>
              <a:t>Computed plot from the same simulation and rendering component used by the companion Control lab. Synthetic instructional data, not a vehicle benchmark.</a:t>
            </a:r>
          </a:p>
          <a:p xmlns:a="http://schemas.openxmlformats.org/drawingml/2006/main">
            <a:r>
              <a:t/>
            </a:r>
          </a:p>
          <a:p xmlns:a="http://schemas.openxmlformats.org/drawingml/2006/main">
            <a:r>
              <a:t>Lab link: ../Labs/Control/index.html#mpc (extract offline package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Contrast soft preferences with hard input bounds. LQR in this demo has preferences but its design omits hard actuator limits. MPC includes steering angle and rate bounds in the plan. Neither controller can make an unattainable path feasible just by increasing a priority.</a:t>
            </a:r>
          </a:p>
          <a:p xmlns:a="http://schemas.openxmlformats.org/drawingml/2006/main">
            <a:r>
              <a:t/>
            </a:r>
          </a:p>
          <a:p xmlns:a="http://schemas.openxmlformats.org/drawingml/2006/main">
            <a:r>
              <a:t>Sources</a:t>
            </a:r>
          </a:p>
          <a:p xmlns:a="http://schemas.openxmlformats.org/drawingml/2006/main">
            <a:r>
              <a:t>https://underactuated.mit.edu/lqr.html</a:t>
            </a:r>
          </a:p>
          <a:p xmlns:a="http://schemas.openxmlformats.org/drawingml/2006/main">
            <a:r>
              <a:t>https://www.do-mpc.com/en/latest/theory_mpc.html</a:t>
            </a:r>
          </a:p>
          <a:p xmlns:a="http://schemas.openxmlformats.org/drawingml/2006/main">
            <a:r>
              <a:t/>
            </a:r>
          </a:p>
          <a:p xmlns:a="http://schemas.openxmlformats.org/drawingml/2006/main">
            <a:r>
              <a:t>Visuals</a:t>
            </a:r>
          </a:p>
          <a:p xmlns:a="http://schemas.openxmlformats.org/drawingml/2006/main">
            <a:r>
              <a:t>Editable text, equation text, or native comparison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figure compares short and long predictions starting from exactly the same vehicle state; it is not a pair of completed trajectories. Use MPC Short horizon and Long horizon on the same lane change. Then show the corresponding tight-limit cases. Use After 2 s if inspecting the numerical details to separate startup recovery from the lane change. Keep the lesson observational; no result table or export is required. A longer horizon need not win every measure.</a:t>
            </a:r>
          </a:p>
          <a:p xmlns:a="http://schemas.openxmlformats.org/drawingml/2006/main">
            <a:r>
              <a:t/>
            </a:r>
          </a:p>
          <a:p xmlns:a="http://schemas.openxmlformats.org/drawingml/2006/main">
            <a:r>
              <a:t>Sources</a:t>
            </a:r>
          </a:p>
          <a:p xmlns:a="http://schemas.openxmlformats.org/drawingml/2006/main">
            <a:r>
              <a:t>https://www.do-mpc.com/en/latest/theory_mpc.html</a:t>
            </a:r>
          </a:p>
          <a:p xmlns:a="http://schemas.openxmlformats.org/drawingml/2006/main">
            <a:r>
              <a:t/>
            </a:r>
          </a:p>
          <a:p xmlns:a="http://schemas.openxmlformats.org/drawingml/2006/main">
            <a:r>
              <a:t>Visuals</a:t>
            </a:r>
          </a:p>
          <a:p xmlns:a="http://schemas.openxmlformats.org/drawingml/2006/main">
            <a:r>
              <a:t>Computed plot from the same simulation and rendering component used by the companion Control lab. Synthetic instructional data, not a vehicle benchmark.</a:t>
            </a:r>
          </a:p>
          <a:p xmlns:a="http://schemas.openxmlformats.org/drawingml/2006/main">
            <a:r>
              <a:t/>
            </a:r>
          </a:p>
          <a:p xmlns:a="http://schemas.openxmlformats.org/drawingml/2006/main">
            <a:r>
              <a:t>Lab link: ../Labs/Control/index.html#mpc (extract offline package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plotted Long horizon plus delay case separates requested, limited and applied steering over the complete run. The corrected MPC predictor includes the configured actuator lag and command delay, so it can anticipate their effect. The request and applied steering still differ in time. Steering bias and nonlinear effects remain unmodeled; even a converged plan is an approximation. Use the Added delay preset if there is time; do not focus on solver residuals.</a:t>
            </a:r>
          </a:p>
          <a:p xmlns:a="http://schemas.openxmlformats.org/drawingml/2006/main">
            <a:r>
              <a:t/>
            </a:r>
          </a:p>
          <a:p xmlns:a="http://schemas.openxmlformats.org/drawingml/2006/main">
            <a:r>
              <a:t>Sources</a:t>
            </a:r>
          </a:p>
          <a:p xmlns:a="http://schemas.openxmlformats.org/drawingml/2006/main">
            <a:r>
              <a:t>https://www.do-mpc.com/en/latest/theory_mpc.html</a:t>
            </a:r>
          </a:p>
          <a:p xmlns:a="http://schemas.openxmlformats.org/drawingml/2006/main">
            <a:r>
              <a:t/>
            </a:r>
          </a:p>
          <a:p xmlns:a="http://schemas.openxmlformats.org/drawingml/2006/main">
            <a:r>
              <a:t>Visuals</a:t>
            </a:r>
          </a:p>
          <a:p xmlns:a="http://schemas.openxmlformats.org/drawingml/2006/main">
            <a:r>
              <a:t>Computed plot from the same simulation and rendering component used by the companion Control lab. Synthetic instructional data, not a vehicle benchmark.</a:t>
            </a:r>
          </a:p>
          <a:p xmlns:a="http://schemas.openxmlformats.org/drawingml/2006/main">
            <a:r>
              <a:t/>
            </a:r>
          </a:p>
          <a:p xmlns:a="http://schemas.openxmlformats.org/drawingml/2006/main">
            <a:r>
              <a:t>Lab link: ../Labs/Control/index.html#mpc (extract offline package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Discuss real engineering failure mechanisms. This demo has input limits but no obstacles or road boundaries, so a successful trace is not collision avoidance. Its active-set solver reports convergence, with an iteration cap and an explicit warning if it does not converge. The lesson is to inspect assumptions and the complete control loop rather than treat MPC as automatically superior.</a:t>
            </a:r>
          </a:p>
          <a:p xmlns:a="http://schemas.openxmlformats.org/drawingml/2006/main">
            <a:r>
              <a:t/>
            </a:r>
          </a:p>
          <a:p xmlns:a="http://schemas.openxmlformats.org/drawingml/2006/main">
            <a:r>
              <a:t>Sources</a:t>
            </a:r>
          </a:p>
          <a:p xmlns:a="http://schemas.openxmlformats.org/drawingml/2006/main">
            <a:r>
              <a:t>https://www.do-mpc.com/en/latest/theory_mpc.html</a:t>
            </a:r>
          </a:p>
          <a:p xmlns:a="http://schemas.openxmlformats.org/drawingml/2006/main">
            <a:r>
              <a:t/>
            </a:r>
          </a:p>
          <a:p xmlns:a="http://schemas.openxmlformats.org/drawingml/2006/main">
            <a:r>
              <a:t>Visuals</a:t>
            </a:r>
          </a:p>
          <a:p xmlns:a="http://schemas.openxmlformats.org/drawingml/2006/main">
            <a:r>
              <a:t>Editable text, equation text, or native comparison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Compare: Baseline, then Added delay. These are independent vehicles, not multiple commands on one car. The default tuning is illustrative, so this is not a universal ranking. Students can explain a visible response without calculating a score.</a:t>
            </a:r>
          </a:p>
          <a:p xmlns:a="http://schemas.openxmlformats.org/drawingml/2006/main">
            <a:r>
              <a:t/>
            </a:r>
          </a:p>
          <a:p xmlns:a="http://schemas.openxmlformats.org/drawingml/2006/main">
            <a:r>
              <a:t>Sources</a:t>
            </a:r>
          </a:p>
          <a:p xmlns:a="http://schemas.openxmlformats.org/drawingml/2006/main">
            <a:r>
              <a:t>Original course explanation and companion teaching simulation.</a:t>
            </a:r>
          </a:p>
          <a:p xmlns:a="http://schemas.openxmlformats.org/drawingml/2006/main">
            <a:r>
              <a:t/>
            </a:r>
          </a:p>
          <a:p xmlns:a="http://schemas.openxmlformats.org/drawingml/2006/main">
            <a:r>
              <a:t>Visuals</a:t>
            </a:r>
          </a:p>
          <a:p xmlns:a="http://schemas.openxmlformats.org/drawingml/2006/main">
            <a:r>
              <a:t>Computed plot from the same simulation and rendering component used by the companion Control lab. Synthetic instructional data, not a vehicle benchmark.</a:t>
            </a:r>
          </a:p>
          <a:p xmlns:a="http://schemas.openxmlformats.org/drawingml/2006/main">
            <a:r>
              <a:t/>
            </a:r>
          </a:p>
          <a:p xmlns:a="http://schemas.openxmlformats.org/drawingml/2006/main">
            <a:r>
              <a:t>Lab link: ../Labs/Control/index.html#compare (extract offline package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error history as a visual explanation. The horizontal zero line represents being on the path. Large oscillations or isolated peaks mean different things. Numerical details remain optional; no root-mean-square calculation is needed. The metrics use the rear axle consistently across lateral controllers.</a:t>
            </a:r>
          </a:p>
          <a:p xmlns:a="http://schemas.openxmlformats.org/drawingml/2006/main">
            <a:r>
              <a:t/>
            </a:r>
          </a:p>
          <a:p xmlns:a="http://schemas.openxmlformats.org/drawingml/2006/main">
            <a:r>
              <a:t>Sources</a:t>
            </a:r>
          </a:p>
          <a:p xmlns:a="http://schemas.openxmlformats.org/drawingml/2006/main">
            <a:r>
              <a:t>Original course explanation and companion teaching simulation.</a:t>
            </a:r>
          </a:p>
          <a:p xmlns:a="http://schemas.openxmlformats.org/drawingml/2006/main">
            <a:r>
              <a:t/>
            </a:r>
          </a:p>
          <a:p xmlns:a="http://schemas.openxmlformats.org/drawingml/2006/main">
            <a:r>
              <a:t>Visuals</a:t>
            </a:r>
          </a:p>
          <a:p xmlns:a="http://schemas.openxmlformats.org/drawingml/2006/main">
            <a:r>
              <a:t>Computed plot from the same simulation and rendering component used by the companion Control lab. Synthetic instructional data, not a vehicle benchmark.</a:t>
            </a:r>
          </a:p>
          <a:p xmlns:a="http://schemas.openxmlformats.org/drawingml/2006/main">
            <a:r>
              <a:t/>
            </a:r>
          </a:p>
          <a:p xmlns:a="http://schemas.openxmlformats.org/drawingml/2006/main">
            <a:r>
              <a:t>Lab link: ../Labs/Control/index.html#compare (extract offline package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table gives conceptual starting points, not deployment recommendations. A real vehicle may combine several methods. Choose based on the operating conditions, the available model and the physical actuator. Retuning, slowing down, or changing the plan can matter more than changing the algorithm name.</a:t>
            </a:r>
          </a:p>
          <a:p xmlns:a="http://schemas.openxmlformats.org/drawingml/2006/main">
            <a:r>
              <a:t/>
            </a:r>
          </a:p>
          <a:p xmlns:a="http://schemas.openxmlformats.org/drawingml/2006/main">
            <a:r>
              <a:t>Sources</a:t>
            </a:r>
          </a:p>
          <a:p xmlns:a="http://schemas.openxmlformats.org/drawingml/2006/main">
            <a:r>
              <a:t>https://www.mathworks.com/help/simulink/slref/anti-windup-control-using-a-pid-controller.html</a:t>
            </a:r>
          </a:p>
          <a:p xmlns:a="http://schemas.openxmlformats.org/drawingml/2006/main">
            <a:r>
              <a:t>https://www.ri.cmu.edu/pub_files/pub3/coulter_r_craig_1992_1/coulter_r_craig_1992_1.pdf</a:t>
            </a:r>
          </a:p>
          <a:p xmlns:a="http://schemas.openxmlformats.org/drawingml/2006/main">
            <a:r>
              <a:t>https://robots.stanford.edu/papers/thrun.stanley05.pdf</a:t>
            </a:r>
          </a:p>
          <a:p xmlns:a="http://schemas.openxmlformats.org/drawingml/2006/main">
            <a:r>
              <a:t>https://underactuated.mit.edu/lqr.html</a:t>
            </a:r>
          </a:p>
          <a:p xmlns:a="http://schemas.openxmlformats.org/drawingml/2006/main">
            <a:r>
              <a:t>https://www.do-mpc.com/en/latest/theory_mpc.html</a:t>
            </a:r>
          </a:p>
          <a:p xmlns:a="http://schemas.openxmlformats.org/drawingml/2006/main">
            <a:r>
              <a:t/>
            </a:r>
          </a:p>
          <a:p xmlns:a="http://schemas.openxmlformats.org/drawingml/2006/main">
            <a:r>
              <a:t>Visuals</a:t>
            </a:r>
          </a:p>
          <a:p xmlns:a="http://schemas.openxmlformats.org/drawingml/2006/main">
            <a:r>
              <a:t>Editable text, equation text, or native comparison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this a brief overview. These approaches are not implemented in the demo. Connect each to a problem already seen: speed changes, uncertain dynamics or unfamiliar scenarios. Their design and validation requirements deserve a separate lecture rather than additional equations here.</a:t>
            </a:r>
          </a:p>
          <a:p xmlns:a="http://schemas.openxmlformats.org/drawingml/2006/main">
            <a:r>
              <a:t/>
            </a:r>
          </a:p>
          <a:p xmlns:a="http://schemas.openxmlformats.org/drawingml/2006/main">
            <a:r>
              <a:t>Sources</a:t>
            </a:r>
          </a:p>
          <a:p xmlns:a="http://schemas.openxmlformats.org/drawingml/2006/main">
            <a:r>
              <a:t>Original course explanation and companion teaching simulation.</a:t>
            </a:r>
          </a:p>
          <a:p xmlns:a="http://schemas.openxmlformats.org/drawingml/2006/main">
            <a:r>
              <a:t/>
            </a:r>
          </a:p>
          <a:p xmlns:a="http://schemas.openxmlformats.org/drawingml/2006/main">
            <a:r>
              <a:t>Visuals</a:t>
            </a:r>
          </a:p>
          <a:p xmlns:a="http://schemas.openxmlformats.org/drawingml/2006/main">
            <a:r>
              <a:t>Editable text, equation text, or native comparison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Connect perception, localization, planning and control. The controller is only one part of the loop. Delayed estimates or miscalibrated actuation can spoil the response. The offline demo does not communicate with ROS or physical hardware; use it to illustrate these dependencies.</a:t>
            </a:r>
          </a:p>
          <a:p xmlns:a="http://schemas.openxmlformats.org/drawingml/2006/main">
            <a:r>
              <a:t/>
            </a:r>
          </a:p>
          <a:p xmlns:a="http://schemas.openxmlformats.org/drawingml/2006/main">
            <a:r>
              <a:t>Sources</a:t>
            </a:r>
          </a:p>
          <a:p xmlns:a="http://schemas.openxmlformats.org/drawingml/2006/main">
            <a:r>
              <a:t>Original course explanation and companion teaching simulation.</a:t>
            </a:r>
          </a:p>
          <a:p xmlns:a="http://schemas.openxmlformats.org/drawingml/2006/main">
            <a:r>
              <a:t/>
            </a:r>
          </a:p>
          <a:p xmlns:a="http://schemas.openxmlformats.org/drawingml/2006/main">
            <a:r>
              <a:t>Visuals</a:t>
            </a:r>
          </a:p>
          <a:p xmlns:a="http://schemas.openxmlformats.org/drawingml/2006/main">
            <a:r>
              <a:t>Editable text, equation text, or native comparison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these as optional verbal discussion prompts. There is no written exercise or numeric answer. Listen for persistent-error correction and windup, the target-distance tradeoff, and the need to incorporate fresh measurements. Students should refer to a behavior they saw in a demonstration.</a:t>
            </a:r>
          </a:p>
          <a:p xmlns:a="http://schemas.openxmlformats.org/drawingml/2006/main">
            <a:r>
              <a:t/>
            </a:r>
          </a:p>
          <a:p xmlns:a="http://schemas.openxmlformats.org/drawingml/2006/main">
            <a:r>
              <a:t>Sources</a:t>
            </a:r>
          </a:p>
          <a:p xmlns:a="http://schemas.openxmlformats.org/drawingml/2006/main">
            <a:r>
              <a:t>Original course explanation and companion teaching simulation.</a:t>
            </a:r>
          </a:p>
          <a:p xmlns:a="http://schemas.openxmlformats.org/drawingml/2006/main">
            <a:r>
              <a:t/>
            </a:r>
          </a:p>
          <a:p xmlns:a="http://schemas.openxmlformats.org/drawingml/2006/main">
            <a:r>
              <a:t>Visuals</a:t>
            </a:r>
          </a:p>
          <a:p xmlns:a="http://schemas.openxmlformats.org/drawingml/2006/main">
            <a:r>
              <a:t>Editable text, equation text, or native comparison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package includes slides, a static PDF, six interactive views and a concept guide. It requires no installation or network for the demos. References and technical model details are in the README and speaker notes. Optional exports and fine tuning remain available, but no calculations or submitted lab report are required.</a:t>
            </a:r>
          </a:p>
          <a:p xmlns:a="http://schemas.openxmlformats.org/drawingml/2006/main">
            <a:r>
              <a:t/>
            </a:r>
          </a:p>
          <a:p xmlns:a="http://schemas.openxmlformats.org/drawingml/2006/main">
            <a:r>
              <a:t>Sources</a:t>
            </a:r>
          </a:p>
          <a:p xmlns:a="http://schemas.openxmlformats.org/drawingml/2006/main">
            <a:r>
              <a:t>https://www.mathworks.com/help/simulink/slref/anti-windup-control-using-a-pid-controller.html</a:t>
            </a:r>
          </a:p>
          <a:p xmlns:a="http://schemas.openxmlformats.org/drawingml/2006/main">
            <a:r>
              <a:t>https://www.ri.cmu.edu/pub_files/pub3/coulter_r_craig_1992_1/coulter_r_craig_1992_1.pdf</a:t>
            </a:r>
          </a:p>
          <a:p xmlns:a="http://schemas.openxmlformats.org/drawingml/2006/main">
            <a:r>
              <a:t>https://robots.stanford.edu/papers/thrun.stanley05.pdf</a:t>
            </a:r>
          </a:p>
          <a:p xmlns:a="http://schemas.openxmlformats.org/drawingml/2006/main">
            <a:r>
              <a:t>https://underactuated.mit.edu/lqr.html</a:t>
            </a:r>
          </a:p>
          <a:p xmlns:a="http://schemas.openxmlformats.org/drawingml/2006/main">
            <a:r>
              <a:t>https://www.do-mpc.com/en/latest/theory_mpc.html</a:t>
            </a:r>
          </a:p>
          <a:p xmlns:a="http://schemas.openxmlformats.org/drawingml/2006/main">
            <a:r>
              <a:t/>
            </a:r>
          </a:p>
          <a:p xmlns:a="http://schemas.openxmlformats.org/drawingml/2006/main">
            <a:r>
              <a:t>Visuals</a:t>
            </a:r>
          </a:p>
          <a:p xmlns:a="http://schemas.openxmlformats.org/drawingml/2006/main">
            <a:r>
              <a:t>Editable text, equation text, or native comparison table.</a:t>
            </a:r>
          </a:p>
          <a:p xmlns:a="http://schemas.openxmlformats.org/drawingml/2006/main">
            <a:r>
              <a:t/>
            </a:r>
          </a:p>
          <a:p xmlns:a="http://schemas.openxmlformats.org/drawingml/2006/main">
            <a:r>
              <a:t>Lab link: ../Labs/Control/index.html#compare (extract offline package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2cb3a2ecac44ba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9f21c01bbbb4b2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ab4ced316d74d81"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8c7736022ed4c2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fc4f168e98f48a2"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1eb83d86e82416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3B50CA8-CAE7-41BC-AC1D-94CB8CF386E3}"/>
              </a:ext>
            </a:extLst>
          </p:cNvPr>
          <p:cNvSpPr>
            <a:spLocks xmlns:a="http://schemas.openxmlformats.org/drawingml/2006/main" noGrp="1"/>
          </p:cNvSpPr>
          <p:nvPr>
            <p:ph type="title" idx="0"/>
          </p:nvPr>
        </p:nvSpPr>
        <p:spPr>
          <a:xfrm xmlns:a="http://schemas.openxmlformats.org/drawingml/2006/main">
            <a:off x="914400" y="1943100"/>
            <a:ext cx="7315200" cy="7429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3600" b="1">
                <a:solidFill>
                  <a:schemeClr val="tx1"/>
                </a:solidFill>
                <a:latin typeface="+mj-lt"/>
                <a:ea typeface="+mj-lt"/>
                <a:cs typeface="+mj-lt"/>
              </a:defRPr>
            </a:defPPr>
            <a:lvl1pPr marL="0" indent="0" algn="ctr">
              <a:lnSpc>
                <a:spcPct val="110000"/>
              </a:lnSpc>
              <a:spcBef>
                <a:spcPts val="0"/>
              </a:spcBef>
              <a:spcAft>
                <a:spcPts val="0"/>
              </a:spcAft>
              <a:buNone/>
              <a:defRPr sz="3600" b="1">
                <a:solidFill>
                  <a:schemeClr val="tx1"/>
                </a:solidFill>
                <a:latin typeface="+mj-lt"/>
                <a:ea typeface="+mj-lt"/>
                <a:cs typeface="+mj-lt"/>
              </a:defRPr>
            </a:lvl1pPr>
            <a:lvl2pPr marL="0" indent="0" algn="ctr">
              <a:lnSpc>
                <a:spcPct val="110000"/>
              </a:lnSpc>
              <a:spcBef>
                <a:spcPts val="0"/>
              </a:spcBef>
              <a:spcAft>
                <a:spcPts val="0"/>
              </a:spcAft>
              <a:buNone/>
              <a:defRPr sz="3600" b="1">
                <a:solidFill>
                  <a:schemeClr val="tx1"/>
                </a:solidFill>
                <a:latin typeface="+mj-lt"/>
                <a:ea typeface="+mj-lt"/>
                <a:cs typeface="+mj-lt"/>
              </a:defRPr>
            </a:lvl2pPr>
            <a:lvl3pPr marL="0" indent="0" algn="ctr">
              <a:lnSpc>
                <a:spcPct val="110000"/>
              </a:lnSpc>
              <a:spcBef>
                <a:spcPts val="0"/>
              </a:spcBef>
              <a:spcAft>
                <a:spcPts val="0"/>
              </a:spcAft>
              <a:buNone/>
              <a:defRPr sz="3600" b="1">
                <a:solidFill>
                  <a:schemeClr val="tx1"/>
                </a:solidFill>
                <a:latin typeface="+mj-lt"/>
                <a:ea typeface="+mj-lt"/>
                <a:cs typeface="+mj-lt"/>
              </a:defRPr>
            </a:lvl3pPr>
            <a:lvl4pPr marL="0" indent="0" algn="ctr">
              <a:lnSpc>
                <a:spcPct val="110000"/>
              </a:lnSpc>
              <a:spcBef>
                <a:spcPts val="0"/>
              </a:spcBef>
              <a:spcAft>
                <a:spcPts val="0"/>
              </a:spcAft>
              <a:buNone/>
              <a:defRPr sz="3600" b="1">
                <a:solidFill>
                  <a:schemeClr val="tx1"/>
                </a:solidFill>
                <a:latin typeface="+mj-lt"/>
                <a:ea typeface="+mj-lt"/>
                <a:cs typeface="+mj-lt"/>
              </a:defRPr>
            </a:lvl4pPr>
            <a:lvl5pPr marL="0" indent="0" algn="ctr">
              <a:lnSpc>
                <a:spcPct val="110000"/>
              </a:lnSpc>
              <a:spcBef>
                <a:spcPts val="0"/>
              </a:spcBef>
              <a:spcAft>
                <a:spcPts val="0"/>
              </a:spcAft>
              <a:buNone/>
              <a:defRPr sz="3600" b="1">
                <a:solidFill>
                  <a:schemeClr val="tx1"/>
                </a:solidFill>
                <a:latin typeface="+mj-lt"/>
                <a:ea typeface="+mj-lt"/>
                <a:cs typeface="+mj-lt"/>
              </a:defRPr>
            </a:lvl5pPr>
            <a:lvl6pPr marL="0" indent="0" algn="ctr">
              <a:lnSpc>
                <a:spcPct val="110000"/>
              </a:lnSpc>
              <a:spcBef>
                <a:spcPts val="0"/>
              </a:spcBef>
              <a:spcAft>
                <a:spcPts val="0"/>
              </a:spcAft>
              <a:buNone/>
              <a:defRPr sz="3600" b="1">
                <a:solidFill>
                  <a:schemeClr val="tx1"/>
                </a:solidFill>
                <a:latin typeface="+mj-lt"/>
                <a:ea typeface="+mj-lt"/>
                <a:cs typeface="+mj-lt"/>
              </a:defRPr>
            </a:lvl6pPr>
            <a:lvl7pPr marL="0" indent="0" algn="ctr">
              <a:lnSpc>
                <a:spcPct val="110000"/>
              </a:lnSpc>
              <a:spcBef>
                <a:spcPts val="0"/>
              </a:spcBef>
              <a:spcAft>
                <a:spcPts val="0"/>
              </a:spcAft>
              <a:buNone/>
              <a:defRPr sz="3600" b="1">
                <a:solidFill>
                  <a:schemeClr val="tx1"/>
                </a:solidFill>
                <a:latin typeface="+mj-lt"/>
                <a:ea typeface="+mj-lt"/>
                <a:cs typeface="+mj-lt"/>
              </a:defRPr>
            </a:lvl7pPr>
            <a:lvl8pPr marL="0" indent="0" algn="ctr">
              <a:lnSpc>
                <a:spcPct val="110000"/>
              </a:lnSpc>
              <a:spcBef>
                <a:spcPts val="0"/>
              </a:spcBef>
              <a:spcAft>
                <a:spcPts val="0"/>
              </a:spcAft>
              <a:buNone/>
              <a:defRPr sz="3600" b="1">
                <a:solidFill>
                  <a:schemeClr val="tx1"/>
                </a:solidFill>
                <a:latin typeface="+mj-lt"/>
                <a:ea typeface="+mj-lt"/>
                <a:cs typeface="+mj-lt"/>
              </a:defRPr>
            </a:lvl8pPr>
            <a:lvl9pPr marL="0" indent="0" algn="ctr">
              <a:lnSpc>
                <a:spcPct val="110000"/>
              </a:lnSpc>
              <a:spcBef>
                <a:spcPts val="0"/>
              </a:spcBef>
              <a:spcAft>
                <a:spcPts val="0"/>
              </a:spcAft>
              <a:buNone/>
              <a:defRPr sz="36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712F8302-C40C-4D31-A994-BEF9E024018E}"/>
              </a:ext>
            </a:extLst>
          </p:cNvPr>
          <p:cNvSpPr>
            <a:spLocks xmlns:a="http://schemas.openxmlformats.org/drawingml/2006/main" noGrp="1"/>
          </p:cNvSpPr>
          <p:nvPr>
            <p:ph type="subTitle" idx="1"/>
          </p:nvPr>
        </p:nvSpPr>
        <p:spPr>
          <a:xfrm xmlns:a="http://schemas.openxmlformats.org/drawingml/2006/main">
            <a:off x="1371600" y="2828925"/>
            <a:ext cx="6400800" cy="571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1575" b="0">
                <a:solidFill>
                  <a:schemeClr val="tx1"/>
                </a:solidFill>
                <a:latin typeface="+mn-lt"/>
                <a:ea typeface="+mn-lt"/>
                <a:cs typeface="+mn-lt"/>
              </a:defRPr>
            </a:defPPr>
            <a:lvl1pPr marL="0" indent="0" algn="ctr">
              <a:lnSpc>
                <a:spcPct val="110000"/>
              </a:lnSpc>
              <a:spcBef>
                <a:spcPts val="0"/>
              </a:spcBef>
              <a:spcAft>
                <a:spcPts val="0"/>
              </a:spcAft>
              <a:buNone/>
              <a:defRPr sz="1575" b="0">
                <a:solidFill>
                  <a:schemeClr val="tx1"/>
                </a:solidFill>
                <a:latin typeface="+mn-lt"/>
                <a:ea typeface="+mn-lt"/>
                <a:cs typeface="+mn-lt"/>
              </a:defRPr>
            </a:lvl1pPr>
            <a:lvl2pPr marL="0" indent="0" algn="ctr">
              <a:lnSpc>
                <a:spcPct val="110000"/>
              </a:lnSpc>
              <a:spcBef>
                <a:spcPts val="0"/>
              </a:spcBef>
              <a:spcAft>
                <a:spcPts val="0"/>
              </a:spcAft>
              <a:buNone/>
              <a:defRPr sz="1575" b="0">
                <a:solidFill>
                  <a:schemeClr val="tx1"/>
                </a:solidFill>
                <a:latin typeface="+mn-lt"/>
                <a:ea typeface="+mn-lt"/>
                <a:cs typeface="+mn-lt"/>
              </a:defRPr>
            </a:lvl2pPr>
            <a:lvl3pPr marL="0" indent="0" algn="ctr">
              <a:lnSpc>
                <a:spcPct val="110000"/>
              </a:lnSpc>
              <a:spcBef>
                <a:spcPts val="0"/>
              </a:spcBef>
              <a:spcAft>
                <a:spcPts val="0"/>
              </a:spcAft>
              <a:buNone/>
              <a:defRPr sz="1575" b="0">
                <a:solidFill>
                  <a:schemeClr val="tx1"/>
                </a:solidFill>
                <a:latin typeface="+mn-lt"/>
                <a:ea typeface="+mn-lt"/>
                <a:cs typeface="+mn-lt"/>
              </a:defRPr>
            </a:lvl3pPr>
            <a:lvl4pPr marL="0" indent="0" algn="ctr">
              <a:lnSpc>
                <a:spcPct val="110000"/>
              </a:lnSpc>
              <a:spcBef>
                <a:spcPts val="0"/>
              </a:spcBef>
              <a:spcAft>
                <a:spcPts val="0"/>
              </a:spcAft>
              <a:buNone/>
              <a:defRPr sz="1575" b="0">
                <a:solidFill>
                  <a:schemeClr val="tx1"/>
                </a:solidFill>
                <a:latin typeface="+mn-lt"/>
                <a:ea typeface="+mn-lt"/>
                <a:cs typeface="+mn-lt"/>
              </a:defRPr>
            </a:lvl4pPr>
            <a:lvl5pPr marL="0" indent="0" algn="ctr">
              <a:lnSpc>
                <a:spcPct val="110000"/>
              </a:lnSpc>
              <a:spcBef>
                <a:spcPts val="0"/>
              </a:spcBef>
              <a:spcAft>
                <a:spcPts val="0"/>
              </a:spcAft>
              <a:buNone/>
              <a:defRPr sz="1575" b="0">
                <a:solidFill>
                  <a:schemeClr val="tx1"/>
                </a:solidFill>
                <a:latin typeface="+mn-lt"/>
                <a:ea typeface="+mn-lt"/>
                <a:cs typeface="+mn-lt"/>
              </a:defRPr>
            </a:lvl5pPr>
            <a:lvl6pPr marL="0" indent="0" algn="ctr">
              <a:lnSpc>
                <a:spcPct val="110000"/>
              </a:lnSpc>
              <a:spcBef>
                <a:spcPts val="0"/>
              </a:spcBef>
              <a:spcAft>
                <a:spcPts val="0"/>
              </a:spcAft>
              <a:buNone/>
              <a:defRPr sz="1575" b="0">
                <a:solidFill>
                  <a:schemeClr val="tx1"/>
                </a:solidFill>
                <a:latin typeface="+mn-lt"/>
                <a:ea typeface="+mn-lt"/>
                <a:cs typeface="+mn-lt"/>
              </a:defRPr>
            </a:lvl6pPr>
            <a:lvl7pPr marL="0" indent="0" algn="ctr">
              <a:lnSpc>
                <a:spcPct val="110000"/>
              </a:lnSpc>
              <a:spcBef>
                <a:spcPts val="0"/>
              </a:spcBef>
              <a:spcAft>
                <a:spcPts val="0"/>
              </a:spcAft>
              <a:buNone/>
              <a:defRPr sz="1575" b="0">
                <a:solidFill>
                  <a:schemeClr val="tx1"/>
                </a:solidFill>
                <a:latin typeface="+mn-lt"/>
                <a:ea typeface="+mn-lt"/>
                <a:cs typeface="+mn-lt"/>
              </a:defRPr>
            </a:lvl7pPr>
            <a:lvl8pPr marL="0" indent="0" algn="ctr">
              <a:lnSpc>
                <a:spcPct val="110000"/>
              </a:lnSpc>
              <a:spcBef>
                <a:spcPts val="0"/>
              </a:spcBef>
              <a:spcAft>
                <a:spcPts val="0"/>
              </a:spcAft>
              <a:buNone/>
              <a:defRPr sz="1575" b="0">
                <a:solidFill>
                  <a:schemeClr val="tx1"/>
                </a:solidFill>
                <a:latin typeface="+mn-lt"/>
                <a:ea typeface="+mn-lt"/>
                <a:cs typeface="+mn-lt"/>
              </a:defRPr>
            </a:lvl8pPr>
            <a:lvl9pPr marL="0" indent="0" algn="ctr">
              <a:lnSpc>
                <a:spcPct val="110000"/>
              </a:lnSpc>
              <a:spcBef>
                <a:spcPts val="0"/>
              </a:spcBef>
              <a:spcAft>
                <a:spcPts val="0"/>
              </a:spcAft>
              <a:buNone/>
              <a:defRPr sz="1575"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C905024-7220-4611-AE6F-EA6D11DEF672}"/>
              </a:ext>
            </a:extLst>
          </p:cNvPr>
          <p:cNvSpPr>
            <a:spLocks xmlns:a="http://schemas.openxmlformats.org/drawingml/2006/main" noGrp="1"/>
          </p:cNvSpPr>
          <p:nvPr>
            <p:ph type="title" idx="0"/>
          </p:nvPr>
        </p:nvSpPr>
        <p:spPr>
          <a:xfrm xmlns:a="http://schemas.openxmlformats.org/drawingml/2006/main">
            <a:off x="914400" y="2143125"/>
            <a:ext cx="7315200" cy="8572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3150" b="1">
                <a:solidFill>
                  <a:schemeClr val="tx1"/>
                </a:solidFill>
                <a:latin typeface="+mj-lt"/>
                <a:ea typeface="+mj-lt"/>
                <a:cs typeface="+mj-lt"/>
              </a:defRPr>
            </a:defPPr>
            <a:lvl1pPr marL="0" indent="0" algn="ctr">
              <a:lnSpc>
                <a:spcPct val="110000"/>
              </a:lnSpc>
              <a:spcBef>
                <a:spcPts val="0"/>
              </a:spcBef>
              <a:spcAft>
                <a:spcPts val="0"/>
              </a:spcAft>
              <a:buNone/>
              <a:defRPr sz="3150" b="1">
                <a:solidFill>
                  <a:schemeClr val="tx1"/>
                </a:solidFill>
                <a:latin typeface="+mj-lt"/>
                <a:ea typeface="+mj-lt"/>
                <a:cs typeface="+mj-lt"/>
              </a:defRPr>
            </a:lvl1pPr>
            <a:lvl2pPr marL="0" indent="0" algn="ctr">
              <a:lnSpc>
                <a:spcPct val="110000"/>
              </a:lnSpc>
              <a:spcBef>
                <a:spcPts val="0"/>
              </a:spcBef>
              <a:spcAft>
                <a:spcPts val="0"/>
              </a:spcAft>
              <a:buNone/>
              <a:defRPr sz="3150" b="1">
                <a:solidFill>
                  <a:schemeClr val="tx1"/>
                </a:solidFill>
                <a:latin typeface="+mj-lt"/>
                <a:ea typeface="+mj-lt"/>
                <a:cs typeface="+mj-lt"/>
              </a:defRPr>
            </a:lvl2pPr>
            <a:lvl3pPr marL="0" indent="0" algn="ctr">
              <a:lnSpc>
                <a:spcPct val="110000"/>
              </a:lnSpc>
              <a:spcBef>
                <a:spcPts val="0"/>
              </a:spcBef>
              <a:spcAft>
                <a:spcPts val="0"/>
              </a:spcAft>
              <a:buNone/>
              <a:defRPr sz="3150" b="1">
                <a:solidFill>
                  <a:schemeClr val="tx1"/>
                </a:solidFill>
                <a:latin typeface="+mj-lt"/>
                <a:ea typeface="+mj-lt"/>
                <a:cs typeface="+mj-lt"/>
              </a:defRPr>
            </a:lvl3pPr>
            <a:lvl4pPr marL="0" indent="0" algn="ctr">
              <a:lnSpc>
                <a:spcPct val="110000"/>
              </a:lnSpc>
              <a:spcBef>
                <a:spcPts val="0"/>
              </a:spcBef>
              <a:spcAft>
                <a:spcPts val="0"/>
              </a:spcAft>
              <a:buNone/>
              <a:defRPr sz="3150" b="1">
                <a:solidFill>
                  <a:schemeClr val="tx1"/>
                </a:solidFill>
                <a:latin typeface="+mj-lt"/>
                <a:ea typeface="+mj-lt"/>
                <a:cs typeface="+mj-lt"/>
              </a:defRPr>
            </a:lvl4pPr>
            <a:lvl5pPr marL="0" indent="0" algn="ctr">
              <a:lnSpc>
                <a:spcPct val="110000"/>
              </a:lnSpc>
              <a:spcBef>
                <a:spcPts val="0"/>
              </a:spcBef>
              <a:spcAft>
                <a:spcPts val="0"/>
              </a:spcAft>
              <a:buNone/>
              <a:defRPr sz="3150" b="1">
                <a:solidFill>
                  <a:schemeClr val="tx1"/>
                </a:solidFill>
                <a:latin typeface="+mj-lt"/>
                <a:ea typeface="+mj-lt"/>
                <a:cs typeface="+mj-lt"/>
              </a:defRPr>
            </a:lvl5pPr>
            <a:lvl6pPr marL="0" indent="0" algn="ctr">
              <a:lnSpc>
                <a:spcPct val="110000"/>
              </a:lnSpc>
              <a:spcBef>
                <a:spcPts val="0"/>
              </a:spcBef>
              <a:spcAft>
                <a:spcPts val="0"/>
              </a:spcAft>
              <a:buNone/>
              <a:defRPr sz="3150" b="1">
                <a:solidFill>
                  <a:schemeClr val="tx1"/>
                </a:solidFill>
                <a:latin typeface="+mj-lt"/>
                <a:ea typeface="+mj-lt"/>
                <a:cs typeface="+mj-lt"/>
              </a:defRPr>
            </a:lvl6pPr>
            <a:lvl7pPr marL="0" indent="0" algn="ctr">
              <a:lnSpc>
                <a:spcPct val="110000"/>
              </a:lnSpc>
              <a:spcBef>
                <a:spcPts val="0"/>
              </a:spcBef>
              <a:spcAft>
                <a:spcPts val="0"/>
              </a:spcAft>
              <a:buNone/>
              <a:defRPr sz="3150" b="1">
                <a:solidFill>
                  <a:schemeClr val="tx1"/>
                </a:solidFill>
                <a:latin typeface="+mj-lt"/>
                <a:ea typeface="+mj-lt"/>
                <a:cs typeface="+mj-lt"/>
              </a:defRPr>
            </a:lvl7pPr>
            <a:lvl8pPr marL="0" indent="0" algn="ctr">
              <a:lnSpc>
                <a:spcPct val="110000"/>
              </a:lnSpc>
              <a:spcBef>
                <a:spcPts val="0"/>
              </a:spcBef>
              <a:spcAft>
                <a:spcPts val="0"/>
              </a:spcAft>
              <a:buNone/>
              <a:defRPr sz="3150" b="1">
                <a:solidFill>
                  <a:schemeClr val="tx1"/>
                </a:solidFill>
                <a:latin typeface="+mj-lt"/>
                <a:ea typeface="+mj-lt"/>
                <a:cs typeface="+mj-lt"/>
              </a:defRPr>
            </a:lvl8pPr>
            <a:lvl9pPr marL="0" indent="0" algn="ctr">
              <a:lnSpc>
                <a:spcPct val="110000"/>
              </a:lnSpc>
              <a:spcBef>
                <a:spcPts val="0"/>
              </a:spcBef>
              <a:spcAft>
                <a:spcPts val="0"/>
              </a:spcAft>
              <a:buNone/>
              <a:defRPr sz="315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D5FD0DD-C3F1-4E58-B404-5F2B3BD9168A}"/>
              </a:ext>
            </a:extLst>
          </p:cNvPr>
          <p:cNvSpPr>
            <a:spLocks xmlns:a="http://schemas.openxmlformats.org/drawingml/2006/main" noGrp="1"/>
          </p:cNvSpPr>
          <p:nvPr>
            <p:ph type="title" idx="0"/>
          </p:nvPr>
        </p:nvSpPr>
        <p:spPr>
          <a:xfrm xmlns:a="http://schemas.openxmlformats.org/drawingml/2006/main">
            <a:off x="514350" y="400050"/>
            <a:ext cx="8115300" cy="6286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475" b="1">
                <a:solidFill>
                  <a:schemeClr val="tx1"/>
                </a:solidFill>
                <a:latin typeface="+mj-lt"/>
                <a:ea typeface="+mj-lt"/>
                <a:cs typeface="+mj-lt"/>
              </a:defRPr>
            </a:defPPr>
            <a:lvl1pPr marL="0" indent="0" algn="l">
              <a:lnSpc>
                <a:spcPct val="110000"/>
              </a:lnSpc>
              <a:spcBef>
                <a:spcPts val="0"/>
              </a:spcBef>
              <a:spcAft>
                <a:spcPts val="0"/>
              </a:spcAft>
              <a:buNone/>
              <a:defRPr sz="2475" b="1">
                <a:solidFill>
                  <a:schemeClr val="tx1"/>
                </a:solidFill>
                <a:latin typeface="+mj-lt"/>
                <a:ea typeface="+mj-lt"/>
                <a:cs typeface="+mj-lt"/>
              </a:defRPr>
            </a:lvl1pPr>
            <a:lvl2pPr marL="0" indent="0" algn="l">
              <a:lnSpc>
                <a:spcPct val="110000"/>
              </a:lnSpc>
              <a:spcBef>
                <a:spcPts val="0"/>
              </a:spcBef>
              <a:spcAft>
                <a:spcPts val="0"/>
              </a:spcAft>
              <a:buNone/>
              <a:defRPr sz="2475" b="1">
                <a:solidFill>
                  <a:schemeClr val="tx1"/>
                </a:solidFill>
                <a:latin typeface="+mj-lt"/>
                <a:ea typeface="+mj-lt"/>
                <a:cs typeface="+mj-lt"/>
              </a:defRPr>
            </a:lvl2pPr>
            <a:lvl3pPr marL="0" indent="0" algn="l">
              <a:lnSpc>
                <a:spcPct val="110000"/>
              </a:lnSpc>
              <a:spcBef>
                <a:spcPts val="0"/>
              </a:spcBef>
              <a:spcAft>
                <a:spcPts val="0"/>
              </a:spcAft>
              <a:buNone/>
              <a:defRPr sz="2475" b="1">
                <a:solidFill>
                  <a:schemeClr val="tx1"/>
                </a:solidFill>
                <a:latin typeface="+mj-lt"/>
                <a:ea typeface="+mj-lt"/>
                <a:cs typeface="+mj-lt"/>
              </a:defRPr>
            </a:lvl3pPr>
            <a:lvl4pPr marL="0" indent="0" algn="l">
              <a:lnSpc>
                <a:spcPct val="110000"/>
              </a:lnSpc>
              <a:spcBef>
                <a:spcPts val="0"/>
              </a:spcBef>
              <a:spcAft>
                <a:spcPts val="0"/>
              </a:spcAft>
              <a:buNone/>
              <a:defRPr sz="2475" b="1">
                <a:solidFill>
                  <a:schemeClr val="tx1"/>
                </a:solidFill>
                <a:latin typeface="+mj-lt"/>
                <a:ea typeface="+mj-lt"/>
                <a:cs typeface="+mj-lt"/>
              </a:defRPr>
            </a:lvl4pPr>
            <a:lvl5pPr marL="0" indent="0" algn="l">
              <a:lnSpc>
                <a:spcPct val="110000"/>
              </a:lnSpc>
              <a:spcBef>
                <a:spcPts val="0"/>
              </a:spcBef>
              <a:spcAft>
                <a:spcPts val="0"/>
              </a:spcAft>
              <a:buNone/>
              <a:defRPr sz="2475" b="1">
                <a:solidFill>
                  <a:schemeClr val="tx1"/>
                </a:solidFill>
                <a:latin typeface="+mj-lt"/>
                <a:ea typeface="+mj-lt"/>
                <a:cs typeface="+mj-lt"/>
              </a:defRPr>
            </a:lvl5pPr>
            <a:lvl6pPr marL="0" indent="0" algn="l">
              <a:lnSpc>
                <a:spcPct val="110000"/>
              </a:lnSpc>
              <a:spcBef>
                <a:spcPts val="0"/>
              </a:spcBef>
              <a:spcAft>
                <a:spcPts val="0"/>
              </a:spcAft>
              <a:buNone/>
              <a:defRPr sz="2475" b="1">
                <a:solidFill>
                  <a:schemeClr val="tx1"/>
                </a:solidFill>
                <a:latin typeface="+mj-lt"/>
                <a:ea typeface="+mj-lt"/>
                <a:cs typeface="+mj-lt"/>
              </a:defRPr>
            </a:lvl6pPr>
            <a:lvl7pPr marL="0" indent="0" algn="l">
              <a:lnSpc>
                <a:spcPct val="110000"/>
              </a:lnSpc>
              <a:spcBef>
                <a:spcPts val="0"/>
              </a:spcBef>
              <a:spcAft>
                <a:spcPts val="0"/>
              </a:spcAft>
              <a:buNone/>
              <a:defRPr sz="2475" b="1">
                <a:solidFill>
                  <a:schemeClr val="tx1"/>
                </a:solidFill>
                <a:latin typeface="+mj-lt"/>
                <a:ea typeface="+mj-lt"/>
                <a:cs typeface="+mj-lt"/>
              </a:defRPr>
            </a:lvl7pPr>
            <a:lvl8pPr marL="0" indent="0" algn="l">
              <a:lnSpc>
                <a:spcPct val="110000"/>
              </a:lnSpc>
              <a:spcBef>
                <a:spcPts val="0"/>
              </a:spcBef>
              <a:spcAft>
                <a:spcPts val="0"/>
              </a:spcAft>
              <a:buNone/>
              <a:defRPr sz="2475" b="1">
                <a:solidFill>
                  <a:schemeClr val="tx1"/>
                </a:solidFill>
                <a:latin typeface="+mj-lt"/>
                <a:ea typeface="+mj-lt"/>
                <a:cs typeface="+mj-lt"/>
              </a:defRPr>
            </a:lvl8pPr>
            <a:lvl9pPr marL="0" indent="0" algn="l">
              <a:lnSpc>
                <a:spcPct val="110000"/>
              </a:lnSpc>
              <a:spcBef>
                <a:spcPts val="0"/>
              </a:spcBef>
              <a:spcAft>
                <a:spcPts val="0"/>
              </a:spcAft>
              <a:buNone/>
              <a:defRPr sz="2475"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3BAB56D-097E-4783-9BF1-36FAF47D976F}"/>
              </a:ext>
            </a:extLst>
          </p:cNvPr>
          <p:cNvSpPr>
            <a:spLocks xmlns:a="http://schemas.openxmlformats.org/drawingml/2006/main" noGrp="1"/>
          </p:cNvSpPr>
          <p:nvPr>
            <p:ph type="body" idx="1"/>
          </p:nvPr>
        </p:nvSpPr>
        <p:spPr>
          <a:xfrm xmlns:a="http://schemas.openxmlformats.org/drawingml/2006/main">
            <a:off x="514350" y="1428750"/>
            <a:ext cx="8115300" cy="32004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688" b="0">
                <a:solidFill>
                  <a:schemeClr val="tx1"/>
                </a:solidFill>
                <a:latin typeface="+mn-lt"/>
                <a:ea typeface="+mn-lt"/>
                <a:cs typeface="+mn-lt"/>
              </a:defRPr>
            </a:defPPr>
            <a:lvl1pPr marL="171450" indent="-171450" algn="l">
              <a:lnSpc>
                <a:spcPct val="110000"/>
              </a:lnSpc>
              <a:spcBef>
                <a:spcPts val="0"/>
              </a:spcBef>
              <a:spcAft>
                <a:spcPts val="900"/>
              </a:spcAft>
              <a:buChar char="•"/>
              <a:defRPr sz="1688" b="0">
                <a:solidFill>
                  <a:schemeClr val="tx1"/>
                </a:solidFill>
                <a:latin typeface="+mn-lt"/>
                <a:ea typeface="+mn-lt"/>
                <a:cs typeface="+mn-lt"/>
              </a:defRPr>
            </a:lvl1pPr>
            <a:lvl2pPr marL="400050" indent="-171450" algn="l">
              <a:lnSpc>
                <a:spcPct val="110000"/>
              </a:lnSpc>
              <a:spcBef>
                <a:spcPts val="0"/>
              </a:spcBef>
              <a:spcAft>
                <a:spcPts val="900"/>
              </a:spcAft>
              <a:buChar char="•"/>
              <a:defRPr sz="1688" b="0">
                <a:solidFill>
                  <a:schemeClr val="tx1"/>
                </a:solidFill>
                <a:latin typeface="+mn-lt"/>
                <a:ea typeface="+mn-lt"/>
                <a:cs typeface="+mn-lt"/>
              </a:defRPr>
            </a:lvl2pPr>
            <a:lvl3pPr marL="628650" indent="-171450" algn="l">
              <a:lnSpc>
                <a:spcPct val="110000"/>
              </a:lnSpc>
              <a:spcBef>
                <a:spcPts val="0"/>
              </a:spcBef>
              <a:spcAft>
                <a:spcPts val="900"/>
              </a:spcAft>
              <a:buChar char="•"/>
              <a:defRPr sz="1688" b="0">
                <a:solidFill>
                  <a:schemeClr val="tx1"/>
                </a:solidFill>
                <a:latin typeface="+mn-lt"/>
                <a:ea typeface="+mn-lt"/>
                <a:cs typeface="+mn-lt"/>
              </a:defRPr>
            </a:lvl3pPr>
            <a:lvl4pPr marL="857250" indent="-171450" algn="l">
              <a:lnSpc>
                <a:spcPct val="110000"/>
              </a:lnSpc>
              <a:spcBef>
                <a:spcPts val="0"/>
              </a:spcBef>
              <a:spcAft>
                <a:spcPts val="900"/>
              </a:spcAft>
              <a:buChar char="•"/>
              <a:defRPr sz="1688" b="0">
                <a:solidFill>
                  <a:schemeClr val="tx1"/>
                </a:solidFill>
                <a:latin typeface="+mn-lt"/>
                <a:ea typeface="+mn-lt"/>
                <a:cs typeface="+mn-lt"/>
              </a:defRPr>
            </a:lvl4pPr>
            <a:lvl5pPr marL="1085850" indent="-171450" algn="l">
              <a:lnSpc>
                <a:spcPct val="110000"/>
              </a:lnSpc>
              <a:spcBef>
                <a:spcPts val="0"/>
              </a:spcBef>
              <a:spcAft>
                <a:spcPts val="900"/>
              </a:spcAft>
              <a:buChar char="•"/>
              <a:defRPr sz="1688" b="0">
                <a:solidFill>
                  <a:schemeClr val="tx1"/>
                </a:solidFill>
                <a:latin typeface="+mn-lt"/>
                <a:ea typeface="+mn-lt"/>
                <a:cs typeface="+mn-lt"/>
              </a:defRPr>
            </a:lvl5pPr>
            <a:lvl6pPr marL="1314450" indent="-171450" algn="l">
              <a:lnSpc>
                <a:spcPct val="110000"/>
              </a:lnSpc>
              <a:spcBef>
                <a:spcPts val="0"/>
              </a:spcBef>
              <a:spcAft>
                <a:spcPts val="900"/>
              </a:spcAft>
              <a:buChar char="•"/>
              <a:defRPr sz="1688" b="0">
                <a:solidFill>
                  <a:schemeClr val="tx1"/>
                </a:solidFill>
                <a:latin typeface="+mn-lt"/>
                <a:ea typeface="+mn-lt"/>
                <a:cs typeface="+mn-lt"/>
              </a:defRPr>
            </a:lvl6pPr>
            <a:lvl7pPr marL="1543050" indent="-171450" algn="l">
              <a:lnSpc>
                <a:spcPct val="110000"/>
              </a:lnSpc>
              <a:spcBef>
                <a:spcPts val="0"/>
              </a:spcBef>
              <a:spcAft>
                <a:spcPts val="900"/>
              </a:spcAft>
              <a:buChar char="•"/>
              <a:defRPr sz="1688" b="0">
                <a:solidFill>
                  <a:schemeClr val="tx1"/>
                </a:solidFill>
                <a:latin typeface="+mn-lt"/>
                <a:ea typeface="+mn-lt"/>
                <a:cs typeface="+mn-lt"/>
              </a:defRPr>
            </a:lvl7pPr>
            <a:lvl8pPr marL="1771650" indent="-171450" algn="l">
              <a:lnSpc>
                <a:spcPct val="110000"/>
              </a:lnSpc>
              <a:spcBef>
                <a:spcPts val="0"/>
              </a:spcBef>
              <a:spcAft>
                <a:spcPts val="900"/>
              </a:spcAft>
              <a:buChar char="•"/>
              <a:defRPr sz="1688" b="0">
                <a:solidFill>
                  <a:schemeClr val="tx1"/>
                </a:solidFill>
                <a:latin typeface="+mn-lt"/>
                <a:ea typeface="+mn-lt"/>
                <a:cs typeface="+mn-lt"/>
              </a:defRPr>
            </a:lvl8pPr>
            <a:lvl9pPr marL="2000250" indent="-171450" algn="l">
              <a:lnSpc>
                <a:spcPct val="110000"/>
              </a:lnSpc>
              <a:spcBef>
                <a:spcPts val="0"/>
              </a:spcBef>
              <a:spcAft>
                <a:spcPts val="900"/>
              </a:spcAft>
              <a:buChar char="•"/>
              <a:defRPr sz="1688"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658DD36-4109-49CA-A783-DBE284DDA022}"/>
              </a:ext>
            </a:extLst>
          </p:cNvPr>
          <p:cNvSpPr>
            <a:spLocks xmlns:a="http://schemas.openxmlformats.org/drawingml/2006/main" noGrp="1"/>
          </p:cNvSpPr>
          <p:nvPr>
            <p:ph type="title" idx="0"/>
          </p:nvPr>
        </p:nvSpPr>
        <p:spPr>
          <a:xfrm xmlns:a="http://schemas.openxmlformats.org/drawingml/2006/main">
            <a:off x="514350" y="400050"/>
            <a:ext cx="8115300" cy="6286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475" b="1">
                <a:solidFill>
                  <a:schemeClr val="tx1"/>
                </a:solidFill>
                <a:latin typeface="+mj-lt"/>
                <a:ea typeface="+mj-lt"/>
                <a:cs typeface="+mj-lt"/>
              </a:defRPr>
            </a:defPPr>
            <a:lvl1pPr marL="0" indent="0" algn="l">
              <a:lnSpc>
                <a:spcPct val="110000"/>
              </a:lnSpc>
              <a:spcBef>
                <a:spcPts val="0"/>
              </a:spcBef>
              <a:spcAft>
                <a:spcPts val="0"/>
              </a:spcAft>
              <a:buNone/>
              <a:defRPr sz="2475" b="1">
                <a:solidFill>
                  <a:schemeClr val="tx1"/>
                </a:solidFill>
                <a:latin typeface="+mj-lt"/>
                <a:ea typeface="+mj-lt"/>
                <a:cs typeface="+mj-lt"/>
              </a:defRPr>
            </a:lvl1pPr>
            <a:lvl2pPr marL="0" indent="0" algn="l">
              <a:lnSpc>
                <a:spcPct val="110000"/>
              </a:lnSpc>
              <a:spcBef>
                <a:spcPts val="0"/>
              </a:spcBef>
              <a:spcAft>
                <a:spcPts val="0"/>
              </a:spcAft>
              <a:buNone/>
              <a:defRPr sz="2475" b="1">
                <a:solidFill>
                  <a:schemeClr val="tx1"/>
                </a:solidFill>
                <a:latin typeface="+mj-lt"/>
                <a:ea typeface="+mj-lt"/>
                <a:cs typeface="+mj-lt"/>
              </a:defRPr>
            </a:lvl2pPr>
            <a:lvl3pPr marL="0" indent="0" algn="l">
              <a:lnSpc>
                <a:spcPct val="110000"/>
              </a:lnSpc>
              <a:spcBef>
                <a:spcPts val="0"/>
              </a:spcBef>
              <a:spcAft>
                <a:spcPts val="0"/>
              </a:spcAft>
              <a:buNone/>
              <a:defRPr sz="2475" b="1">
                <a:solidFill>
                  <a:schemeClr val="tx1"/>
                </a:solidFill>
                <a:latin typeface="+mj-lt"/>
                <a:ea typeface="+mj-lt"/>
                <a:cs typeface="+mj-lt"/>
              </a:defRPr>
            </a:lvl3pPr>
            <a:lvl4pPr marL="0" indent="0" algn="l">
              <a:lnSpc>
                <a:spcPct val="110000"/>
              </a:lnSpc>
              <a:spcBef>
                <a:spcPts val="0"/>
              </a:spcBef>
              <a:spcAft>
                <a:spcPts val="0"/>
              </a:spcAft>
              <a:buNone/>
              <a:defRPr sz="2475" b="1">
                <a:solidFill>
                  <a:schemeClr val="tx1"/>
                </a:solidFill>
                <a:latin typeface="+mj-lt"/>
                <a:ea typeface="+mj-lt"/>
                <a:cs typeface="+mj-lt"/>
              </a:defRPr>
            </a:lvl4pPr>
            <a:lvl5pPr marL="0" indent="0" algn="l">
              <a:lnSpc>
                <a:spcPct val="110000"/>
              </a:lnSpc>
              <a:spcBef>
                <a:spcPts val="0"/>
              </a:spcBef>
              <a:spcAft>
                <a:spcPts val="0"/>
              </a:spcAft>
              <a:buNone/>
              <a:defRPr sz="2475" b="1">
                <a:solidFill>
                  <a:schemeClr val="tx1"/>
                </a:solidFill>
                <a:latin typeface="+mj-lt"/>
                <a:ea typeface="+mj-lt"/>
                <a:cs typeface="+mj-lt"/>
              </a:defRPr>
            </a:lvl5pPr>
            <a:lvl6pPr marL="0" indent="0" algn="l">
              <a:lnSpc>
                <a:spcPct val="110000"/>
              </a:lnSpc>
              <a:spcBef>
                <a:spcPts val="0"/>
              </a:spcBef>
              <a:spcAft>
                <a:spcPts val="0"/>
              </a:spcAft>
              <a:buNone/>
              <a:defRPr sz="2475" b="1">
                <a:solidFill>
                  <a:schemeClr val="tx1"/>
                </a:solidFill>
                <a:latin typeface="+mj-lt"/>
                <a:ea typeface="+mj-lt"/>
                <a:cs typeface="+mj-lt"/>
              </a:defRPr>
            </a:lvl6pPr>
            <a:lvl7pPr marL="0" indent="0" algn="l">
              <a:lnSpc>
                <a:spcPct val="110000"/>
              </a:lnSpc>
              <a:spcBef>
                <a:spcPts val="0"/>
              </a:spcBef>
              <a:spcAft>
                <a:spcPts val="0"/>
              </a:spcAft>
              <a:buNone/>
              <a:defRPr sz="2475" b="1">
                <a:solidFill>
                  <a:schemeClr val="tx1"/>
                </a:solidFill>
                <a:latin typeface="+mj-lt"/>
                <a:ea typeface="+mj-lt"/>
                <a:cs typeface="+mj-lt"/>
              </a:defRPr>
            </a:lvl7pPr>
            <a:lvl8pPr marL="0" indent="0" algn="l">
              <a:lnSpc>
                <a:spcPct val="110000"/>
              </a:lnSpc>
              <a:spcBef>
                <a:spcPts val="0"/>
              </a:spcBef>
              <a:spcAft>
                <a:spcPts val="0"/>
              </a:spcAft>
              <a:buNone/>
              <a:defRPr sz="2475" b="1">
                <a:solidFill>
                  <a:schemeClr val="tx1"/>
                </a:solidFill>
                <a:latin typeface="+mj-lt"/>
                <a:ea typeface="+mj-lt"/>
                <a:cs typeface="+mj-lt"/>
              </a:defRPr>
            </a:lvl8pPr>
            <a:lvl9pPr marL="0" indent="0" algn="l">
              <a:lnSpc>
                <a:spcPct val="110000"/>
              </a:lnSpc>
              <a:spcBef>
                <a:spcPts val="0"/>
              </a:spcBef>
              <a:spcAft>
                <a:spcPts val="0"/>
              </a:spcAft>
              <a:buNone/>
              <a:defRPr sz="2475"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4C93220-85E4-43AC-B98A-9E2E26F39D24}"/>
              </a:ext>
            </a:extLst>
          </p:cNvPr>
          <p:cNvSpPr>
            <a:spLocks xmlns:a="http://schemas.openxmlformats.org/drawingml/2006/main" noGrp="1"/>
          </p:cNvSpPr>
          <p:nvPr>
            <p:ph type="body" idx="1"/>
          </p:nvPr>
        </p:nvSpPr>
        <p:spPr>
          <a:xfrm xmlns:a="http://schemas.openxmlformats.org/drawingml/2006/main">
            <a:off x="514350" y="1428750"/>
            <a:ext cx="3771900" cy="32004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575" b="0">
                <a:solidFill>
                  <a:schemeClr val="tx1"/>
                </a:solidFill>
                <a:latin typeface="+mn-lt"/>
                <a:ea typeface="+mn-lt"/>
                <a:cs typeface="+mn-lt"/>
              </a:defRPr>
            </a:defPPr>
            <a:lvl1pPr marL="171450" indent="-171450" algn="l">
              <a:lnSpc>
                <a:spcPct val="110000"/>
              </a:lnSpc>
              <a:spcBef>
                <a:spcPts val="0"/>
              </a:spcBef>
              <a:spcAft>
                <a:spcPts val="900"/>
              </a:spcAft>
              <a:buChar char="•"/>
              <a:defRPr sz="1575" b="0">
                <a:solidFill>
                  <a:schemeClr val="tx1"/>
                </a:solidFill>
                <a:latin typeface="+mn-lt"/>
                <a:ea typeface="+mn-lt"/>
                <a:cs typeface="+mn-lt"/>
              </a:defRPr>
            </a:lvl1pPr>
            <a:lvl2pPr marL="400050" indent="-171450" algn="l">
              <a:lnSpc>
                <a:spcPct val="110000"/>
              </a:lnSpc>
              <a:spcBef>
                <a:spcPts val="0"/>
              </a:spcBef>
              <a:spcAft>
                <a:spcPts val="900"/>
              </a:spcAft>
              <a:buChar char="•"/>
              <a:defRPr sz="1575" b="0">
                <a:solidFill>
                  <a:schemeClr val="tx1"/>
                </a:solidFill>
                <a:latin typeface="+mn-lt"/>
                <a:ea typeface="+mn-lt"/>
                <a:cs typeface="+mn-lt"/>
              </a:defRPr>
            </a:lvl2pPr>
            <a:lvl3pPr marL="628650" indent="-171450" algn="l">
              <a:lnSpc>
                <a:spcPct val="110000"/>
              </a:lnSpc>
              <a:spcBef>
                <a:spcPts val="0"/>
              </a:spcBef>
              <a:spcAft>
                <a:spcPts val="900"/>
              </a:spcAft>
              <a:buChar char="•"/>
              <a:defRPr sz="1575" b="0">
                <a:solidFill>
                  <a:schemeClr val="tx1"/>
                </a:solidFill>
                <a:latin typeface="+mn-lt"/>
                <a:ea typeface="+mn-lt"/>
                <a:cs typeface="+mn-lt"/>
              </a:defRPr>
            </a:lvl3pPr>
            <a:lvl4pPr marL="857250" indent="-171450" algn="l">
              <a:lnSpc>
                <a:spcPct val="110000"/>
              </a:lnSpc>
              <a:spcBef>
                <a:spcPts val="0"/>
              </a:spcBef>
              <a:spcAft>
                <a:spcPts val="900"/>
              </a:spcAft>
              <a:buChar char="•"/>
              <a:defRPr sz="1575" b="0">
                <a:solidFill>
                  <a:schemeClr val="tx1"/>
                </a:solidFill>
                <a:latin typeface="+mn-lt"/>
                <a:ea typeface="+mn-lt"/>
                <a:cs typeface="+mn-lt"/>
              </a:defRPr>
            </a:lvl4pPr>
            <a:lvl5pPr marL="1085850" indent="-171450" algn="l">
              <a:lnSpc>
                <a:spcPct val="110000"/>
              </a:lnSpc>
              <a:spcBef>
                <a:spcPts val="0"/>
              </a:spcBef>
              <a:spcAft>
                <a:spcPts val="900"/>
              </a:spcAft>
              <a:buChar char="•"/>
              <a:defRPr sz="1575" b="0">
                <a:solidFill>
                  <a:schemeClr val="tx1"/>
                </a:solidFill>
                <a:latin typeface="+mn-lt"/>
                <a:ea typeface="+mn-lt"/>
                <a:cs typeface="+mn-lt"/>
              </a:defRPr>
            </a:lvl5pPr>
            <a:lvl6pPr marL="1314450" indent="-171450" algn="l">
              <a:lnSpc>
                <a:spcPct val="110000"/>
              </a:lnSpc>
              <a:spcBef>
                <a:spcPts val="0"/>
              </a:spcBef>
              <a:spcAft>
                <a:spcPts val="900"/>
              </a:spcAft>
              <a:buChar char="•"/>
              <a:defRPr sz="1575" b="0">
                <a:solidFill>
                  <a:schemeClr val="tx1"/>
                </a:solidFill>
                <a:latin typeface="+mn-lt"/>
                <a:ea typeface="+mn-lt"/>
                <a:cs typeface="+mn-lt"/>
              </a:defRPr>
            </a:lvl6pPr>
            <a:lvl7pPr marL="1543050" indent="-171450" algn="l">
              <a:lnSpc>
                <a:spcPct val="110000"/>
              </a:lnSpc>
              <a:spcBef>
                <a:spcPts val="0"/>
              </a:spcBef>
              <a:spcAft>
                <a:spcPts val="900"/>
              </a:spcAft>
              <a:buChar char="•"/>
              <a:defRPr sz="1575" b="0">
                <a:solidFill>
                  <a:schemeClr val="tx1"/>
                </a:solidFill>
                <a:latin typeface="+mn-lt"/>
                <a:ea typeface="+mn-lt"/>
                <a:cs typeface="+mn-lt"/>
              </a:defRPr>
            </a:lvl7pPr>
            <a:lvl8pPr marL="1771650" indent="-171450" algn="l">
              <a:lnSpc>
                <a:spcPct val="110000"/>
              </a:lnSpc>
              <a:spcBef>
                <a:spcPts val="0"/>
              </a:spcBef>
              <a:spcAft>
                <a:spcPts val="900"/>
              </a:spcAft>
              <a:buChar char="•"/>
              <a:defRPr sz="1575" b="0">
                <a:solidFill>
                  <a:schemeClr val="tx1"/>
                </a:solidFill>
                <a:latin typeface="+mn-lt"/>
                <a:ea typeface="+mn-lt"/>
                <a:cs typeface="+mn-lt"/>
              </a:defRPr>
            </a:lvl8pPr>
            <a:lvl9pPr marL="2000250" indent="-171450" algn="l">
              <a:lnSpc>
                <a:spcPct val="110000"/>
              </a:lnSpc>
              <a:spcBef>
                <a:spcPts val="0"/>
              </a:spcBef>
              <a:spcAft>
                <a:spcPts val="900"/>
              </a:spcAft>
              <a:buChar char="•"/>
              <a:defRPr sz="1575"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E776E299-906C-491B-8EE1-624BC230E445}"/>
              </a:ext>
            </a:extLst>
          </p:cNvPr>
          <p:cNvSpPr>
            <a:spLocks xmlns:a="http://schemas.openxmlformats.org/drawingml/2006/main" noGrp="1"/>
          </p:cNvSpPr>
          <p:nvPr>
            <p:ph type="body" idx="2"/>
          </p:nvPr>
        </p:nvSpPr>
        <p:spPr>
          <a:xfrm xmlns:a="http://schemas.openxmlformats.org/drawingml/2006/main">
            <a:off x="4857750" y="1428750"/>
            <a:ext cx="3771900" cy="32004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575" b="0">
                <a:solidFill>
                  <a:schemeClr val="tx1"/>
                </a:solidFill>
                <a:latin typeface="+mn-lt"/>
                <a:ea typeface="+mn-lt"/>
                <a:cs typeface="+mn-lt"/>
              </a:defRPr>
            </a:defPPr>
            <a:lvl1pPr marL="171450" indent="-171450" algn="l">
              <a:lnSpc>
                <a:spcPct val="110000"/>
              </a:lnSpc>
              <a:spcBef>
                <a:spcPts val="0"/>
              </a:spcBef>
              <a:spcAft>
                <a:spcPts val="900"/>
              </a:spcAft>
              <a:buChar char="•"/>
              <a:defRPr sz="1575" b="0">
                <a:solidFill>
                  <a:schemeClr val="tx1"/>
                </a:solidFill>
                <a:latin typeface="+mn-lt"/>
                <a:ea typeface="+mn-lt"/>
                <a:cs typeface="+mn-lt"/>
              </a:defRPr>
            </a:lvl1pPr>
            <a:lvl2pPr marL="400050" indent="-171450" algn="l">
              <a:lnSpc>
                <a:spcPct val="110000"/>
              </a:lnSpc>
              <a:spcBef>
                <a:spcPts val="0"/>
              </a:spcBef>
              <a:spcAft>
                <a:spcPts val="900"/>
              </a:spcAft>
              <a:buChar char="•"/>
              <a:defRPr sz="1575" b="0">
                <a:solidFill>
                  <a:schemeClr val="tx1"/>
                </a:solidFill>
                <a:latin typeface="+mn-lt"/>
                <a:ea typeface="+mn-lt"/>
                <a:cs typeface="+mn-lt"/>
              </a:defRPr>
            </a:lvl2pPr>
            <a:lvl3pPr marL="628650" indent="-171450" algn="l">
              <a:lnSpc>
                <a:spcPct val="110000"/>
              </a:lnSpc>
              <a:spcBef>
                <a:spcPts val="0"/>
              </a:spcBef>
              <a:spcAft>
                <a:spcPts val="900"/>
              </a:spcAft>
              <a:buChar char="•"/>
              <a:defRPr sz="1575" b="0">
                <a:solidFill>
                  <a:schemeClr val="tx1"/>
                </a:solidFill>
                <a:latin typeface="+mn-lt"/>
                <a:ea typeface="+mn-lt"/>
                <a:cs typeface="+mn-lt"/>
              </a:defRPr>
            </a:lvl3pPr>
            <a:lvl4pPr marL="857250" indent="-171450" algn="l">
              <a:lnSpc>
                <a:spcPct val="110000"/>
              </a:lnSpc>
              <a:spcBef>
                <a:spcPts val="0"/>
              </a:spcBef>
              <a:spcAft>
                <a:spcPts val="900"/>
              </a:spcAft>
              <a:buChar char="•"/>
              <a:defRPr sz="1575" b="0">
                <a:solidFill>
                  <a:schemeClr val="tx1"/>
                </a:solidFill>
                <a:latin typeface="+mn-lt"/>
                <a:ea typeface="+mn-lt"/>
                <a:cs typeface="+mn-lt"/>
              </a:defRPr>
            </a:lvl4pPr>
            <a:lvl5pPr marL="1085850" indent="-171450" algn="l">
              <a:lnSpc>
                <a:spcPct val="110000"/>
              </a:lnSpc>
              <a:spcBef>
                <a:spcPts val="0"/>
              </a:spcBef>
              <a:spcAft>
                <a:spcPts val="900"/>
              </a:spcAft>
              <a:buChar char="•"/>
              <a:defRPr sz="1575" b="0">
                <a:solidFill>
                  <a:schemeClr val="tx1"/>
                </a:solidFill>
                <a:latin typeface="+mn-lt"/>
                <a:ea typeface="+mn-lt"/>
                <a:cs typeface="+mn-lt"/>
              </a:defRPr>
            </a:lvl5pPr>
            <a:lvl6pPr marL="1314450" indent="-171450" algn="l">
              <a:lnSpc>
                <a:spcPct val="110000"/>
              </a:lnSpc>
              <a:spcBef>
                <a:spcPts val="0"/>
              </a:spcBef>
              <a:spcAft>
                <a:spcPts val="900"/>
              </a:spcAft>
              <a:buChar char="•"/>
              <a:defRPr sz="1575" b="0">
                <a:solidFill>
                  <a:schemeClr val="tx1"/>
                </a:solidFill>
                <a:latin typeface="+mn-lt"/>
                <a:ea typeface="+mn-lt"/>
                <a:cs typeface="+mn-lt"/>
              </a:defRPr>
            </a:lvl6pPr>
            <a:lvl7pPr marL="1543050" indent="-171450" algn="l">
              <a:lnSpc>
                <a:spcPct val="110000"/>
              </a:lnSpc>
              <a:spcBef>
                <a:spcPts val="0"/>
              </a:spcBef>
              <a:spcAft>
                <a:spcPts val="900"/>
              </a:spcAft>
              <a:buChar char="•"/>
              <a:defRPr sz="1575" b="0">
                <a:solidFill>
                  <a:schemeClr val="tx1"/>
                </a:solidFill>
                <a:latin typeface="+mn-lt"/>
                <a:ea typeface="+mn-lt"/>
                <a:cs typeface="+mn-lt"/>
              </a:defRPr>
            </a:lvl7pPr>
            <a:lvl8pPr marL="1771650" indent="-171450" algn="l">
              <a:lnSpc>
                <a:spcPct val="110000"/>
              </a:lnSpc>
              <a:spcBef>
                <a:spcPts val="0"/>
              </a:spcBef>
              <a:spcAft>
                <a:spcPts val="900"/>
              </a:spcAft>
              <a:buChar char="•"/>
              <a:defRPr sz="1575" b="0">
                <a:solidFill>
                  <a:schemeClr val="tx1"/>
                </a:solidFill>
                <a:latin typeface="+mn-lt"/>
                <a:ea typeface="+mn-lt"/>
                <a:cs typeface="+mn-lt"/>
              </a:defRPr>
            </a:lvl8pPr>
            <a:lvl9pPr marL="2000250" indent="-171450" algn="l">
              <a:lnSpc>
                <a:spcPct val="110000"/>
              </a:lnSpc>
              <a:spcBef>
                <a:spcPts val="0"/>
              </a:spcBef>
              <a:spcAft>
                <a:spcPts val="900"/>
              </a:spcAft>
              <a:buChar char="•"/>
              <a:defRPr sz="1575"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9429220-3DB6-48C8-864D-31FAE3E2B330}"/>
              </a:ext>
            </a:extLst>
          </p:cNvPr>
          <p:cNvSpPr>
            <a:spLocks xmlns:a="http://schemas.openxmlformats.org/drawingml/2006/main" noGrp="1"/>
          </p:cNvSpPr>
          <p:nvPr>
            <p:ph type="title" idx="0"/>
          </p:nvPr>
        </p:nvSpPr>
        <p:spPr>
          <a:xfrm xmlns:a="http://schemas.openxmlformats.org/drawingml/2006/main">
            <a:off x="514350" y="400050"/>
            <a:ext cx="8115300" cy="6286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475" b="1">
                <a:solidFill>
                  <a:schemeClr val="tx1"/>
                </a:solidFill>
                <a:latin typeface="+mj-lt"/>
                <a:ea typeface="+mj-lt"/>
                <a:cs typeface="+mj-lt"/>
              </a:defRPr>
            </a:defPPr>
            <a:lvl1pPr marL="0" indent="0" algn="l">
              <a:lnSpc>
                <a:spcPct val="110000"/>
              </a:lnSpc>
              <a:spcBef>
                <a:spcPts val="0"/>
              </a:spcBef>
              <a:spcAft>
                <a:spcPts val="0"/>
              </a:spcAft>
              <a:buNone/>
              <a:defRPr sz="2475" b="1">
                <a:solidFill>
                  <a:schemeClr val="tx1"/>
                </a:solidFill>
                <a:latin typeface="+mj-lt"/>
                <a:ea typeface="+mj-lt"/>
                <a:cs typeface="+mj-lt"/>
              </a:defRPr>
            </a:lvl1pPr>
            <a:lvl2pPr marL="0" indent="0" algn="l">
              <a:lnSpc>
                <a:spcPct val="110000"/>
              </a:lnSpc>
              <a:spcBef>
                <a:spcPts val="0"/>
              </a:spcBef>
              <a:spcAft>
                <a:spcPts val="0"/>
              </a:spcAft>
              <a:buNone/>
              <a:defRPr sz="2475" b="1">
                <a:solidFill>
                  <a:schemeClr val="tx1"/>
                </a:solidFill>
                <a:latin typeface="+mj-lt"/>
                <a:ea typeface="+mj-lt"/>
                <a:cs typeface="+mj-lt"/>
              </a:defRPr>
            </a:lvl2pPr>
            <a:lvl3pPr marL="0" indent="0" algn="l">
              <a:lnSpc>
                <a:spcPct val="110000"/>
              </a:lnSpc>
              <a:spcBef>
                <a:spcPts val="0"/>
              </a:spcBef>
              <a:spcAft>
                <a:spcPts val="0"/>
              </a:spcAft>
              <a:buNone/>
              <a:defRPr sz="2475" b="1">
                <a:solidFill>
                  <a:schemeClr val="tx1"/>
                </a:solidFill>
                <a:latin typeface="+mj-lt"/>
                <a:ea typeface="+mj-lt"/>
                <a:cs typeface="+mj-lt"/>
              </a:defRPr>
            </a:lvl3pPr>
            <a:lvl4pPr marL="0" indent="0" algn="l">
              <a:lnSpc>
                <a:spcPct val="110000"/>
              </a:lnSpc>
              <a:spcBef>
                <a:spcPts val="0"/>
              </a:spcBef>
              <a:spcAft>
                <a:spcPts val="0"/>
              </a:spcAft>
              <a:buNone/>
              <a:defRPr sz="2475" b="1">
                <a:solidFill>
                  <a:schemeClr val="tx1"/>
                </a:solidFill>
                <a:latin typeface="+mj-lt"/>
                <a:ea typeface="+mj-lt"/>
                <a:cs typeface="+mj-lt"/>
              </a:defRPr>
            </a:lvl4pPr>
            <a:lvl5pPr marL="0" indent="0" algn="l">
              <a:lnSpc>
                <a:spcPct val="110000"/>
              </a:lnSpc>
              <a:spcBef>
                <a:spcPts val="0"/>
              </a:spcBef>
              <a:spcAft>
                <a:spcPts val="0"/>
              </a:spcAft>
              <a:buNone/>
              <a:defRPr sz="2475" b="1">
                <a:solidFill>
                  <a:schemeClr val="tx1"/>
                </a:solidFill>
                <a:latin typeface="+mj-lt"/>
                <a:ea typeface="+mj-lt"/>
                <a:cs typeface="+mj-lt"/>
              </a:defRPr>
            </a:lvl5pPr>
            <a:lvl6pPr marL="0" indent="0" algn="l">
              <a:lnSpc>
                <a:spcPct val="110000"/>
              </a:lnSpc>
              <a:spcBef>
                <a:spcPts val="0"/>
              </a:spcBef>
              <a:spcAft>
                <a:spcPts val="0"/>
              </a:spcAft>
              <a:buNone/>
              <a:defRPr sz="2475" b="1">
                <a:solidFill>
                  <a:schemeClr val="tx1"/>
                </a:solidFill>
                <a:latin typeface="+mj-lt"/>
                <a:ea typeface="+mj-lt"/>
                <a:cs typeface="+mj-lt"/>
              </a:defRPr>
            </a:lvl6pPr>
            <a:lvl7pPr marL="0" indent="0" algn="l">
              <a:lnSpc>
                <a:spcPct val="110000"/>
              </a:lnSpc>
              <a:spcBef>
                <a:spcPts val="0"/>
              </a:spcBef>
              <a:spcAft>
                <a:spcPts val="0"/>
              </a:spcAft>
              <a:buNone/>
              <a:defRPr sz="2475" b="1">
                <a:solidFill>
                  <a:schemeClr val="tx1"/>
                </a:solidFill>
                <a:latin typeface="+mj-lt"/>
                <a:ea typeface="+mj-lt"/>
                <a:cs typeface="+mj-lt"/>
              </a:defRPr>
            </a:lvl7pPr>
            <a:lvl8pPr marL="0" indent="0" algn="l">
              <a:lnSpc>
                <a:spcPct val="110000"/>
              </a:lnSpc>
              <a:spcBef>
                <a:spcPts val="0"/>
              </a:spcBef>
              <a:spcAft>
                <a:spcPts val="0"/>
              </a:spcAft>
              <a:buNone/>
              <a:defRPr sz="2475" b="1">
                <a:solidFill>
                  <a:schemeClr val="tx1"/>
                </a:solidFill>
                <a:latin typeface="+mj-lt"/>
                <a:ea typeface="+mj-lt"/>
                <a:cs typeface="+mj-lt"/>
              </a:defRPr>
            </a:lvl8pPr>
            <a:lvl9pPr marL="0" indent="0" algn="l">
              <a:lnSpc>
                <a:spcPct val="110000"/>
              </a:lnSpc>
              <a:spcBef>
                <a:spcPts val="0"/>
              </a:spcBef>
              <a:spcAft>
                <a:spcPts val="0"/>
              </a:spcAft>
              <a:buNone/>
              <a:defRPr sz="2475"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BA45A5B-777D-423E-AEF5-2605A998D68F}"/>
              </a:ext>
            </a:extLst>
          </p:cNvPr>
          <p:cNvSpPr>
            <a:spLocks xmlns:a="http://schemas.openxmlformats.org/drawingml/2006/main" noGrp="1"/>
          </p:cNvSpPr>
          <p:nvPr>
            <p:ph type="body" idx="1"/>
          </p:nvPr>
        </p:nvSpPr>
        <p:spPr>
          <a:xfrm xmlns:a="http://schemas.openxmlformats.org/drawingml/2006/main">
            <a:off x="514350" y="1428750"/>
            <a:ext cx="3771900" cy="32004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688" b="0">
                <a:solidFill>
                  <a:schemeClr val="tx1"/>
                </a:solidFill>
                <a:latin typeface="+mn-lt"/>
                <a:ea typeface="+mn-lt"/>
                <a:cs typeface="+mn-lt"/>
              </a:defRPr>
            </a:defPPr>
            <a:lvl1pPr marL="171450" indent="-171450" algn="l">
              <a:lnSpc>
                <a:spcPct val="110000"/>
              </a:lnSpc>
              <a:spcBef>
                <a:spcPts val="0"/>
              </a:spcBef>
              <a:spcAft>
                <a:spcPts val="900"/>
              </a:spcAft>
              <a:buChar char="•"/>
              <a:defRPr sz="1688" b="0">
                <a:solidFill>
                  <a:schemeClr val="tx1"/>
                </a:solidFill>
                <a:latin typeface="+mn-lt"/>
                <a:ea typeface="+mn-lt"/>
                <a:cs typeface="+mn-lt"/>
              </a:defRPr>
            </a:lvl1pPr>
            <a:lvl2pPr marL="400050" indent="-171450" algn="l">
              <a:lnSpc>
                <a:spcPct val="110000"/>
              </a:lnSpc>
              <a:spcBef>
                <a:spcPts val="0"/>
              </a:spcBef>
              <a:spcAft>
                <a:spcPts val="900"/>
              </a:spcAft>
              <a:buChar char="•"/>
              <a:defRPr sz="1688" b="0">
                <a:solidFill>
                  <a:schemeClr val="tx1"/>
                </a:solidFill>
                <a:latin typeface="+mn-lt"/>
                <a:ea typeface="+mn-lt"/>
                <a:cs typeface="+mn-lt"/>
              </a:defRPr>
            </a:lvl2pPr>
            <a:lvl3pPr marL="628650" indent="-171450" algn="l">
              <a:lnSpc>
                <a:spcPct val="110000"/>
              </a:lnSpc>
              <a:spcBef>
                <a:spcPts val="0"/>
              </a:spcBef>
              <a:spcAft>
                <a:spcPts val="900"/>
              </a:spcAft>
              <a:buChar char="•"/>
              <a:defRPr sz="1688" b="0">
                <a:solidFill>
                  <a:schemeClr val="tx1"/>
                </a:solidFill>
                <a:latin typeface="+mn-lt"/>
                <a:ea typeface="+mn-lt"/>
                <a:cs typeface="+mn-lt"/>
              </a:defRPr>
            </a:lvl3pPr>
            <a:lvl4pPr marL="857250" indent="-171450" algn="l">
              <a:lnSpc>
                <a:spcPct val="110000"/>
              </a:lnSpc>
              <a:spcBef>
                <a:spcPts val="0"/>
              </a:spcBef>
              <a:spcAft>
                <a:spcPts val="900"/>
              </a:spcAft>
              <a:buChar char="•"/>
              <a:defRPr sz="1688" b="0">
                <a:solidFill>
                  <a:schemeClr val="tx1"/>
                </a:solidFill>
                <a:latin typeface="+mn-lt"/>
                <a:ea typeface="+mn-lt"/>
                <a:cs typeface="+mn-lt"/>
              </a:defRPr>
            </a:lvl4pPr>
            <a:lvl5pPr marL="1085850" indent="-171450" algn="l">
              <a:lnSpc>
                <a:spcPct val="110000"/>
              </a:lnSpc>
              <a:spcBef>
                <a:spcPts val="0"/>
              </a:spcBef>
              <a:spcAft>
                <a:spcPts val="900"/>
              </a:spcAft>
              <a:buChar char="•"/>
              <a:defRPr sz="1688" b="0">
                <a:solidFill>
                  <a:schemeClr val="tx1"/>
                </a:solidFill>
                <a:latin typeface="+mn-lt"/>
                <a:ea typeface="+mn-lt"/>
                <a:cs typeface="+mn-lt"/>
              </a:defRPr>
            </a:lvl5pPr>
            <a:lvl6pPr marL="1314450" indent="-171450" algn="l">
              <a:lnSpc>
                <a:spcPct val="110000"/>
              </a:lnSpc>
              <a:spcBef>
                <a:spcPts val="0"/>
              </a:spcBef>
              <a:spcAft>
                <a:spcPts val="900"/>
              </a:spcAft>
              <a:buChar char="•"/>
              <a:defRPr sz="1688" b="0">
                <a:solidFill>
                  <a:schemeClr val="tx1"/>
                </a:solidFill>
                <a:latin typeface="+mn-lt"/>
                <a:ea typeface="+mn-lt"/>
                <a:cs typeface="+mn-lt"/>
              </a:defRPr>
            </a:lvl6pPr>
            <a:lvl7pPr marL="1543050" indent="-171450" algn="l">
              <a:lnSpc>
                <a:spcPct val="110000"/>
              </a:lnSpc>
              <a:spcBef>
                <a:spcPts val="0"/>
              </a:spcBef>
              <a:spcAft>
                <a:spcPts val="900"/>
              </a:spcAft>
              <a:buChar char="•"/>
              <a:defRPr sz="1688" b="0">
                <a:solidFill>
                  <a:schemeClr val="tx1"/>
                </a:solidFill>
                <a:latin typeface="+mn-lt"/>
                <a:ea typeface="+mn-lt"/>
                <a:cs typeface="+mn-lt"/>
              </a:defRPr>
            </a:lvl7pPr>
            <a:lvl8pPr marL="1771650" indent="-171450" algn="l">
              <a:lnSpc>
                <a:spcPct val="110000"/>
              </a:lnSpc>
              <a:spcBef>
                <a:spcPts val="0"/>
              </a:spcBef>
              <a:spcAft>
                <a:spcPts val="900"/>
              </a:spcAft>
              <a:buChar char="•"/>
              <a:defRPr sz="1688" b="0">
                <a:solidFill>
                  <a:schemeClr val="tx1"/>
                </a:solidFill>
                <a:latin typeface="+mn-lt"/>
                <a:ea typeface="+mn-lt"/>
                <a:cs typeface="+mn-lt"/>
              </a:defRPr>
            </a:lvl8pPr>
            <a:lvl9pPr marL="2000250" indent="-171450" algn="l">
              <a:lnSpc>
                <a:spcPct val="110000"/>
              </a:lnSpc>
              <a:spcBef>
                <a:spcPts val="0"/>
              </a:spcBef>
              <a:spcAft>
                <a:spcPts val="900"/>
              </a:spcAft>
              <a:buChar char="•"/>
              <a:defRPr sz="1688"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418c94f6ac24a31" /><Relationship Type="http://schemas.openxmlformats.org/officeDocument/2006/relationships/slideLayout" Target="/ppt/slideLayouts/slideLayout1.xml" Id="Ra876dde16b214360" /><Relationship Type="http://schemas.openxmlformats.org/officeDocument/2006/relationships/slideLayout" Target="/ppt/slideLayouts/slideLayout2.xml" Id="Rc5dff3cbd7b14ae1" /><Relationship Type="http://schemas.openxmlformats.org/officeDocument/2006/relationships/slideLayout" Target="/ppt/slideLayouts/slideLayout3.xml" Id="Rd5b1d295b2794ab2" /><Relationship Type="http://schemas.openxmlformats.org/officeDocument/2006/relationships/slideLayout" Target="/ppt/slideLayouts/slideLayout4.xml" Id="Rc1e90ab324444b18" /><Relationship Type="http://schemas.openxmlformats.org/officeDocument/2006/relationships/slideLayout" Target="/ppt/slideLayouts/slideLayout5.xml" Id="Rad498a4ef64f46df" /><Relationship Type="http://schemas.openxmlformats.org/officeDocument/2006/relationships/slideLayout" Target="/ppt/slideLayouts/slideLayout6.xml" Id="Re0762167632d44d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876dde16b214360"/>
    <p:sldLayoutId xmlns:r="http://schemas.openxmlformats.org/officeDocument/2006/relationships" id="2147483650" r:id="Rc5dff3cbd7b14ae1"/>
    <p:sldLayoutId xmlns:r="http://schemas.openxmlformats.org/officeDocument/2006/relationships" id="2147483651" r:id="Rd5b1d295b2794ab2"/>
    <p:sldLayoutId xmlns:r="http://schemas.openxmlformats.org/officeDocument/2006/relationships" id="2147483652" r:id="Rc1e90ab324444b18"/>
    <p:sldLayoutId xmlns:r="http://schemas.openxmlformats.org/officeDocument/2006/relationships" id="2147483653" r:id="Rad498a4ef64f46df"/>
    <p:sldLayoutId xmlns:r="http://schemas.openxmlformats.org/officeDocument/2006/relationships" id="2147483654" r:id="Re0762167632d44d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9026cafb7e5c4d29" /><Relationship Type="http://schemas.openxmlformats.org/officeDocument/2006/relationships/image" Target="/ppt/media/image.jpeg" Id="R94dd89c5b17b4da2" /><Relationship Type="http://schemas.openxmlformats.org/officeDocument/2006/relationships/notesSlide" Target="/ppt/notesSlides/notesSlide1.xml" Id="Rc8529e6dc038449a"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5854484f5fb14e04" /><Relationship Type="http://schemas.openxmlformats.org/officeDocument/2006/relationships/image" Target="/ppt/media/image.png" Id="R0da2c42dcabd423e" /><Relationship Type="http://schemas.openxmlformats.org/officeDocument/2006/relationships/notesSlide" Target="/ppt/notesSlides/notesSlide2.xml" Id="Rff1847e5aa1948a8"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2a699bc1e4504743" /><Relationship Type="http://schemas.openxmlformats.org/officeDocument/2006/relationships/image" Target="/ppt/media/image2.png" Id="R08400d5ee3624a54" /><Relationship Type="http://schemas.openxmlformats.org/officeDocument/2006/relationships/notesSlide" Target="/ppt/notesSlides/notesSlide3.xml" Id="R6396587379914910"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d72180af7d64476c" /><Relationship Type="http://schemas.openxmlformats.org/officeDocument/2006/relationships/image" Target="/ppt/media/image3.png" Id="Rf36713efdbcd4326" /><Relationship Type="http://schemas.openxmlformats.org/officeDocument/2006/relationships/notesSlide" Target="/ppt/notesSlides/notesSlide4.xml" Id="R312b1d8637a546eb"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f70cde9a7d974d2d" /><Relationship Type="http://schemas.openxmlformats.org/officeDocument/2006/relationships/image" Target="/ppt/media/image4.png" Id="R9937c366f0014421" /><Relationship Type="http://schemas.openxmlformats.org/officeDocument/2006/relationships/notesSlide" Target="/ppt/notesSlides/notesSlide5.xml" Id="R5da755fd90c94e36"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89ab9639088d4f49" /><Relationship Type="http://schemas.openxmlformats.org/officeDocument/2006/relationships/image" Target="/ppt/media/image5.png" Id="R369c5b14cc854553" /><Relationship Type="http://schemas.openxmlformats.org/officeDocument/2006/relationships/notesSlide" Target="/ppt/notesSlides/notesSlide6.xml" Id="R693d69287f864757"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5e1e90f172eb4c6b" /><Relationship Type="http://schemas.openxmlformats.org/officeDocument/2006/relationships/image" Target="/ppt/media/image6.png" Id="Rd7fad0fcd2534a36" /><Relationship Type="http://schemas.openxmlformats.org/officeDocument/2006/relationships/notesSlide" Target="/ppt/notesSlides/notesSlide7.xml" Id="R8cf55d2e21bb4a65"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50558062c9a7497f" /><Relationship Type="http://schemas.openxmlformats.org/officeDocument/2006/relationships/image" Target="/ppt/media/image7.png" Id="R2167631a1f5c4843" /><Relationship Type="http://schemas.openxmlformats.org/officeDocument/2006/relationships/hyperlink" Target="../Labs/Control/index.html#pid" TargetMode="External" Id="Rb33f8d539de04aa3" /><Relationship Type="http://schemas.openxmlformats.org/officeDocument/2006/relationships/notesSlide" Target="/ppt/notesSlides/notesSlide8.xml" Id="R7c5cb51953c64140"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0e66298a54294250" /><Relationship Type="http://schemas.openxmlformats.org/officeDocument/2006/relationships/image" Target="/ppt/media/image8.png" Id="Reec9f8b7b75b48a0" /><Relationship Type="http://schemas.openxmlformats.org/officeDocument/2006/relationships/image" Target="/ppt/media/image9.png" Id="Rb1889d23d7304116" /><Relationship Type="http://schemas.openxmlformats.org/officeDocument/2006/relationships/hyperlink" Target="../Labs/Control/index.html#pid" TargetMode="External" Id="Rabf6ca286dbc465f" /><Relationship Type="http://schemas.openxmlformats.org/officeDocument/2006/relationships/notesSlide" Target="/ppt/notesSlides/notesSlide9.xml" Id="R27eb037a34db460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70fff5fa2701409a" /><Relationship Type="http://schemas.openxmlformats.org/officeDocument/2006/relationships/image" Target="/ppt/media/image10.png" Id="R7ca8902b61904881" /><Relationship Type="http://schemas.openxmlformats.org/officeDocument/2006/relationships/image" Target="/ppt/media/image11.png" Id="Rc6c228c047ea4753" /><Relationship Type="http://schemas.openxmlformats.org/officeDocument/2006/relationships/hyperlink" Target="../Labs/Control/index.html#pid" TargetMode="External" Id="R3a33c33dda9c48a3" /><Relationship Type="http://schemas.openxmlformats.org/officeDocument/2006/relationships/notesSlide" Target="/ppt/notesSlides/notesSlide10.xml" Id="Rfb05fe966e0946a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05738bb1f7874db7" /><Relationship Type="http://schemas.openxmlformats.org/officeDocument/2006/relationships/image" Target="/ppt/media/image12.png" Id="R773f0190ac634ec1" /><Relationship Type="http://schemas.openxmlformats.org/officeDocument/2006/relationships/image" Target="/ppt/media/image13.png" Id="Rd93c4c926bac4a78" /><Relationship Type="http://schemas.openxmlformats.org/officeDocument/2006/relationships/notesSlide" Target="/ppt/notesSlides/notesSlide11.xml" Id="R0112d58c4e73425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9f1d2eee8bde40ad" /><Relationship Type="http://schemas.openxmlformats.org/officeDocument/2006/relationships/image" Target="/ppt/media/image14.png" Id="R4a397b9f158349b1" /><Relationship Type="http://schemas.openxmlformats.org/officeDocument/2006/relationships/image" Target="/ppt/media/image15.png" Id="Re3b0819ea6dd4ded" /><Relationship Type="http://schemas.openxmlformats.org/officeDocument/2006/relationships/hyperlink" Target="../Labs/Control/index.html#pid" TargetMode="External" Id="Rca62dbedce6646f7" /><Relationship Type="http://schemas.openxmlformats.org/officeDocument/2006/relationships/notesSlide" Target="/ppt/notesSlides/notesSlide12.xml" Id="R71868c05073649d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5414615df2d74f77" /><Relationship Type="http://schemas.openxmlformats.org/officeDocument/2006/relationships/image" Target="/ppt/media/image16.png" Id="R05b6e2493dac4177" /><Relationship Type="http://schemas.openxmlformats.org/officeDocument/2006/relationships/notesSlide" Target="/ppt/notesSlides/notesSlide13.xml" Id="R2ee3d5e6de6a438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71f35976d8a2461e" /><Relationship Type="http://schemas.openxmlformats.org/officeDocument/2006/relationships/image" Target="/ppt/media/image17.png" Id="R18b4260c1458411e" /><Relationship Type="http://schemas.openxmlformats.org/officeDocument/2006/relationships/image" Target="/ppt/media/image18.png" Id="Rf4fa8db58db14a81" /><Relationship Type="http://schemas.openxmlformats.org/officeDocument/2006/relationships/hyperlink" Target="../Labs/Control/index.html#pure" TargetMode="External" Id="R77bf937e9ea34894" /><Relationship Type="http://schemas.openxmlformats.org/officeDocument/2006/relationships/notesSlide" Target="/ppt/notesSlides/notesSlide14.xml" Id="R27e2f31310b44d0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1586319a830b4146" /><Relationship Type="http://schemas.openxmlformats.org/officeDocument/2006/relationships/image" Target="/ppt/media/image19.png" Id="R3cafbfe676864af9" /><Relationship Type="http://schemas.openxmlformats.org/officeDocument/2006/relationships/hyperlink" Target="../Labs/Control/index.html#pure" TargetMode="External" Id="Rac2d5d93627149c1" /><Relationship Type="http://schemas.openxmlformats.org/officeDocument/2006/relationships/notesSlide" Target="/ppt/notesSlides/notesSlide15.xml" Id="R7799cd0722a6447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602b7b738828470e" /><Relationship Type="http://schemas.openxmlformats.org/officeDocument/2006/relationships/image" Target="/ppt/media/image20.png" Id="R4867aea78c10438f" /><Relationship Type="http://schemas.openxmlformats.org/officeDocument/2006/relationships/image" Target="/ppt/media/image21.png" Id="R2e2d84dfaaec4719" /><Relationship Type="http://schemas.openxmlformats.org/officeDocument/2006/relationships/hyperlink" Target="../Labs/Control/index.html#stanley" TargetMode="External" Id="R8e0ebfec68f94a0d" /><Relationship Type="http://schemas.openxmlformats.org/officeDocument/2006/relationships/notesSlide" Target="/ppt/notesSlides/notesSlide16.xml" Id="Rcf83c963b34246b8"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25ca027c55494599" /><Relationship Type="http://schemas.openxmlformats.org/officeDocument/2006/relationships/image" Target="/ppt/media/image22.png" Id="R0b2d5a89aed6406c" /><Relationship Type="http://schemas.openxmlformats.org/officeDocument/2006/relationships/image" Target="/ppt/media/image23.png" Id="R53d68fdcf3ce4e4c" /><Relationship Type="http://schemas.openxmlformats.org/officeDocument/2006/relationships/hyperlink" Target="../Labs/Control/index.html#stanley" TargetMode="External" Id="R54c77206abbc4aaa" /><Relationship Type="http://schemas.openxmlformats.org/officeDocument/2006/relationships/notesSlide" Target="/ppt/notesSlides/notesSlide17.xml" Id="Re4737d7a702d4389"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6cac650fabc347bb" /><Relationship Type="http://schemas.openxmlformats.org/officeDocument/2006/relationships/image" Target="/ppt/media/image24.png" Id="R03cc1cb581a14ff2" /><Relationship Type="http://schemas.openxmlformats.org/officeDocument/2006/relationships/notesSlide" Target="/ppt/notesSlides/notesSlide18.xml" Id="R9ef2f40f1bc34f90"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2b68fae2eaab4d43" /><Relationship Type="http://schemas.openxmlformats.org/officeDocument/2006/relationships/image" Target="/ppt/media/image25.png" Id="R4b0e040d8aa0437e" /><Relationship Type="http://schemas.openxmlformats.org/officeDocument/2006/relationships/image" Target="/ppt/media/image26.png" Id="R2937d8c8ef1641c4" /><Relationship Type="http://schemas.openxmlformats.org/officeDocument/2006/relationships/hyperlink" Target="../Labs/Control/index.html#lqr" TargetMode="External" Id="R38ee538eaf6740a8" /><Relationship Type="http://schemas.openxmlformats.org/officeDocument/2006/relationships/notesSlide" Target="/ppt/notesSlides/notesSlide19.xml" Id="Reccc9ff7c43e4ce3"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608422f525fe41c7" /><Relationship Type="http://schemas.openxmlformats.org/officeDocument/2006/relationships/image" Target="/ppt/media/image27.png" Id="R697aec957ced4abb" /><Relationship Type="http://schemas.openxmlformats.org/officeDocument/2006/relationships/image" Target="/ppt/media/image28.png" Id="R25734a4d14c84b72" /><Relationship Type="http://schemas.openxmlformats.org/officeDocument/2006/relationships/hyperlink" Target="../Labs/Control/index.html#lqr" TargetMode="External" Id="R3014b90fe1504253" /><Relationship Type="http://schemas.openxmlformats.org/officeDocument/2006/relationships/notesSlide" Target="/ppt/notesSlides/notesSlide20.xml" Id="R46ca0cb9f9154f84"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bef54226df0447b6" /><Relationship Type="http://schemas.openxmlformats.org/officeDocument/2006/relationships/image" Target="/ppt/media/image29.png" Id="R938fb69c05794b49" /><Relationship Type="http://schemas.openxmlformats.org/officeDocument/2006/relationships/notesSlide" Target="/ppt/notesSlides/notesSlide21.xml" Id="Rcd66a8ba80b94a52"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043dbe6f5e4946fe" /><Relationship Type="http://schemas.openxmlformats.org/officeDocument/2006/relationships/image" Target="/ppt/media/image30.png" Id="R694462c0d33a4e2a" /><Relationship Type="http://schemas.openxmlformats.org/officeDocument/2006/relationships/notesSlide" Target="/ppt/notesSlides/notesSlide22.xml" Id="Rb799c4294d224358"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e7e7b7066d5d4d50" /><Relationship Type="http://schemas.openxmlformats.org/officeDocument/2006/relationships/image" Target="/ppt/media/image31.png" Id="R04150af8a8cb449e" /><Relationship Type="http://schemas.openxmlformats.org/officeDocument/2006/relationships/image" Target="/ppt/media/image32.png" Id="Rdc5ce3c4794c4114" /><Relationship Type="http://schemas.openxmlformats.org/officeDocument/2006/relationships/hyperlink" Target="../Labs/Control/index.html#mpc" TargetMode="External" Id="Rf495276b746e4bce" /><Relationship Type="http://schemas.openxmlformats.org/officeDocument/2006/relationships/notesSlide" Target="/ppt/notesSlides/notesSlide23.xml" Id="Rfe416bc071f64a1e"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4f822e4760e74fdf" /><Relationship Type="http://schemas.openxmlformats.org/officeDocument/2006/relationships/image" Target="/ppt/media/image33.png" Id="R8fbcc779e5654825" /><Relationship Type="http://schemas.openxmlformats.org/officeDocument/2006/relationships/image" Target="/ppt/media/image34.png" Id="Rf79fa450471b4110" /><Relationship Type="http://schemas.openxmlformats.org/officeDocument/2006/relationships/hyperlink" Target="../Labs/Control/index.html#mpc" TargetMode="External" Id="R49da4d1d5d924716" /><Relationship Type="http://schemas.openxmlformats.org/officeDocument/2006/relationships/notesSlide" Target="/ppt/notesSlides/notesSlide24.xml" Id="R876d11669334458f"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1cb2b7b3cbee410a" /><Relationship Type="http://schemas.openxmlformats.org/officeDocument/2006/relationships/image" Target="/ppt/media/image35.png" Id="R2be75a1735124a68" /><Relationship Type="http://schemas.openxmlformats.org/officeDocument/2006/relationships/notesSlide" Target="/ppt/notesSlides/notesSlide25.xml" Id="R297b439c326a4aa5"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6ec024fe3d584f63" /><Relationship Type="http://schemas.openxmlformats.org/officeDocument/2006/relationships/image" Target="/ppt/media/image36.png" Id="R5d0b3402c0f840f5" /><Relationship Type="http://schemas.openxmlformats.org/officeDocument/2006/relationships/image" Target="/ppt/media/image37.png" Id="R5d3fe298c2084a79" /><Relationship Type="http://schemas.openxmlformats.org/officeDocument/2006/relationships/hyperlink" Target="../Labs/Control/index.html#mpc" TargetMode="External" Id="R647ee8600f8645c1" /><Relationship Type="http://schemas.openxmlformats.org/officeDocument/2006/relationships/notesSlide" Target="/ppt/notesSlides/notesSlide26.xml" Id="R0faf68dc1ea44e8f"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6a22a4666f584b0f" /><Relationship Type="http://schemas.openxmlformats.org/officeDocument/2006/relationships/image" Target="/ppt/media/image38.png" Id="R703e3e71abed417d" /><Relationship Type="http://schemas.openxmlformats.org/officeDocument/2006/relationships/image" Target="/ppt/media/image39.png" Id="R26679c910b464cc8" /><Relationship Type="http://schemas.openxmlformats.org/officeDocument/2006/relationships/hyperlink" Target="../Labs/Control/index.html#mpc" TargetMode="External" Id="Rdf829d4394b54a99" /><Relationship Type="http://schemas.openxmlformats.org/officeDocument/2006/relationships/notesSlide" Target="/ppt/notesSlides/notesSlide27.xml" Id="Ra83f7452f193419d"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842887a46e194e53" /><Relationship Type="http://schemas.openxmlformats.org/officeDocument/2006/relationships/image" Target="/ppt/media/image40.png" Id="R05d4314fb0c94193" /><Relationship Type="http://schemas.openxmlformats.org/officeDocument/2006/relationships/notesSlide" Target="/ppt/notesSlides/notesSlide28.xml" Id="Re09db8474b814342"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ba8954be84674699" /><Relationship Type="http://schemas.openxmlformats.org/officeDocument/2006/relationships/image" Target="/ppt/media/image41.png" Id="Ree1a1dfc76ae4919" /><Relationship Type="http://schemas.openxmlformats.org/officeDocument/2006/relationships/image" Target="/ppt/media/image42.png" Id="R4daacc28a3c146a1" /><Relationship Type="http://schemas.openxmlformats.org/officeDocument/2006/relationships/hyperlink" Target="../Labs/Control/index.html#compare" TargetMode="External" Id="R994d695b7cf24853" /><Relationship Type="http://schemas.openxmlformats.org/officeDocument/2006/relationships/notesSlide" Target="/ppt/notesSlides/notesSlide29.xml" Id="R6f3dc84afc42414c"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9fec705be26e4e78" /><Relationship Type="http://schemas.openxmlformats.org/officeDocument/2006/relationships/image" Target="/ppt/media/image43.png" Id="Rb9fef02dffe941b7" /><Relationship Type="http://schemas.openxmlformats.org/officeDocument/2006/relationships/image" Target="/ppt/media/image44.png" Id="R35c05c7452df4996" /><Relationship Type="http://schemas.openxmlformats.org/officeDocument/2006/relationships/hyperlink" Target="../Labs/Control/index.html#compare" TargetMode="External" Id="R1c0a707d60ec44ba" /><Relationship Type="http://schemas.openxmlformats.org/officeDocument/2006/relationships/notesSlide" Target="/ppt/notesSlides/notesSlide30.xml" Id="R989222b3962d46b0"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6997084056284352" /><Relationship Type="http://schemas.openxmlformats.org/officeDocument/2006/relationships/image" Target="/ppt/media/image45.png" Id="R6a716960db744767" /><Relationship Type="http://schemas.openxmlformats.org/officeDocument/2006/relationships/notesSlide" Target="/ppt/notesSlides/notesSlide31.xml" Id="R9a2920f1354c4522"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215f84d10d0d4db4" /><Relationship Type="http://schemas.openxmlformats.org/officeDocument/2006/relationships/image" Target="/ppt/media/image46.png" Id="R63d1ed58251a47ca" /><Relationship Type="http://schemas.openxmlformats.org/officeDocument/2006/relationships/notesSlide" Target="/ppt/notesSlides/notesSlide32.xml" Id="R1127baf57f254b89"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31b314fd9b944407" /><Relationship Type="http://schemas.openxmlformats.org/officeDocument/2006/relationships/image" Target="/ppt/media/image47.png" Id="Rbfc19426bc814679" /><Relationship Type="http://schemas.openxmlformats.org/officeDocument/2006/relationships/notesSlide" Target="/ppt/notesSlides/notesSlide33.xml" Id="R15c91bf76fbc4f02"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cf738737f6664b71" /><Relationship Type="http://schemas.openxmlformats.org/officeDocument/2006/relationships/image" Target="/ppt/media/image48.png" Id="R9a52741c69354312" /><Relationship Type="http://schemas.openxmlformats.org/officeDocument/2006/relationships/notesSlide" Target="/ppt/notesSlides/notesSlide34.xml" Id="Re6ba7ef2808b4468"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62ee80d2f8394ad3" /><Relationship Type="http://schemas.openxmlformats.org/officeDocument/2006/relationships/image" Target="/ppt/media/image49.png" Id="R000d9592b4594c15" /><Relationship Type="http://schemas.openxmlformats.org/officeDocument/2006/relationships/hyperlink" Target="../Labs/Control/index.html#compare" TargetMode="External" Id="R63ce1552e7c44b4e" /><Relationship Type="http://schemas.openxmlformats.org/officeDocument/2006/relationships/notesSlide" Target="/ppt/notesSlides/notesSlide35.xml" Id="Rea79d9aac92c4d7a"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7632A194-E716-4542-B98B-480B8B729C6A}"/>
              </a:ext>
            </a:extLst>
          </p:cNvPr>
          <p:cNvPicPr>
            <a:picLocks xmlns:a="http://schemas.openxmlformats.org/drawingml/2006/main" noChangeAspect="1"/>
          </p:cNvPicPr>
          <p:nvPr/>
        </p:nvPicPr>
        <p:blipFill>
          <a:blip xmlns:r="http://schemas.openxmlformats.org/officeDocument/2006/relationships" xmlns:a="http://schemas.openxmlformats.org/drawingml/2006/main" r:embed="R94dd89c5b17b4da2"/>
          <a:stretch xmlns:a="http://schemas.openxmlformats.org/drawingml/2006/main"/>
        </p:blipFill>
        <p:spPr>
          <a:xfrm xmlns:a="http://schemas.openxmlformats.org/drawingml/2006/main">
            <a:off x="0" y="0"/>
            <a:ext cx="9144000" cy="5143500"/>
          </a:xfrm>
          <a:prstGeom xmlns:a="http://schemas.openxmlformats.org/drawingml/2006/main" prst="rect">
            <a:avLst/>
          </a:prstGeom>
        </p:spPr>
      </p:pic>
      <p:sp>
        <p:nvSpPr>
          <p:cNvPr id="2" name="LECTURE 8">
            <a:extLst xmlns:a="http://schemas.openxmlformats.org/drawingml/2006/main">
              <a:ext uri="{FF2B5EF4-FFF2-40B4-BE49-F238E27FC236}">
                <a16:creationId xmlns:a16="http://schemas.microsoft.com/office/drawing/2014/main" id="{C6D455AD-68AE-41DA-9DF7-35D7615974FD}"/>
              </a:ext>
            </a:extLst>
          </p:cNvPr>
          <p:cNvSpPr>
            <a:spLocks xmlns:a="http://schemas.openxmlformats.org/drawingml/2006/main" noGrp="1"/>
          </p:cNvSpPr>
          <p:nvPr/>
        </p:nvSpPr>
        <p:spPr>
          <a:xfrm xmlns:a="http://schemas.openxmlformats.org/drawingml/2006/main">
            <a:off x="619125" y="904875"/>
            <a:ext cx="762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725" b="1">
                <a:solidFill>
                  <a:srgbClr val="FFFFFF"/>
                </a:solidFill>
                <a:latin typeface="Arial"/>
                <a:ea typeface="Arial"/>
                <a:cs typeface="Arial"/>
              </a:defRPr>
            </a:defPPr>
            <a:lvl1pPr>
              <a:defRPr sz="1725" b="1">
                <a:solidFill>
                  <a:srgbClr val="FFFFFF"/>
                </a:solidFill>
                <a:latin typeface="Arial"/>
                <a:ea typeface="Arial"/>
                <a:cs typeface="Arial"/>
              </a:defRPr>
            </a:lvl1pPr>
            <a:lvl2pPr>
              <a:defRPr sz="1725" b="1">
                <a:solidFill>
                  <a:srgbClr val="FFFFFF"/>
                </a:solidFill>
                <a:latin typeface="Arial"/>
                <a:ea typeface="Arial"/>
                <a:cs typeface="Arial"/>
              </a:defRPr>
            </a:lvl2pPr>
            <a:lvl3pPr>
              <a:defRPr sz="1725" b="1">
                <a:solidFill>
                  <a:srgbClr val="FFFFFF"/>
                </a:solidFill>
                <a:latin typeface="Arial"/>
                <a:ea typeface="Arial"/>
                <a:cs typeface="Arial"/>
              </a:defRPr>
            </a:lvl3pPr>
            <a:lvl4pPr>
              <a:defRPr sz="1725" b="1">
                <a:solidFill>
                  <a:srgbClr val="FFFFFF"/>
                </a:solidFill>
                <a:latin typeface="Arial"/>
                <a:ea typeface="Arial"/>
                <a:cs typeface="Arial"/>
              </a:defRPr>
            </a:lvl4pPr>
            <a:lvl5pPr>
              <a:defRPr sz="1725" b="1">
                <a:solidFill>
                  <a:srgbClr val="FFFFFF"/>
                </a:solidFill>
                <a:latin typeface="Arial"/>
                <a:ea typeface="Arial"/>
                <a:cs typeface="Arial"/>
              </a:defRPr>
            </a:lvl5pPr>
            <a:lvl6pPr>
              <a:defRPr sz="1725" b="1">
                <a:solidFill>
                  <a:srgbClr val="FFFFFF"/>
                </a:solidFill>
                <a:latin typeface="Arial"/>
                <a:ea typeface="Arial"/>
                <a:cs typeface="Arial"/>
              </a:defRPr>
            </a:lvl6pPr>
            <a:lvl7pPr>
              <a:defRPr sz="1725" b="1">
                <a:solidFill>
                  <a:srgbClr val="FFFFFF"/>
                </a:solidFill>
                <a:latin typeface="Arial"/>
                <a:ea typeface="Arial"/>
                <a:cs typeface="Arial"/>
              </a:defRPr>
            </a:lvl7pPr>
            <a:lvl8pPr>
              <a:defRPr sz="1725" b="1">
                <a:solidFill>
                  <a:srgbClr val="FFFFFF"/>
                </a:solidFill>
                <a:latin typeface="Arial"/>
                <a:ea typeface="Arial"/>
                <a:cs typeface="Arial"/>
              </a:defRPr>
            </a:lvl8pPr>
            <a:lvl9pPr>
              <a:defRPr sz="1725" b="1">
                <a:solidFill>
                  <a:srgbClr val="FFFFFF"/>
                </a:solidFill>
                <a:latin typeface="Arial"/>
                <a:ea typeface="Arial"/>
                <a:cs typeface="Arial"/>
              </a:defRPr>
            </a:lvl9pPr>
          </a:lstStyle>
          <a:p xmlns:a="http://schemas.openxmlformats.org/drawingml/2006/main">
            <a:pPr>
              <a:defRPr sz="1725" b="1">
                <a:solidFill>
                  <a:srgbClr val="FFFFFF"/>
                </a:solidFill>
                <a:latin typeface="Arial"/>
                <a:ea typeface="Arial"/>
                <a:cs typeface="Arial"/>
              </a:defRPr>
            </a:pPr>
            <a:r>
              <a:rPr sz="1725" b="1">
                <a:solidFill>
                  <a:srgbClr val="FFFFFF"/>
                </a:solidFill>
                <a:latin typeface="Arial"/>
                <a:ea typeface="Arial"/>
                <a:cs typeface="Arial"/>
              </a:rPr>
              <a:t>LECTURE 8</a:t>
            </a:r>
          </a:p>
        </p:txBody>
      </p:sp>
      <p:sp>
        <p:nvSpPr>
          <p:cNvPr id="3" name="Control">
            <a:extLst xmlns:a="http://schemas.openxmlformats.org/drawingml/2006/main">
              <a:ext uri="{FF2B5EF4-FFF2-40B4-BE49-F238E27FC236}">
                <a16:creationId xmlns:a16="http://schemas.microsoft.com/office/drawing/2014/main" id="{3C450B1F-ADD9-441D-90B5-022DECB099AE}"/>
              </a:ext>
            </a:extLst>
          </p:cNvPr>
          <p:cNvSpPr>
            <a:spLocks xmlns:a="http://schemas.openxmlformats.org/drawingml/2006/main" noGrp="1"/>
          </p:cNvSpPr>
          <p:nvPr/>
        </p:nvSpPr>
        <p:spPr>
          <a:xfrm xmlns:a="http://schemas.openxmlformats.org/drawingml/2006/main">
            <a:off x="619125" y="1504950"/>
            <a:ext cx="7715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4050" b="1">
                <a:solidFill>
                  <a:srgbClr val="FFFFFF"/>
                </a:solidFill>
                <a:latin typeface="Arial"/>
                <a:ea typeface="Arial"/>
                <a:cs typeface="Arial"/>
              </a:defRPr>
            </a:defPPr>
            <a:lvl1pPr>
              <a:defRPr sz="4050" b="1">
                <a:solidFill>
                  <a:srgbClr val="FFFFFF"/>
                </a:solidFill>
                <a:latin typeface="Arial"/>
                <a:ea typeface="Arial"/>
                <a:cs typeface="Arial"/>
              </a:defRPr>
            </a:lvl1pPr>
            <a:lvl2pPr>
              <a:defRPr sz="4050" b="1">
                <a:solidFill>
                  <a:srgbClr val="FFFFFF"/>
                </a:solidFill>
                <a:latin typeface="Arial"/>
                <a:ea typeface="Arial"/>
                <a:cs typeface="Arial"/>
              </a:defRPr>
            </a:lvl2pPr>
            <a:lvl3pPr>
              <a:defRPr sz="4050" b="1">
                <a:solidFill>
                  <a:srgbClr val="FFFFFF"/>
                </a:solidFill>
                <a:latin typeface="Arial"/>
                <a:ea typeface="Arial"/>
                <a:cs typeface="Arial"/>
              </a:defRPr>
            </a:lvl3pPr>
            <a:lvl4pPr>
              <a:defRPr sz="4050" b="1">
                <a:solidFill>
                  <a:srgbClr val="FFFFFF"/>
                </a:solidFill>
                <a:latin typeface="Arial"/>
                <a:ea typeface="Arial"/>
                <a:cs typeface="Arial"/>
              </a:defRPr>
            </a:lvl4pPr>
            <a:lvl5pPr>
              <a:defRPr sz="4050" b="1">
                <a:solidFill>
                  <a:srgbClr val="FFFFFF"/>
                </a:solidFill>
                <a:latin typeface="Arial"/>
                <a:ea typeface="Arial"/>
                <a:cs typeface="Arial"/>
              </a:defRPr>
            </a:lvl5pPr>
            <a:lvl6pPr>
              <a:defRPr sz="4050" b="1">
                <a:solidFill>
                  <a:srgbClr val="FFFFFF"/>
                </a:solidFill>
                <a:latin typeface="Arial"/>
                <a:ea typeface="Arial"/>
                <a:cs typeface="Arial"/>
              </a:defRPr>
            </a:lvl6pPr>
            <a:lvl7pPr>
              <a:defRPr sz="4050" b="1">
                <a:solidFill>
                  <a:srgbClr val="FFFFFF"/>
                </a:solidFill>
                <a:latin typeface="Arial"/>
                <a:ea typeface="Arial"/>
                <a:cs typeface="Arial"/>
              </a:defRPr>
            </a:lvl7pPr>
            <a:lvl8pPr>
              <a:defRPr sz="4050" b="1">
                <a:solidFill>
                  <a:srgbClr val="FFFFFF"/>
                </a:solidFill>
                <a:latin typeface="Arial"/>
                <a:ea typeface="Arial"/>
                <a:cs typeface="Arial"/>
              </a:defRPr>
            </a:lvl8pPr>
            <a:lvl9pPr>
              <a:defRPr sz="4050" b="1">
                <a:solidFill>
                  <a:srgbClr val="FFFFFF"/>
                </a:solidFill>
                <a:latin typeface="Arial"/>
                <a:ea typeface="Arial"/>
                <a:cs typeface="Arial"/>
              </a:defRPr>
            </a:lvl9pPr>
          </a:lstStyle>
          <a:p xmlns:a="http://schemas.openxmlformats.org/drawingml/2006/main">
            <a:pPr>
              <a:defRPr sz="4050" b="1">
                <a:solidFill>
                  <a:srgbClr val="FFFFFF"/>
                </a:solidFill>
                <a:latin typeface="Arial"/>
                <a:ea typeface="Arial"/>
                <a:cs typeface="Arial"/>
              </a:defRPr>
            </a:pPr>
            <a:r>
              <a:rPr sz="4050" b="1">
                <a:solidFill>
                  <a:srgbClr val="FFFFFF"/>
                </a:solidFill>
                <a:latin typeface="Arial"/>
                <a:ea typeface="Arial"/>
                <a:cs typeface="Arial"/>
              </a:rPr>
              <a:t>Control</a:t>
            </a:r>
          </a:p>
        </p:txBody>
      </p:sp>
      <p:sp>
        <p:nvSpPr>
          <p:cNvPr id="4" name="for autonomous driving">
            <a:extLst xmlns:a="http://schemas.openxmlformats.org/drawingml/2006/main">
              <a:ext uri="{FF2B5EF4-FFF2-40B4-BE49-F238E27FC236}">
                <a16:creationId xmlns:a16="http://schemas.microsoft.com/office/drawing/2014/main" id="{40DC170C-1911-4C2F-BB1D-9C707518CB59}"/>
              </a:ext>
            </a:extLst>
          </p:cNvPr>
          <p:cNvSpPr>
            <a:spLocks xmlns:a="http://schemas.openxmlformats.org/drawingml/2006/main" noGrp="1"/>
          </p:cNvSpPr>
          <p:nvPr/>
        </p:nvSpPr>
        <p:spPr>
          <a:xfrm xmlns:a="http://schemas.openxmlformats.org/drawingml/2006/main">
            <a:off x="619125" y="2333625"/>
            <a:ext cx="7715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775" b="0">
                <a:solidFill>
                  <a:srgbClr val="FFFFFF"/>
                </a:solidFill>
                <a:latin typeface="Arial"/>
                <a:ea typeface="Arial"/>
                <a:cs typeface="Arial"/>
              </a:defRPr>
            </a:defPPr>
            <a:lvl1pPr>
              <a:defRPr sz="2775" b="0">
                <a:solidFill>
                  <a:srgbClr val="FFFFFF"/>
                </a:solidFill>
                <a:latin typeface="Arial"/>
                <a:ea typeface="Arial"/>
                <a:cs typeface="Arial"/>
              </a:defRPr>
            </a:lvl1pPr>
            <a:lvl2pPr>
              <a:defRPr sz="2775" b="0">
                <a:solidFill>
                  <a:srgbClr val="FFFFFF"/>
                </a:solidFill>
                <a:latin typeface="Arial"/>
                <a:ea typeface="Arial"/>
                <a:cs typeface="Arial"/>
              </a:defRPr>
            </a:lvl2pPr>
            <a:lvl3pPr>
              <a:defRPr sz="2775" b="0">
                <a:solidFill>
                  <a:srgbClr val="FFFFFF"/>
                </a:solidFill>
                <a:latin typeface="Arial"/>
                <a:ea typeface="Arial"/>
                <a:cs typeface="Arial"/>
              </a:defRPr>
            </a:lvl3pPr>
            <a:lvl4pPr>
              <a:defRPr sz="2775" b="0">
                <a:solidFill>
                  <a:srgbClr val="FFFFFF"/>
                </a:solidFill>
                <a:latin typeface="Arial"/>
                <a:ea typeface="Arial"/>
                <a:cs typeface="Arial"/>
              </a:defRPr>
            </a:lvl4pPr>
            <a:lvl5pPr>
              <a:defRPr sz="2775" b="0">
                <a:solidFill>
                  <a:srgbClr val="FFFFFF"/>
                </a:solidFill>
                <a:latin typeface="Arial"/>
                <a:ea typeface="Arial"/>
                <a:cs typeface="Arial"/>
              </a:defRPr>
            </a:lvl5pPr>
            <a:lvl6pPr>
              <a:defRPr sz="2775" b="0">
                <a:solidFill>
                  <a:srgbClr val="FFFFFF"/>
                </a:solidFill>
                <a:latin typeface="Arial"/>
                <a:ea typeface="Arial"/>
                <a:cs typeface="Arial"/>
              </a:defRPr>
            </a:lvl6pPr>
            <a:lvl7pPr>
              <a:defRPr sz="2775" b="0">
                <a:solidFill>
                  <a:srgbClr val="FFFFFF"/>
                </a:solidFill>
                <a:latin typeface="Arial"/>
                <a:ea typeface="Arial"/>
                <a:cs typeface="Arial"/>
              </a:defRPr>
            </a:lvl7pPr>
            <a:lvl8pPr>
              <a:defRPr sz="2775" b="0">
                <a:solidFill>
                  <a:srgbClr val="FFFFFF"/>
                </a:solidFill>
                <a:latin typeface="Arial"/>
                <a:ea typeface="Arial"/>
                <a:cs typeface="Arial"/>
              </a:defRPr>
            </a:lvl8pPr>
            <a:lvl9pPr>
              <a:defRPr sz="2775" b="0">
                <a:solidFill>
                  <a:srgbClr val="FFFFFF"/>
                </a:solidFill>
                <a:latin typeface="Arial"/>
                <a:ea typeface="Arial"/>
                <a:cs typeface="Arial"/>
              </a:defRPr>
            </a:lvl9pPr>
          </a:lstStyle>
          <a:p xmlns:a="http://schemas.openxmlformats.org/drawingml/2006/main">
            <a:pPr>
              <a:defRPr sz="2775" b="0">
                <a:solidFill>
                  <a:srgbClr val="FFFFFF"/>
                </a:solidFill>
                <a:latin typeface="Arial"/>
                <a:ea typeface="Arial"/>
                <a:cs typeface="Arial"/>
              </a:defRPr>
            </a:pPr>
            <a:r>
              <a:rPr sz="2775" b="0">
                <a:solidFill>
                  <a:srgbClr val="FFFFFF"/>
                </a:solidFill>
                <a:latin typeface="Arial"/>
                <a:ea typeface="Arial"/>
                <a:cs typeface="Arial"/>
              </a:rPr>
              <a:t>for autonomous driving</a:t>
            </a:r>
          </a:p>
        </p:txBody>
      </p:sp>
      <p:sp>
        <p:nvSpPr>
          <p:cNvPr id="5" name="How a vehicle follows a plan and corrects mistakes">
            <a:extLst xmlns:a="http://schemas.openxmlformats.org/drawingml/2006/main">
              <a:ext uri="{FF2B5EF4-FFF2-40B4-BE49-F238E27FC236}">
                <a16:creationId xmlns:a16="http://schemas.microsoft.com/office/drawing/2014/main" id="{76103054-2B58-404E-B15B-C49FE69DF92C}"/>
              </a:ext>
            </a:extLst>
          </p:cNvPr>
          <p:cNvSpPr>
            <a:spLocks xmlns:a="http://schemas.openxmlformats.org/drawingml/2006/main" noGrp="1"/>
          </p:cNvSpPr>
          <p:nvPr/>
        </p:nvSpPr>
        <p:spPr>
          <a:xfrm xmlns:a="http://schemas.openxmlformats.org/drawingml/2006/main">
            <a:off x="619125" y="3200400"/>
            <a:ext cx="7715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950" b="0">
                <a:solidFill>
                  <a:srgbClr val="FFFFFF"/>
                </a:solidFill>
                <a:latin typeface="Arial"/>
                <a:ea typeface="Arial"/>
                <a:cs typeface="Arial"/>
              </a:defRPr>
            </a:defPPr>
            <a:lvl1pPr>
              <a:defRPr sz="1950" b="0">
                <a:solidFill>
                  <a:srgbClr val="FFFFFF"/>
                </a:solidFill>
                <a:latin typeface="Arial"/>
                <a:ea typeface="Arial"/>
                <a:cs typeface="Arial"/>
              </a:defRPr>
            </a:lvl1pPr>
            <a:lvl2pPr>
              <a:defRPr sz="1950" b="0">
                <a:solidFill>
                  <a:srgbClr val="FFFFFF"/>
                </a:solidFill>
                <a:latin typeface="Arial"/>
                <a:ea typeface="Arial"/>
                <a:cs typeface="Arial"/>
              </a:defRPr>
            </a:lvl2pPr>
            <a:lvl3pPr>
              <a:defRPr sz="1950" b="0">
                <a:solidFill>
                  <a:srgbClr val="FFFFFF"/>
                </a:solidFill>
                <a:latin typeface="Arial"/>
                <a:ea typeface="Arial"/>
                <a:cs typeface="Arial"/>
              </a:defRPr>
            </a:lvl3pPr>
            <a:lvl4pPr>
              <a:defRPr sz="1950" b="0">
                <a:solidFill>
                  <a:srgbClr val="FFFFFF"/>
                </a:solidFill>
                <a:latin typeface="Arial"/>
                <a:ea typeface="Arial"/>
                <a:cs typeface="Arial"/>
              </a:defRPr>
            </a:lvl4pPr>
            <a:lvl5pPr>
              <a:defRPr sz="1950" b="0">
                <a:solidFill>
                  <a:srgbClr val="FFFFFF"/>
                </a:solidFill>
                <a:latin typeface="Arial"/>
                <a:ea typeface="Arial"/>
                <a:cs typeface="Arial"/>
              </a:defRPr>
            </a:lvl5pPr>
            <a:lvl6pPr>
              <a:defRPr sz="1950" b="0">
                <a:solidFill>
                  <a:srgbClr val="FFFFFF"/>
                </a:solidFill>
                <a:latin typeface="Arial"/>
                <a:ea typeface="Arial"/>
                <a:cs typeface="Arial"/>
              </a:defRPr>
            </a:lvl6pPr>
            <a:lvl7pPr>
              <a:defRPr sz="1950" b="0">
                <a:solidFill>
                  <a:srgbClr val="FFFFFF"/>
                </a:solidFill>
                <a:latin typeface="Arial"/>
                <a:ea typeface="Arial"/>
                <a:cs typeface="Arial"/>
              </a:defRPr>
            </a:lvl7pPr>
            <a:lvl8pPr>
              <a:defRPr sz="1950" b="0">
                <a:solidFill>
                  <a:srgbClr val="FFFFFF"/>
                </a:solidFill>
                <a:latin typeface="Arial"/>
                <a:ea typeface="Arial"/>
                <a:cs typeface="Arial"/>
              </a:defRPr>
            </a:lvl8pPr>
            <a:lvl9pPr>
              <a:defRPr sz="1950" b="0">
                <a:solidFill>
                  <a:srgbClr val="FFFFFF"/>
                </a:solidFill>
                <a:latin typeface="Arial"/>
                <a:ea typeface="Arial"/>
                <a:cs typeface="Arial"/>
              </a:defRPr>
            </a:lvl9pPr>
          </a:lstStyle>
          <a:p xmlns:a="http://schemas.openxmlformats.org/drawingml/2006/main">
            <a:pPr>
              <a:defRPr sz="1950" b="0">
                <a:solidFill>
                  <a:srgbClr val="FFFFFF"/>
                </a:solidFill>
                <a:latin typeface="Arial"/>
                <a:ea typeface="Arial"/>
                <a:cs typeface="Arial"/>
              </a:defRPr>
            </a:pPr>
            <a:r>
              <a:rPr sz="1950" b="0">
                <a:solidFill>
                  <a:srgbClr val="FFFFFF"/>
                </a:solidFill>
                <a:latin typeface="Arial"/>
                <a:ea typeface="Arial"/>
                <a:cs typeface="Arial"/>
              </a:rPr>
              <a:t>How a vehicle follows a plan and corrects mistakes</a:t>
            </a:r>
          </a:p>
        </p:txBody>
      </p:sp>
      <p:sp>
        <p:nvSpPr>
          <p:cNvPr id="6" name="CISC 667 · Introduction to Autonomous Driving">
            <a:extLst xmlns:a="http://schemas.openxmlformats.org/drawingml/2006/main">
              <a:ext uri="{FF2B5EF4-FFF2-40B4-BE49-F238E27FC236}">
                <a16:creationId xmlns:a16="http://schemas.microsoft.com/office/drawing/2014/main" id="{C62FBBEA-0B69-4ED3-95B7-7B7CA3659781}"/>
              </a:ext>
            </a:extLst>
          </p:cNvPr>
          <p:cNvSpPr>
            <a:spLocks xmlns:a="http://schemas.openxmlformats.org/drawingml/2006/main" noGrp="1"/>
          </p:cNvSpPr>
          <p:nvPr/>
        </p:nvSpPr>
        <p:spPr>
          <a:xfrm xmlns:a="http://schemas.openxmlformats.org/drawingml/2006/main">
            <a:off x="619125" y="4114800"/>
            <a:ext cx="7715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650" b="0">
                <a:solidFill>
                  <a:srgbClr val="FFFFFF"/>
                </a:solidFill>
                <a:latin typeface="Arial"/>
                <a:ea typeface="Arial"/>
                <a:cs typeface="Arial"/>
              </a:defRPr>
            </a:defPPr>
            <a:lvl1pPr>
              <a:defRPr sz="1650" b="0">
                <a:solidFill>
                  <a:srgbClr val="FFFFFF"/>
                </a:solidFill>
                <a:latin typeface="Arial"/>
                <a:ea typeface="Arial"/>
                <a:cs typeface="Arial"/>
              </a:defRPr>
            </a:lvl1pPr>
            <a:lvl2pPr>
              <a:defRPr sz="1650" b="0">
                <a:solidFill>
                  <a:srgbClr val="FFFFFF"/>
                </a:solidFill>
                <a:latin typeface="Arial"/>
                <a:ea typeface="Arial"/>
                <a:cs typeface="Arial"/>
              </a:defRPr>
            </a:lvl2pPr>
            <a:lvl3pPr>
              <a:defRPr sz="1650" b="0">
                <a:solidFill>
                  <a:srgbClr val="FFFFFF"/>
                </a:solidFill>
                <a:latin typeface="Arial"/>
                <a:ea typeface="Arial"/>
                <a:cs typeface="Arial"/>
              </a:defRPr>
            </a:lvl3pPr>
            <a:lvl4pPr>
              <a:defRPr sz="1650" b="0">
                <a:solidFill>
                  <a:srgbClr val="FFFFFF"/>
                </a:solidFill>
                <a:latin typeface="Arial"/>
                <a:ea typeface="Arial"/>
                <a:cs typeface="Arial"/>
              </a:defRPr>
            </a:lvl4pPr>
            <a:lvl5pPr>
              <a:defRPr sz="1650" b="0">
                <a:solidFill>
                  <a:srgbClr val="FFFFFF"/>
                </a:solidFill>
                <a:latin typeface="Arial"/>
                <a:ea typeface="Arial"/>
                <a:cs typeface="Arial"/>
              </a:defRPr>
            </a:lvl5pPr>
            <a:lvl6pPr>
              <a:defRPr sz="1650" b="0">
                <a:solidFill>
                  <a:srgbClr val="FFFFFF"/>
                </a:solidFill>
                <a:latin typeface="Arial"/>
                <a:ea typeface="Arial"/>
                <a:cs typeface="Arial"/>
              </a:defRPr>
            </a:lvl6pPr>
            <a:lvl7pPr>
              <a:defRPr sz="1650" b="0">
                <a:solidFill>
                  <a:srgbClr val="FFFFFF"/>
                </a:solidFill>
                <a:latin typeface="Arial"/>
                <a:ea typeface="Arial"/>
                <a:cs typeface="Arial"/>
              </a:defRPr>
            </a:lvl7pPr>
            <a:lvl8pPr>
              <a:defRPr sz="1650" b="0">
                <a:solidFill>
                  <a:srgbClr val="FFFFFF"/>
                </a:solidFill>
                <a:latin typeface="Arial"/>
                <a:ea typeface="Arial"/>
                <a:cs typeface="Arial"/>
              </a:defRPr>
            </a:lvl8pPr>
            <a:lvl9pPr>
              <a:defRPr sz="1650" b="0">
                <a:solidFill>
                  <a:srgbClr val="FFFFFF"/>
                </a:solidFill>
                <a:latin typeface="Arial"/>
                <a:ea typeface="Arial"/>
                <a:cs typeface="Arial"/>
              </a:defRPr>
            </a:lvl9pPr>
          </a:lstStyle>
          <a:p xmlns:a="http://schemas.openxmlformats.org/drawingml/2006/main">
            <a:pPr>
              <a:defRPr sz="1650" b="0">
                <a:solidFill>
                  <a:srgbClr val="FFFFFF"/>
                </a:solidFill>
                <a:latin typeface="Arial"/>
                <a:ea typeface="Arial"/>
                <a:cs typeface="Arial"/>
              </a:defRPr>
            </a:pPr>
            <a:r>
              <a:rPr sz="1650" b="0">
                <a:solidFill>
                  <a:srgbClr val="FFFFFF"/>
                </a:solidFill>
                <a:latin typeface="Arial"/>
                <a:ea typeface="Arial"/>
                <a:cs typeface="Arial"/>
              </a:rPr>
              <a:t>CISC 667 · Introduction to Autonomous Driving</a:t>
            </a:r>
          </a:p>
        </p:txBody>
      </p:sp>
      <p:sp>
        <p:nvSpPr>
          <p:cNvPr id="7" name="1">
            <a:extLst xmlns:a="http://schemas.openxmlformats.org/drawingml/2006/main">
              <a:ext uri="{FF2B5EF4-FFF2-40B4-BE49-F238E27FC236}">
                <a16:creationId xmlns:a16="http://schemas.microsoft.com/office/drawing/2014/main" id="{E7342D44-3576-4F10-B47D-1414BC19E810}"/>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FFFFFF"/>
                </a:solidFill>
                <a:latin typeface="Arial"/>
                <a:ea typeface="Arial"/>
                <a:cs typeface="Arial"/>
              </a:defRPr>
            </a:defPPr>
            <a:lvl1pPr>
              <a:defRPr sz="1200" b="0">
                <a:solidFill>
                  <a:srgbClr val="FFFFFF"/>
                </a:solidFill>
                <a:latin typeface="Arial"/>
                <a:ea typeface="Arial"/>
                <a:cs typeface="Arial"/>
              </a:defRPr>
            </a:lvl1pPr>
            <a:lvl2pPr>
              <a:defRPr sz="1200" b="0">
                <a:solidFill>
                  <a:srgbClr val="FFFFFF"/>
                </a:solidFill>
                <a:latin typeface="Arial"/>
                <a:ea typeface="Arial"/>
                <a:cs typeface="Arial"/>
              </a:defRPr>
            </a:lvl2pPr>
            <a:lvl3pPr>
              <a:defRPr sz="1200" b="0">
                <a:solidFill>
                  <a:srgbClr val="FFFFFF"/>
                </a:solidFill>
                <a:latin typeface="Arial"/>
                <a:ea typeface="Arial"/>
                <a:cs typeface="Arial"/>
              </a:defRPr>
            </a:lvl3pPr>
            <a:lvl4pPr>
              <a:defRPr sz="1200" b="0">
                <a:solidFill>
                  <a:srgbClr val="FFFFFF"/>
                </a:solidFill>
                <a:latin typeface="Arial"/>
                <a:ea typeface="Arial"/>
                <a:cs typeface="Arial"/>
              </a:defRPr>
            </a:lvl4pPr>
            <a:lvl5pPr>
              <a:defRPr sz="1200" b="0">
                <a:solidFill>
                  <a:srgbClr val="FFFFFF"/>
                </a:solidFill>
                <a:latin typeface="Arial"/>
                <a:ea typeface="Arial"/>
                <a:cs typeface="Arial"/>
              </a:defRPr>
            </a:lvl5pPr>
            <a:lvl6pPr>
              <a:defRPr sz="1200" b="0">
                <a:solidFill>
                  <a:srgbClr val="FFFFFF"/>
                </a:solidFill>
                <a:latin typeface="Arial"/>
                <a:ea typeface="Arial"/>
                <a:cs typeface="Arial"/>
              </a:defRPr>
            </a:lvl6pPr>
            <a:lvl7pPr>
              <a:defRPr sz="1200" b="0">
                <a:solidFill>
                  <a:srgbClr val="FFFFFF"/>
                </a:solidFill>
                <a:latin typeface="Arial"/>
                <a:ea typeface="Arial"/>
                <a:cs typeface="Arial"/>
              </a:defRPr>
            </a:lvl7pPr>
            <a:lvl8pPr>
              <a:defRPr sz="1200" b="0">
                <a:solidFill>
                  <a:srgbClr val="FFFFFF"/>
                </a:solidFill>
                <a:latin typeface="Arial"/>
                <a:ea typeface="Arial"/>
                <a:cs typeface="Arial"/>
              </a:defRPr>
            </a:lvl8pPr>
            <a:lvl9pPr>
              <a:defRPr sz="1200" b="0">
                <a:solidFill>
                  <a:srgbClr val="FFFFFF"/>
                </a:solidFill>
                <a:latin typeface="Arial"/>
                <a:ea typeface="Arial"/>
                <a:cs typeface="Arial"/>
              </a:defRPr>
            </a:lvl9pPr>
          </a:lstStyle>
          <a:p xmlns:a="http://schemas.openxmlformats.org/drawingml/2006/main">
            <a:pPr>
              <a:defRPr sz="1200" b="0">
                <a:solidFill>
                  <a:srgbClr val="FFFFFF"/>
                </a:solidFill>
                <a:latin typeface="Arial"/>
                <a:ea typeface="Arial"/>
                <a:cs typeface="Arial"/>
              </a:defRPr>
            </a:pPr>
            <a:r>
              <a:rPr sz="1200" b="0">
                <a:solidFill>
                  <a:srgbClr val="FFFFFF"/>
                </a:solidFill>
                <a:latin typeface="Arial"/>
                <a:ea typeface="Arial"/>
                <a:cs typeface="Arial"/>
              </a:rPr>
              <a:t>1</a:t>
            </a:r>
          </a:p>
        </p:txBody>
      </p:sp>
    </p:spTree>
    <p:extLst>
      <p:ext uri="{BB962C8B-B14F-4D97-AF65-F5344CB8AC3E}">
        <p14:creationId xmlns:p14="http://schemas.microsoft.com/office/powerpoint/2010/main" val="99245575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AD5F3E06-8DFD-4A98-B839-1B44C36DB6AB}"/>
              </a:ext>
            </a:extLst>
          </p:cNvPr>
          <p:cNvPicPr>
            <a:picLocks xmlns:a="http://schemas.openxmlformats.org/drawingml/2006/main" noChangeAspect="1"/>
          </p:cNvPicPr>
          <p:nvPr/>
        </p:nvPicPr>
        <p:blipFill>
          <a:blip xmlns:r="http://schemas.openxmlformats.org/officeDocument/2006/relationships" xmlns:a="http://schemas.openxmlformats.org/drawingml/2006/main" r:embed="R0da2c42dcabd423e"/>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What students should understand">
            <a:extLst xmlns:a="http://schemas.openxmlformats.org/drawingml/2006/main">
              <a:ext uri="{FF2B5EF4-FFF2-40B4-BE49-F238E27FC236}">
                <a16:creationId xmlns:a16="http://schemas.microsoft.com/office/drawing/2014/main" id="{422279A4-C28C-43A3-AA98-F3DDAC805972}"/>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550" b="0">
                <a:solidFill>
                  <a:srgbClr val="00A0DF"/>
                </a:solidFill>
                <a:latin typeface="Arial"/>
                <a:ea typeface="Arial"/>
                <a:cs typeface="Arial"/>
              </a:defRPr>
            </a:defPPr>
            <a:lvl1pPr>
              <a:defRPr sz="2550" b="0">
                <a:solidFill>
                  <a:srgbClr val="00A0DF"/>
                </a:solidFill>
                <a:latin typeface="Arial"/>
                <a:ea typeface="Arial"/>
                <a:cs typeface="Arial"/>
              </a:defRPr>
            </a:lvl1pPr>
            <a:lvl2pPr>
              <a:defRPr sz="2550" b="0">
                <a:solidFill>
                  <a:srgbClr val="00A0DF"/>
                </a:solidFill>
                <a:latin typeface="Arial"/>
                <a:ea typeface="Arial"/>
                <a:cs typeface="Arial"/>
              </a:defRPr>
            </a:lvl2pPr>
            <a:lvl3pPr>
              <a:defRPr sz="2550" b="0">
                <a:solidFill>
                  <a:srgbClr val="00A0DF"/>
                </a:solidFill>
                <a:latin typeface="Arial"/>
                <a:ea typeface="Arial"/>
                <a:cs typeface="Arial"/>
              </a:defRPr>
            </a:lvl3pPr>
            <a:lvl4pPr>
              <a:defRPr sz="2550" b="0">
                <a:solidFill>
                  <a:srgbClr val="00A0DF"/>
                </a:solidFill>
                <a:latin typeface="Arial"/>
                <a:ea typeface="Arial"/>
                <a:cs typeface="Arial"/>
              </a:defRPr>
            </a:lvl4pPr>
            <a:lvl5pPr>
              <a:defRPr sz="2550" b="0">
                <a:solidFill>
                  <a:srgbClr val="00A0DF"/>
                </a:solidFill>
                <a:latin typeface="Arial"/>
                <a:ea typeface="Arial"/>
                <a:cs typeface="Arial"/>
              </a:defRPr>
            </a:lvl5pPr>
            <a:lvl6pPr>
              <a:defRPr sz="2550" b="0">
                <a:solidFill>
                  <a:srgbClr val="00A0DF"/>
                </a:solidFill>
                <a:latin typeface="Arial"/>
                <a:ea typeface="Arial"/>
                <a:cs typeface="Arial"/>
              </a:defRPr>
            </a:lvl6pPr>
            <a:lvl7pPr>
              <a:defRPr sz="2550" b="0">
                <a:solidFill>
                  <a:srgbClr val="00A0DF"/>
                </a:solidFill>
                <a:latin typeface="Arial"/>
                <a:ea typeface="Arial"/>
                <a:cs typeface="Arial"/>
              </a:defRPr>
            </a:lvl7pPr>
            <a:lvl8pPr>
              <a:defRPr sz="2550" b="0">
                <a:solidFill>
                  <a:srgbClr val="00A0DF"/>
                </a:solidFill>
                <a:latin typeface="Arial"/>
                <a:ea typeface="Arial"/>
                <a:cs typeface="Arial"/>
              </a:defRPr>
            </a:lvl8pPr>
            <a:lvl9pPr>
              <a:defRPr sz="2550" b="0">
                <a:solidFill>
                  <a:srgbClr val="00A0DF"/>
                </a:solidFill>
                <a:latin typeface="Arial"/>
                <a:ea typeface="Arial"/>
                <a:cs typeface="Arial"/>
              </a:defRPr>
            </a:lvl9pPr>
          </a:lstStyle>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What students should understand</a:t>
            </a:r>
          </a:p>
        </p:txBody>
      </p:sp>
      <p:sp>
        <p:nvSpPr>
          <p:cNvPr id="3" name="2">
            <a:extLst xmlns:a="http://schemas.openxmlformats.org/drawingml/2006/main">
              <a:ext uri="{FF2B5EF4-FFF2-40B4-BE49-F238E27FC236}">
                <a16:creationId xmlns:a16="http://schemas.microsoft.com/office/drawing/2014/main" id="{94AB067A-AEB6-4386-A8FE-348DFBD38BCB}"/>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00539F"/>
                </a:solidFill>
                <a:latin typeface="Arial"/>
                <a:ea typeface="Arial"/>
                <a:cs typeface="Arial"/>
              </a:defRPr>
            </a:defPPr>
            <a:lvl1pPr>
              <a:defRPr sz="1200" b="0">
                <a:solidFill>
                  <a:srgbClr val="00539F"/>
                </a:solidFill>
                <a:latin typeface="Arial"/>
                <a:ea typeface="Arial"/>
                <a:cs typeface="Arial"/>
              </a:defRPr>
            </a:lvl1pPr>
            <a:lvl2pPr>
              <a:defRPr sz="1200" b="0">
                <a:solidFill>
                  <a:srgbClr val="00539F"/>
                </a:solidFill>
                <a:latin typeface="Arial"/>
                <a:ea typeface="Arial"/>
                <a:cs typeface="Arial"/>
              </a:defRPr>
            </a:lvl2pPr>
            <a:lvl3pPr>
              <a:defRPr sz="1200" b="0">
                <a:solidFill>
                  <a:srgbClr val="00539F"/>
                </a:solidFill>
                <a:latin typeface="Arial"/>
                <a:ea typeface="Arial"/>
                <a:cs typeface="Arial"/>
              </a:defRPr>
            </a:lvl3pPr>
            <a:lvl4pPr>
              <a:defRPr sz="1200" b="0">
                <a:solidFill>
                  <a:srgbClr val="00539F"/>
                </a:solidFill>
                <a:latin typeface="Arial"/>
                <a:ea typeface="Arial"/>
                <a:cs typeface="Arial"/>
              </a:defRPr>
            </a:lvl4pPr>
            <a:lvl5pPr>
              <a:defRPr sz="1200" b="0">
                <a:solidFill>
                  <a:srgbClr val="00539F"/>
                </a:solidFill>
                <a:latin typeface="Arial"/>
                <a:ea typeface="Arial"/>
                <a:cs typeface="Arial"/>
              </a:defRPr>
            </a:lvl5pPr>
            <a:lvl6pPr>
              <a:defRPr sz="1200" b="0">
                <a:solidFill>
                  <a:srgbClr val="00539F"/>
                </a:solidFill>
                <a:latin typeface="Arial"/>
                <a:ea typeface="Arial"/>
                <a:cs typeface="Arial"/>
              </a:defRPr>
            </a:lvl6pPr>
            <a:lvl7pPr>
              <a:defRPr sz="1200" b="0">
                <a:solidFill>
                  <a:srgbClr val="00539F"/>
                </a:solidFill>
                <a:latin typeface="Arial"/>
                <a:ea typeface="Arial"/>
                <a:cs typeface="Arial"/>
              </a:defRPr>
            </a:lvl7pPr>
            <a:lvl8pPr>
              <a:defRPr sz="1200" b="0">
                <a:solidFill>
                  <a:srgbClr val="00539F"/>
                </a:solidFill>
                <a:latin typeface="Arial"/>
                <a:ea typeface="Arial"/>
                <a:cs typeface="Arial"/>
              </a:defRPr>
            </a:lvl8pPr>
            <a:lvl9pPr>
              <a:defRPr sz="1200" b="0">
                <a:solidFill>
                  <a:srgbClr val="00539F"/>
                </a:solidFill>
                <a:latin typeface="Arial"/>
                <a:ea typeface="Arial"/>
                <a:cs typeface="Arial"/>
              </a:defRPr>
            </a:lvl9pPr>
          </a:lstStyle>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2</a:t>
            </a:r>
          </a:p>
        </p:txBody>
      </p:sp>
      <p:sp>
        <p:nvSpPr>
          <p:cNvPr id="4" name="How feedback helps a vehicle recover from a mistake.">
            <a:extLst xmlns:a="http://schemas.openxmlformats.org/drawingml/2006/main">
              <a:ext uri="{FF2B5EF4-FFF2-40B4-BE49-F238E27FC236}">
                <a16:creationId xmlns:a16="http://schemas.microsoft.com/office/drawing/2014/main" id="{C3B563DC-B4AF-4BE0-B143-32BE1851E946}"/>
              </a:ext>
            </a:extLst>
          </p:cNvPr>
          <p:cNvSpPr>
            <a:spLocks xmlns:a="http://schemas.openxmlformats.org/drawingml/2006/main" noGrp="1"/>
          </p:cNvSpPr>
          <p:nvPr/>
        </p:nvSpPr>
        <p:spPr>
          <a:xfrm xmlns:a="http://schemas.openxmlformats.org/drawingml/2006/main">
            <a:off x="619125" y="1438275"/>
            <a:ext cx="7905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950" b="0">
                <a:solidFill>
                  <a:srgbClr val="17324D"/>
                </a:solidFill>
                <a:latin typeface="Arial"/>
                <a:ea typeface="Arial"/>
                <a:cs typeface="Arial"/>
              </a:defRPr>
            </a:defPPr>
            <a:lvl1pPr>
              <a:defRPr sz="1950" b="0">
                <a:solidFill>
                  <a:srgbClr val="17324D"/>
                </a:solidFill>
                <a:latin typeface="Arial"/>
                <a:ea typeface="Arial"/>
                <a:cs typeface="Arial"/>
              </a:defRPr>
            </a:lvl1pPr>
            <a:lvl2pPr>
              <a:defRPr sz="1950" b="0">
                <a:solidFill>
                  <a:srgbClr val="17324D"/>
                </a:solidFill>
                <a:latin typeface="Arial"/>
                <a:ea typeface="Arial"/>
                <a:cs typeface="Arial"/>
              </a:defRPr>
            </a:lvl2pPr>
            <a:lvl3pPr>
              <a:defRPr sz="1950" b="0">
                <a:solidFill>
                  <a:srgbClr val="17324D"/>
                </a:solidFill>
                <a:latin typeface="Arial"/>
                <a:ea typeface="Arial"/>
                <a:cs typeface="Arial"/>
              </a:defRPr>
            </a:lvl3pPr>
            <a:lvl4pPr>
              <a:defRPr sz="1950" b="0">
                <a:solidFill>
                  <a:srgbClr val="17324D"/>
                </a:solidFill>
                <a:latin typeface="Arial"/>
                <a:ea typeface="Arial"/>
                <a:cs typeface="Arial"/>
              </a:defRPr>
            </a:lvl4pPr>
            <a:lvl5pPr>
              <a:defRPr sz="1950" b="0">
                <a:solidFill>
                  <a:srgbClr val="17324D"/>
                </a:solidFill>
                <a:latin typeface="Arial"/>
                <a:ea typeface="Arial"/>
                <a:cs typeface="Arial"/>
              </a:defRPr>
            </a:lvl5pPr>
            <a:lvl6pPr>
              <a:defRPr sz="1950" b="0">
                <a:solidFill>
                  <a:srgbClr val="17324D"/>
                </a:solidFill>
                <a:latin typeface="Arial"/>
                <a:ea typeface="Arial"/>
                <a:cs typeface="Arial"/>
              </a:defRPr>
            </a:lvl6pPr>
            <a:lvl7pPr>
              <a:defRPr sz="1950" b="0">
                <a:solidFill>
                  <a:srgbClr val="17324D"/>
                </a:solidFill>
                <a:latin typeface="Arial"/>
                <a:ea typeface="Arial"/>
                <a:cs typeface="Arial"/>
              </a:defRPr>
            </a:lvl7pPr>
            <a:lvl8pPr>
              <a:defRPr sz="1950" b="0">
                <a:solidFill>
                  <a:srgbClr val="17324D"/>
                </a:solidFill>
                <a:latin typeface="Arial"/>
                <a:ea typeface="Arial"/>
                <a:cs typeface="Arial"/>
              </a:defRPr>
            </a:lvl8pPr>
            <a:lvl9pPr>
              <a:defRPr sz="1950" b="0">
                <a:solidFill>
                  <a:srgbClr val="17324D"/>
                </a:solidFill>
                <a:latin typeface="Arial"/>
                <a:ea typeface="Arial"/>
                <a:cs typeface="Arial"/>
              </a:defRPr>
            </a:lvl9pPr>
          </a:lstStyle>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How feedback helps a vehicle recover from a mistake.</a:t>
            </a:r>
          </a:p>
        </p:txBody>
      </p:sp>
      <p:sp>
        <p:nvSpPr>
          <p:cNvPr id="5" name="How different controllers decide to accelerate or steer.">
            <a:extLst xmlns:a="http://schemas.openxmlformats.org/drawingml/2006/main">
              <a:ext uri="{FF2B5EF4-FFF2-40B4-BE49-F238E27FC236}">
                <a16:creationId xmlns:a16="http://schemas.microsoft.com/office/drawing/2014/main" id="{0C3C0C97-46E6-41F0-AECD-34FEC59CE78A}"/>
              </a:ext>
            </a:extLst>
          </p:cNvPr>
          <p:cNvSpPr>
            <a:spLocks xmlns:a="http://schemas.openxmlformats.org/drawingml/2006/main" noGrp="1"/>
          </p:cNvSpPr>
          <p:nvPr/>
        </p:nvSpPr>
        <p:spPr>
          <a:xfrm xmlns:a="http://schemas.openxmlformats.org/drawingml/2006/main">
            <a:off x="619125" y="2371725"/>
            <a:ext cx="7905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950" b="0">
                <a:solidFill>
                  <a:srgbClr val="17324D"/>
                </a:solidFill>
                <a:latin typeface="Arial"/>
                <a:ea typeface="Arial"/>
                <a:cs typeface="Arial"/>
              </a:defRPr>
            </a:defPPr>
            <a:lvl1pPr>
              <a:defRPr sz="1950" b="0">
                <a:solidFill>
                  <a:srgbClr val="17324D"/>
                </a:solidFill>
                <a:latin typeface="Arial"/>
                <a:ea typeface="Arial"/>
                <a:cs typeface="Arial"/>
              </a:defRPr>
            </a:lvl1pPr>
            <a:lvl2pPr>
              <a:defRPr sz="1950" b="0">
                <a:solidFill>
                  <a:srgbClr val="17324D"/>
                </a:solidFill>
                <a:latin typeface="Arial"/>
                <a:ea typeface="Arial"/>
                <a:cs typeface="Arial"/>
              </a:defRPr>
            </a:lvl2pPr>
            <a:lvl3pPr>
              <a:defRPr sz="1950" b="0">
                <a:solidFill>
                  <a:srgbClr val="17324D"/>
                </a:solidFill>
                <a:latin typeface="Arial"/>
                <a:ea typeface="Arial"/>
                <a:cs typeface="Arial"/>
              </a:defRPr>
            </a:lvl3pPr>
            <a:lvl4pPr>
              <a:defRPr sz="1950" b="0">
                <a:solidFill>
                  <a:srgbClr val="17324D"/>
                </a:solidFill>
                <a:latin typeface="Arial"/>
                <a:ea typeface="Arial"/>
                <a:cs typeface="Arial"/>
              </a:defRPr>
            </a:lvl4pPr>
            <a:lvl5pPr>
              <a:defRPr sz="1950" b="0">
                <a:solidFill>
                  <a:srgbClr val="17324D"/>
                </a:solidFill>
                <a:latin typeface="Arial"/>
                <a:ea typeface="Arial"/>
                <a:cs typeface="Arial"/>
              </a:defRPr>
            </a:lvl5pPr>
            <a:lvl6pPr>
              <a:defRPr sz="1950" b="0">
                <a:solidFill>
                  <a:srgbClr val="17324D"/>
                </a:solidFill>
                <a:latin typeface="Arial"/>
                <a:ea typeface="Arial"/>
                <a:cs typeface="Arial"/>
              </a:defRPr>
            </a:lvl6pPr>
            <a:lvl7pPr>
              <a:defRPr sz="1950" b="0">
                <a:solidFill>
                  <a:srgbClr val="17324D"/>
                </a:solidFill>
                <a:latin typeface="Arial"/>
                <a:ea typeface="Arial"/>
                <a:cs typeface="Arial"/>
              </a:defRPr>
            </a:lvl7pPr>
            <a:lvl8pPr>
              <a:defRPr sz="1950" b="0">
                <a:solidFill>
                  <a:srgbClr val="17324D"/>
                </a:solidFill>
                <a:latin typeface="Arial"/>
                <a:ea typeface="Arial"/>
                <a:cs typeface="Arial"/>
              </a:defRPr>
            </a:lvl8pPr>
            <a:lvl9pPr>
              <a:defRPr sz="1950" b="0">
                <a:solidFill>
                  <a:srgbClr val="17324D"/>
                </a:solidFill>
                <a:latin typeface="Arial"/>
                <a:ea typeface="Arial"/>
                <a:cs typeface="Arial"/>
              </a:defRPr>
            </a:lvl9pPr>
          </a:lstStyle>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How different controllers decide to accelerate or steer.</a:t>
            </a:r>
          </a:p>
        </p:txBody>
      </p:sp>
      <p:sp>
        <p:nvSpPr>
          <p:cNvPr id="6" name="Why delay, physical limits, and a poor model can spoil a good pl">
            <a:extLst xmlns:a="http://schemas.openxmlformats.org/drawingml/2006/main">
              <a:ext uri="{FF2B5EF4-FFF2-40B4-BE49-F238E27FC236}">
                <a16:creationId xmlns:a16="http://schemas.microsoft.com/office/drawing/2014/main" id="{1928CDCB-1BE1-441F-ABD3-154A09B129D9}"/>
              </a:ext>
            </a:extLst>
          </p:cNvPr>
          <p:cNvSpPr>
            <a:spLocks xmlns:a="http://schemas.openxmlformats.org/drawingml/2006/main" noGrp="1"/>
          </p:cNvSpPr>
          <p:nvPr/>
        </p:nvSpPr>
        <p:spPr>
          <a:xfrm xmlns:a="http://schemas.openxmlformats.org/drawingml/2006/main">
            <a:off x="619125" y="3305175"/>
            <a:ext cx="7905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950" b="0">
                <a:solidFill>
                  <a:srgbClr val="17324D"/>
                </a:solidFill>
                <a:latin typeface="Arial"/>
                <a:ea typeface="Arial"/>
                <a:cs typeface="Arial"/>
              </a:defRPr>
            </a:defPPr>
            <a:lvl1pPr>
              <a:defRPr sz="1950" b="0">
                <a:solidFill>
                  <a:srgbClr val="17324D"/>
                </a:solidFill>
                <a:latin typeface="Arial"/>
                <a:ea typeface="Arial"/>
                <a:cs typeface="Arial"/>
              </a:defRPr>
            </a:lvl1pPr>
            <a:lvl2pPr>
              <a:defRPr sz="1950" b="0">
                <a:solidFill>
                  <a:srgbClr val="17324D"/>
                </a:solidFill>
                <a:latin typeface="Arial"/>
                <a:ea typeface="Arial"/>
                <a:cs typeface="Arial"/>
              </a:defRPr>
            </a:lvl2pPr>
            <a:lvl3pPr>
              <a:defRPr sz="1950" b="0">
                <a:solidFill>
                  <a:srgbClr val="17324D"/>
                </a:solidFill>
                <a:latin typeface="Arial"/>
                <a:ea typeface="Arial"/>
                <a:cs typeface="Arial"/>
              </a:defRPr>
            </a:lvl3pPr>
            <a:lvl4pPr>
              <a:defRPr sz="1950" b="0">
                <a:solidFill>
                  <a:srgbClr val="17324D"/>
                </a:solidFill>
                <a:latin typeface="Arial"/>
                <a:ea typeface="Arial"/>
                <a:cs typeface="Arial"/>
              </a:defRPr>
            </a:lvl4pPr>
            <a:lvl5pPr>
              <a:defRPr sz="1950" b="0">
                <a:solidFill>
                  <a:srgbClr val="17324D"/>
                </a:solidFill>
                <a:latin typeface="Arial"/>
                <a:ea typeface="Arial"/>
                <a:cs typeface="Arial"/>
              </a:defRPr>
            </a:lvl5pPr>
            <a:lvl6pPr>
              <a:defRPr sz="1950" b="0">
                <a:solidFill>
                  <a:srgbClr val="17324D"/>
                </a:solidFill>
                <a:latin typeface="Arial"/>
                <a:ea typeface="Arial"/>
                <a:cs typeface="Arial"/>
              </a:defRPr>
            </a:lvl6pPr>
            <a:lvl7pPr>
              <a:defRPr sz="1950" b="0">
                <a:solidFill>
                  <a:srgbClr val="17324D"/>
                </a:solidFill>
                <a:latin typeface="Arial"/>
                <a:ea typeface="Arial"/>
                <a:cs typeface="Arial"/>
              </a:defRPr>
            </a:lvl7pPr>
            <a:lvl8pPr>
              <a:defRPr sz="1950" b="0">
                <a:solidFill>
                  <a:srgbClr val="17324D"/>
                </a:solidFill>
                <a:latin typeface="Arial"/>
                <a:ea typeface="Arial"/>
                <a:cs typeface="Arial"/>
              </a:defRPr>
            </a:lvl8pPr>
            <a:lvl9pPr>
              <a:defRPr sz="1950" b="0">
                <a:solidFill>
                  <a:srgbClr val="17324D"/>
                </a:solidFill>
                <a:latin typeface="Arial"/>
                <a:ea typeface="Arial"/>
                <a:cs typeface="Arial"/>
              </a:defRPr>
            </a:lvl9pPr>
          </a:lstStyle>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Why delay, physical limits, and a poor model can spoil a good plan.</a:t>
            </a:r>
          </a:p>
        </p:txBody>
      </p:sp>
    </p:spTree>
    <p:extLst>
      <p:ext uri="{BB962C8B-B14F-4D97-AF65-F5344CB8AC3E}">
        <p14:creationId xmlns:p14="http://schemas.microsoft.com/office/powerpoint/2010/main" val="200775791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BE5D8653-61ED-45CC-ADE1-33EB1C4C4731}"/>
              </a:ext>
            </a:extLst>
          </p:cNvPr>
          <p:cNvPicPr>
            <a:picLocks xmlns:a="http://schemas.openxmlformats.org/drawingml/2006/main" noChangeAspect="1"/>
          </p:cNvPicPr>
          <p:nvPr/>
        </p:nvPicPr>
        <p:blipFill>
          <a:blip xmlns:r="http://schemas.openxmlformats.org/officeDocument/2006/relationships" xmlns:a="http://schemas.openxmlformats.org/drawingml/2006/main" r:embed="R08400d5ee3624a54"/>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Planning chooses; control follows">
            <a:extLst xmlns:a="http://schemas.openxmlformats.org/drawingml/2006/main">
              <a:ext uri="{FF2B5EF4-FFF2-40B4-BE49-F238E27FC236}">
                <a16:creationId xmlns:a16="http://schemas.microsoft.com/office/drawing/2014/main" id="{84BB83D4-55D3-4116-AD23-562F74DF194D}"/>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550" b="0">
                <a:solidFill>
                  <a:srgbClr val="00A0DF"/>
                </a:solidFill>
                <a:latin typeface="Arial"/>
                <a:ea typeface="Arial"/>
                <a:cs typeface="Arial"/>
              </a:defRPr>
            </a:defPPr>
            <a:lvl1pPr>
              <a:defRPr sz="2550" b="0">
                <a:solidFill>
                  <a:srgbClr val="00A0DF"/>
                </a:solidFill>
                <a:latin typeface="Arial"/>
                <a:ea typeface="Arial"/>
                <a:cs typeface="Arial"/>
              </a:defRPr>
            </a:lvl1pPr>
            <a:lvl2pPr>
              <a:defRPr sz="2550" b="0">
                <a:solidFill>
                  <a:srgbClr val="00A0DF"/>
                </a:solidFill>
                <a:latin typeface="Arial"/>
                <a:ea typeface="Arial"/>
                <a:cs typeface="Arial"/>
              </a:defRPr>
            </a:lvl2pPr>
            <a:lvl3pPr>
              <a:defRPr sz="2550" b="0">
                <a:solidFill>
                  <a:srgbClr val="00A0DF"/>
                </a:solidFill>
                <a:latin typeface="Arial"/>
                <a:ea typeface="Arial"/>
                <a:cs typeface="Arial"/>
              </a:defRPr>
            </a:lvl3pPr>
            <a:lvl4pPr>
              <a:defRPr sz="2550" b="0">
                <a:solidFill>
                  <a:srgbClr val="00A0DF"/>
                </a:solidFill>
                <a:latin typeface="Arial"/>
                <a:ea typeface="Arial"/>
                <a:cs typeface="Arial"/>
              </a:defRPr>
            </a:lvl4pPr>
            <a:lvl5pPr>
              <a:defRPr sz="2550" b="0">
                <a:solidFill>
                  <a:srgbClr val="00A0DF"/>
                </a:solidFill>
                <a:latin typeface="Arial"/>
                <a:ea typeface="Arial"/>
                <a:cs typeface="Arial"/>
              </a:defRPr>
            </a:lvl5pPr>
            <a:lvl6pPr>
              <a:defRPr sz="2550" b="0">
                <a:solidFill>
                  <a:srgbClr val="00A0DF"/>
                </a:solidFill>
                <a:latin typeface="Arial"/>
                <a:ea typeface="Arial"/>
                <a:cs typeface="Arial"/>
              </a:defRPr>
            </a:lvl6pPr>
            <a:lvl7pPr>
              <a:defRPr sz="2550" b="0">
                <a:solidFill>
                  <a:srgbClr val="00A0DF"/>
                </a:solidFill>
                <a:latin typeface="Arial"/>
                <a:ea typeface="Arial"/>
                <a:cs typeface="Arial"/>
              </a:defRPr>
            </a:lvl7pPr>
            <a:lvl8pPr>
              <a:defRPr sz="2550" b="0">
                <a:solidFill>
                  <a:srgbClr val="00A0DF"/>
                </a:solidFill>
                <a:latin typeface="Arial"/>
                <a:ea typeface="Arial"/>
                <a:cs typeface="Arial"/>
              </a:defRPr>
            </a:lvl8pPr>
            <a:lvl9pPr>
              <a:defRPr sz="2550" b="0">
                <a:solidFill>
                  <a:srgbClr val="00A0DF"/>
                </a:solidFill>
                <a:latin typeface="Arial"/>
                <a:ea typeface="Arial"/>
                <a:cs typeface="Arial"/>
              </a:defRPr>
            </a:lvl9pPr>
          </a:lstStyle>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Planning chooses; control follows</a:t>
            </a:r>
          </a:p>
        </p:txBody>
      </p:sp>
      <p:sp>
        <p:nvSpPr>
          <p:cNvPr id="3" name="3">
            <a:extLst xmlns:a="http://schemas.openxmlformats.org/drawingml/2006/main">
              <a:ext uri="{FF2B5EF4-FFF2-40B4-BE49-F238E27FC236}">
                <a16:creationId xmlns:a16="http://schemas.microsoft.com/office/drawing/2014/main" id="{395EF71B-62D5-483B-82DD-0BD3199759B6}"/>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00539F"/>
                </a:solidFill>
                <a:latin typeface="Arial"/>
                <a:ea typeface="Arial"/>
                <a:cs typeface="Arial"/>
              </a:defRPr>
            </a:defPPr>
            <a:lvl1pPr>
              <a:defRPr sz="1200" b="0">
                <a:solidFill>
                  <a:srgbClr val="00539F"/>
                </a:solidFill>
                <a:latin typeface="Arial"/>
                <a:ea typeface="Arial"/>
                <a:cs typeface="Arial"/>
              </a:defRPr>
            </a:lvl1pPr>
            <a:lvl2pPr>
              <a:defRPr sz="1200" b="0">
                <a:solidFill>
                  <a:srgbClr val="00539F"/>
                </a:solidFill>
                <a:latin typeface="Arial"/>
                <a:ea typeface="Arial"/>
                <a:cs typeface="Arial"/>
              </a:defRPr>
            </a:lvl2pPr>
            <a:lvl3pPr>
              <a:defRPr sz="1200" b="0">
                <a:solidFill>
                  <a:srgbClr val="00539F"/>
                </a:solidFill>
                <a:latin typeface="Arial"/>
                <a:ea typeface="Arial"/>
                <a:cs typeface="Arial"/>
              </a:defRPr>
            </a:lvl3pPr>
            <a:lvl4pPr>
              <a:defRPr sz="1200" b="0">
                <a:solidFill>
                  <a:srgbClr val="00539F"/>
                </a:solidFill>
                <a:latin typeface="Arial"/>
                <a:ea typeface="Arial"/>
                <a:cs typeface="Arial"/>
              </a:defRPr>
            </a:lvl4pPr>
            <a:lvl5pPr>
              <a:defRPr sz="1200" b="0">
                <a:solidFill>
                  <a:srgbClr val="00539F"/>
                </a:solidFill>
                <a:latin typeface="Arial"/>
                <a:ea typeface="Arial"/>
                <a:cs typeface="Arial"/>
              </a:defRPr>
            </a:lvl5pPr>
            <a:lvl6pPr>
              <a:defRPr sz="1200" b="0">
                <a:solidFill>
                  <a:srgbClr val="00539F"/>
                </a:solidFill>
                <a:latin typeface="Arial"/>
                <a:ea typeface="Arial"/>
                <a:cs typeface="Arial"/>
              </a:defRPr>
            </a:lvl6pPr>
            <a:lvl7pPr>
              <a:defRPr sz="1200" b="0">
                <a:solidFill>
                  <a:srgbClr val="00539F"/>
                </a:solidFill>
                <a:latin typeface="Arial"/>
                <a:ea typeface="Arial"/>
                <a:cs typeface="Arial"/>
              </a:defRPr>
            </a:lvl7pPr>
            <a:lvl8pPr>
              <a:defRPr sz="1200" b="0">
                <a:solidFill>
                  <a:srgbClr val="00539F"/>
                </a:solidFill>
                <a:latin typeface="Arial"/>
                <a:ea typeface="Arial"/>
                <a:cs typeface="Arial"/>
              </a:defRPr>
            </a:lvl8pPr>
            <a:lvl9pPr>
              <a:defRPr sz="1200" b="0">
                <a:solidFill>
                  <a:srgbClr val="00539F"/>
                </a:solidFill>
                <a:latin typeface="Arial"/>
                <a:ea typeface="Arial"/>
                <a:cs typeface="Arial"/>
              </a:defRPr>
            </a:lvl9pPr>
          </a:lstStyle>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3</a:t>
            </a:r>
          </a:p>
        </p:txBody>
      </p:sp>
      <p:sp>
        <p:nvSpPr>
          <p:cNvPr id="4" name="Planning chooses a path and a desired speed.">
            <a:extLst xmlns:a="http://schemas.openxmlformats.org/drawingml/2006/main">
              <a:ext uri="{FF2B5EF4-FFF2-40B4-BE49-F238E27FC236}">
                <a16:creationId xmlns:a16="http://schemas.microsoft.com/office/drawing/2014/main" id="{1281073A-BA59-44C2-B91F-BF3CD6E1D7B4}"/>
              </a:ext>
            </a:extLst>
          </p:cNvPr>
          <p:cNvSpPr>
            <a:spLocks xmlns:a="http://schemas.openxmlformats.org/drawingml/2006/main" noGrp="1"/>
          </p:cNvSpPr>
          <p:nvPr/>
        </p:nvSpPr>
        <p:spPr>
          <a:xfrm xmlns:a="http://schemas.openxmlformats.org/drawingml/2006/main">
            <a:off x="619125" y="1438275"/>
            <a:ext cx="7905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950" b="0">
                <a:solidFill>
                  <a:srgbClr val="17324D"/>
                </a:solidFill>
                <a:latin typeface="Arial"/>
                <a:ea typeface="Arial"/>
                <a:cs typeface="Arial"/>
              </a:defRPr>
            </a:defPPr>
            <a:lvl1pPr>
              <a:defRPr sz="1950" b="0">
                <a:solidFill>
                  <a:srgbClr val="17324D"/>
                </a:solidFill>
                <a:latin typeface="Arial"/>
                <a:ea typeface="Arial"/>
                <a:cs typeface="Arial"/>
              </a:defRPr>
            </a:lvl1pPr>
            <a:lvl2pPr>
              <a:defRPr sz="1950" b="0">
                <a:solidFill>
                  <a:srgbClr val="17324D"/>
                </a:solidFill>
                <a:latin typeface="Arial"/>
                <a:ea typeface="Arial"/>
                <a:cs typeface="Arial"/>
              </a:defRPr>
            </a:lvl2pPr>
            <a:lvl3pPr>
              <a:defRPr sz="1950" b="0">
                <a:solidFill>
                  <a:srgbClr val="17324D"/>
                </a:solidFill>
                <a:latin typeface="Arial"/>
                <a:ea typeface="Arial"/>
                <a:cs typeface="Arial"/>
              </a:defRPr>
            </a:lvl3pPr>
            <a:lvl4pPr>
              <a:defRPr sz="1950" b="0">
                <a:solidFill>
                  <a:srgbClr val="17324D"/>
                </a:solidFill>
                <a:latin typeface="Arial"/>
                <a:ea typeface="Arial"/>
                <a:cs typeface="Arial"/>
              </a:defRPr>
            </a:lvl4pPr>
            <a:lvl5pPr>
              <a:defRPr sz="1950" b="0">
                <a:solidFill>
                  <a:srgbClr val="17324D"/>
                </a:solidFill>
                <a:latin typeface="Arial"/>
                <a:ea typeface="Arial"/>
                <a:cs typeface="Arial"/>
              </a:defRPr>
            </a:lvl5pPr>
            <a:lvl6pPr>
              <a:defRPr sz="1950" b="0">
                <a:solidFill>
                  <a:srgbClr val="17324D"/>
                </a:solidFill>
                <a:latin typeface="Arial"/>
                <a:ea typeface="Arial"/>
                <a:cs typeface="Arial"/>
              </a:defRPr>
            </a:lvl6pPr>
            <a:lvl7pPr>
              <a:defRPr sz="1950" b="0">
                <a:solidFill>
                  <a:srgbClr val="17324D"/>
                </a:solidFill>
                <a:latin typeface="Arial"/>
                <a:ea typeface="Arial"/>
                <a:cs typeface="Arial"/>
              </a:defRPr>
            </a:lvl7pPr>
            <a:lvl8pPr>
              <a:defRPr sz="1950" b="0">
                <a:solidFill>
                  <a:srgbClr val="17324D"/>
                </a:solidFill>
                <a:latin typeface="Arial"/>
                <a:ea typeface="Arial"/>
                <a:cs typeface="Arial"/>
              </a:defRPr>
            </a:lvl8pPr>
            <a:lvl9pPr>
              <a:defRPr sz="1950" b="0">
                <a:solidFill>
                  <a:srgbClr val="17324D"/>
                </a:solidFill>
                <a:latin typeface="Arial"/>
                <a:ea typeface="Arial"/>
                <a:cs typeface="Arial"/>
              </a:defRPr>
            </a:lvl9pPr>
          </a:lstStyle>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Planning chooses a path and a desired speed.</a:t>
            </a:r>
          </a:p>
        </p:txBody>
      </p:sp>
      <p:sp>
        <p:nvSpPr>
          <p:cNvPr id="5" name="Control keeps adjusting the vehicle toward that plan.">
            <a:extLst xmlns:a="http://schemas.openxmlformats.org/drawingml/2006/main">
              <a:ext uri="{FF2B5EF4-FFF2-40B4-BE49-F238E27FC236}">
                <a16:creationId xmlns:a16="http://schemas.microsoft.com/office/drawing/2014/main" id="{0AD266BE-E7E0-4191-98C6-890BADBB9BFD}"/>
              </a:ext>
            </a:extLst>
          </p:cNvPr>
          <p:cNvSpPr>
            <a:spLocks xmlns:a="http://schemas.openxmlformats.org/drawingml/2006/main" noGrp="1"/>
          </p:cNvSpPr>
          <p:nvPr/>
        </p:nvSpPr>
        <p:spPr>
          <a:xfrm xmlns:a="http://schemas.openxmlformats.org/drawingml/2006/main">
            <a:off x="619125" y="2371725"/>
            <a:ext cx="7905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950" b="0">
                <a:solidFill>
                  <a:srgbClr val="17324D"/>
                </a:solidFill>
                <a:latin typeface="Arial"/>
                <a:ea typeface="Arial"/>
                <a:cs typeface="Arial"/>
              </a:defRPr>
            </a:defPPr>
            <a:lvl1pPr>
              <a:defRPr sz="1950" b="0">
                <a:solidFill>
                  <a:srgbClr val="17324D"/>
                </a:solidFill>
                <a:latin typeface="Arial"/>
                <a:ea typeface="Arial"/>
                <a:cs typeface="Arial"/>
              </a:defRPr>
            </a:lvl1pPr>
            <a:lvl2pPr>
              <a:defRPr sz="1950" b="0">
                <a:solidFill>
                  <a:srgbClr val="17324D"/>
                </a:solidFill>
                <a:latin typeface="Arial"/>
                <a:ea typeface="Arial"/>
                <a:cs typeface="Arial"/>
              </a:defRPr>
            </a:lvl2pPr>
            <a:lvl3pPr>
              <a:defRPr sz="1950" b="0">
                <a:solidFill>
                  <a:srgbClr val="17324D"/>
                </a:solidFill>
                <a:latin typeface="Arial"/>
                <a:ea typeface="Arial"/>
                <a:cs typeface="Arial"/>
              </a:defRPr>
            </a:lvl3pPr>
            <a:lvl4pPr>
              <a:defRPr sz="1950" b="0">
                <a:solidFill>
                  <a:srgbClr val="17324D"/>
                </a:solidFill>
                <a:latin typeface="Arial"/>
                <a:ea typeface="Arial"/>
                <a:cs typeface="Arial"/>
              </a:defRPr>
            </a:lvl4pPr>
            <a:lvl5pPr>
              <a:defRPr sz="1950" b="0">
                <a:solidFill>
                  <a:srgbClr val="17324D"/>
                </a:solidFill>
                <a:latin typeface="Arial"/>
                <a:ea typeface="Arial"/>
                <a:cs typeface="Arial"/>
              </a:defRPr>
            </a:lvl5pPr>
            <a:lvl6pPr>
              <a:defRPr sz="1950" b="0">
                <a:solidFill>
                  <a:srgbClr val="17324D"/>
                </a:solidFill>
                <a:latin typeface="Arial"/>
                <a:ea typeface="Arial"/>
                <a:cs typeface="Arial"/>
              </a:defRPr>
            </a:lvl6pPr>
            <a:lvl7pPr>
              <a:defRPr sz="1950" b="0">
                <a:solidFill>
                  <a:srgbClr val="17324D"/>
                </a:solidFill>
                <a:latin typeface="Arial"/>
                <a:ea typeface="Arial"/>
                <a:cs typeface="Arial"/>
              </a:defRPr>
            </a:lvl7pPr>
            <a:lvl8pPr>
              <a:defRPr sz="1950" b="0">
                <a:solidFill>
                  <a:srgbClr val="17324D"/>
                </a:solidFill>
                <a:latin typeface="Arial"/>
                <a:ea typeface="Arial"/>
                <a:cs typeface="Arial"/>
              </a:defRPr>
            </a:lvl8pPr>
            <a:lvl9pPr>
              <a:defRPr sz="1950" b="0">
                <a:solidFill>
                  <a:srgbClr val="17324D"/>
                </a:solidFill>
                <a:latin typeface="Arial"/>
                <a:ea typeface="Arial"/>
                <a:cs typeface="Arial"/>
              </a:defRPr>
            </a:lvl9pPr>
          </a:lstStyle>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Control keeps adjusting the vehicle toward that plan.</a:t>
            </a:r>
          </a:p>
        </p:txBody>
      </p:sp>
      <p:sp>
        <p:nvSpPr>
          <p:cNvPr id="6" name="The road, the vehicle, and imperfect information affect the resu">
            <a:extLst xmlns:a="http://schemas.openxmlformats.org/drawingml/2006/main">
              <a:ext uri="{FF2B5EF4-FFF2-40B4-BE49-F238E27FC236}">
                <a16:creationId xmlns:a16="http://schemas.microsoft.com/office/drawing/2014/main" id="{8461A456-648F-4C4C-B9AC-B0E294815CEB}"/>
              </a:ext>
            </a:extLst>
          </p:cNvPr>
          <p:cNvSpPr>
            <a:spLocks xmlns:a="http://schemas.openxmlformats.org/drawingml/2006/main" noGrp="1"/>
          </p:cNvSpPr>
          <p:nvPr/>
        </p:nvSpPr>
        <p:spPr>
          <a:xfrm xmlns:a="http://schemas.openxmlformats.org/drawingml/2006/main">
            <a:off x="619125" y="3305175"/>
            <a:ext cx="7905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950" b="0">
                <a:solidFill>
                  <a:srgbClr val="17324D"/>
                </a:solidFill>
                <a:latin typeface="Arial"/>
                <a:ea typeface="Arial"/>
                <a:cs typeface="Arial"/>
              </a:defRPr>
            </a:defPPr>
            <a:lvl1pPr>
              <a:defRPr sz="1950" b="0">
                <a:solidFill>
                  <a:srgbClr val="17324D"/>
                </a:solidFill>
                <a:latin typeface="Arial"/>
                <a:ea typeface="Arial"/>
                <a:cs typeface="Arial"/>
              </a:defRPr>
            </a:lvl1pPr>
            <a:lvl2pPr>
              <a:defRPr sz="1950" b="0">
                <a:solidFill>
                  <a:srgbClr val="17324D"/>
                </a:solidFill>
                <a:latin typeface="Arial"/>
                <a:ea typeface="Arial"/>
                <a:cs typeface="Arial"/>
              </a:defRPr>
            </a:lvl2pPr>
            <a:lvl3pPr>
              <a:defRPr sz="1950" b="0">
                <a:solidFill>
                  <a:srgbClr val="17324D"/>
                </a:solidFill>
                <a:latin typeface="Arial"/>
                <a:ea typeface="Arial"/>
                <a:cs typeface="Arial"/>
              </a:defRPr>
            </a:lvl3pPr>
            <a:lvl4pPr>
              <a:defRPr sz="1950" b="0">
                <a:solidFill>
                  <a:srgbClr val="17324D"/>
                </a:solidFill>
                <a:latin typeface="Arial"/>
                <a:ea typeface="Arial"/>
                <a:cs typeface="Arial"/>
              </a:defRPr>
            </a:lvl4pPr>
            <a:lvl5pPr>
              <a:defRPr sz="1950" b="0">
                <a:solidFill>
                  <a:srgbClr val="17324D"/>
                </a:solidFill>
                <a:latin typeface="Arial"/>
                <a:ea typeface="Arial"/>
                <a:cs typeface="Arial"/>
              </a:defRPr>
            </a:lvl5pPr>
            <a:lvl6pPr>
              <a:defRPr sz="1950" b="0">
                <a:solidFill>
                  <a:srgbClr val="17324D"/>
                </a:solidFill>
                <a:latin typeface="Arial"/>
                <a:ea typeface="Arial"/>
                <a:cs typeface="Arial"/>
              </a:defRPr>
            </a:lvl6pPr>
            <a:lvl7pPr>
              <a:defRPr sz="1950" b="0">
                <a:solidFill>
                  <a:srgbClr val="17324D"/>
                </a:solidFill>
                <a:latin typeface="Arial"/>
                <a:ea typeface="Arial"/>
                <a:cs typeface="Arial"/>
              </a:defRPr>
            </a:lvl7pPr>
            <a:lvl8pPr>
              <a:defRPr sz="1950" b="0">
                <a:solidFill>
                  <a:srgbClr val="17324D"/>
                </a:solidFill>
                <a:latin typeface="Arial"/>
                <a:ea typeface="Arial"/>
                <a:cs typeface="Arial"/>
              </a:defRPr>
            </a:lvl8pPr>
            <a:lvl9pPr>
              <a:defRPr sz="1950" b="0">
                <a:solidFill>
                  <a:srgbClr val="17324D"/>
                </a:solidFill>
                <a:latin typeface="Arial"/>
                <a:ea typeface="Arial"/>
                <a:cs typeface="Arial"/>
              </a:defRPr>
            </a:lvl9pPr>
          </a:lstStyle>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The road, the vehicle, and imperfect information affect the result.</a:t>
            </a:r>
          </a:p>
        </p:txBody>
      </p:sp>
    </p:spTree>
    <p:extLst>
      <p:ext uri="{BB962C8B-B14F-4D97-AF65-F5344CB8AC3E}">
        <p14:creationId xmlns:p14="http://schemas.microsoft.com/office/powerpoint/2010/main" val="120623976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24" name="">
            <a:extLst xmlns:a="http://schemas.openxmlformats.org/drawingml/2006/main">
              <a:ext uri="{FF2B5EF4-FFF2-40B4-BE49-F238E27FC236}">
                <a16:creationId xmlns:a16="http://schemas.microsoft.com/office/drawing/2014/main" id="{AE7654D0-B232-4080-886F-3D3AE0E681B9}"/>
              </a:ext>
            </a:extLst>
          </p:cNvPr>
          <p:cNvPicPr>
            <a:picLocks xmlns:a="http://schemas.openxmlformats.org/drawingml/2006/main" noChangeAspect="1"/>
          </p:cNvPicPr>
          <p:nvPr/>
        </p:nvPicPr>
        <p:blipFill>
          <a:blip xmlns:r="http://schemas.openxmlformats.org/officeDocument/2006/relationships" xmlns:a="http://schemas.openxmlformats.org/drawingml/2006/main" r:embed="Rf36713efdbcd4326"/>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Feedback: look, act, look again">
            <a:extLst xmlns:a="http://schemas.openxmlformats.org/drawingml/2006/main">
              <a:ext uri="{FF2B5EF4-FFF2-40B4-BE49-F238E27FC236}">
                <a16:creationId xmlns:a16="http://schemas.microsoft.com/office/drawing/2014/main" id="{502FD5E1-DDF9-4341-8E4F-AC1CF3FE4A9E}"/>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550" b="0">
                <a:solidFill>
                  <a:srgbClr val="00A0DF"/>
                </a:solidFill>
                <a:latin typeface="Arial"/>
                <a:ea typeface="Arial"/>
                <a:cs typeface="Arial"/>
              </a:defRPr>
            </a:defPPr>
            <a:lvl1pPr>
              <a:defRPr sz="2550" b="0">
                <a:solidFill>
                  <a:srgbClr val="00A0DF"/>
                </a:solidFill>
                <a:latin typeface="Arial"/>
                <a:ea typeface="Arial"/>
                <a:cs typeface="Arial"/>
              </a:defRPr>
            </a:lvl1pPr>
            <a:lvl2pPr>
              <a:defRPr sz="2550" b="0">
                <a:solidFill>
                  <a:srgbClr val="00A0DF"/>
                </a:solidFill>
                <a:latin typeface="Arial"/>
                <a:ea typeface="Arial"/>
                <a:cs typeface="Arial"/>
              </a:defRPr>
            </a:lvl2pPr>
            <a:lvl3pPr>
              <a:defRPr sz="2550" b="0">
                <a:solidFill>
                  <a:srgbClr val="00A0DF"/>
                </a:solidFill>
                <a:latin typeface="Arial"/>
                <a:ea typeface="Arial"/>
                <a:cs typeface="Arial"/>
              </a:defRPr>
            </a:lvl3pPr>
            <a:lvl4pPr>
              <a:defRPr sz="2550" b="0">
                <a:solidFill>
                  <a:srgbClr val="00A0DF"/>
                </a:solidFill>
                <a:latin typeface="Arial"/>
                <a:ea typeface="Arial"/>
                <a:cs typeface="Arial"/>
              </a:defRPr>
            </a:lvl4pPr>
            <a:lvl5pPr>
              <a:defRPr sz="2550" b="0">
                <a:solidFill>
                  <a:srgbClr val="00A0DF"/>
                </a:solidFill>
                <a:latin typeface="Arial"/>
                <a:ea typeface="Arial"/>
                <a:cs typeface="Arial"/>
              </a:defRPr>
            </a:lvl5pPr>
            <a:lvl6pPr>
              <a:defRPr sz="2550" b="0">
                <a:solidFill>
                  <a:srgbClr val="00A0DF"/>
                </a:solidFill>
                <a:latin typeface="Arial"/>
                <a:ea typeface="Arial"/>
                <a:cs typeface="Arial"/>
              </a:defRPr>
            </a:lvl6pPr>
            <a:lvl7pPr>
              <a:defRPr sz="2550" b="0">
                <a:solidFill>
                  <a:srgbClr val="00A0DF"/>
                </a:solidFill>
                <a:latin typeface="Arial"/>
                <a:ea typeface="Arial"/>
                <a:cs typeface="Arial"/>
              </a:defRPr>
            </a:lvl7pPr>
            <a:lvl8pPr>
              <a:defRPr sz="2550" b="0">
                <a:solidFill>
                  <a:srgbClr val="00A0DF"/>
                </a:solidFill>
                <a:latin typeface="Arial"/>
                <a:ea typeface="Arial"/>
                <a:cs typeface="Arial"/>
              </a:defRPr>
            </a:lvl8pPr>
            <a:lvl9pPr>
              <a:defRPr sz="2550" b="0">
                <a:solidFill>
                  <a:srgbClr val="00A0DF"/>
                </a:solidFill>
                <a:latin typeface="Arial"/>
                <a:ea typeface="Arial"/>
                <a:cs typeface="Arial"/>
              </a:defRPr>
            </a:lvl9pPr>
          </a:lstStyle>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Feedback: look, act, look again</a:t>
            </a:r>
          </a:p>
        </p:txBody>
      </p:sp>
      <p:sp>
        <p:nvSpPr>
          <p:cNvPr id="3" name="4">
            <a:extLst xmlns:a="http://schemas.openxmlformats.org/drawingml/2006/main">
              <a:ext uri="{FF2B5EF4-FFF2-40B4-BE49-F238E27FC236}">
                <a16:creationId xmlns:a16="http://schemas.microsoft.com/office/drawing/2014/main" id="{1A90FA84-6131-4DAE-B7D7-3C1C95C19859}"/>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00539F"/>
                </a:solidFill>
                <a:latin typeface="Arial"/>
                <a:ea typeface="Arial"/>
                <a:cs typeface="Arial"/>
              </a:defRPr>
            </a:defPPr>
            <a:lvl1pPr>
              <a:defRPr sz="1200" b="0">
                <a:solidFill>
                  <a:srgbClr val="00539F"/>
                </a:solidFill>
                <a:latin typeface="Arial"/>
                <a:ea typeface="Arial"/>
                <a:cs typeface="Arial"/>
              </a:defRPr>
            </a:lvl1pPr>
            <a:lvl2pPr>
              <a:defRPr sz="1200" b="0">
                <a:solidFill>
                  <a:srgbClr val="00539F"/>
                </a:solidFill>
                <a:latin typeface="Arial"/>
                <a:ea typeface="Arial"/>
                <a:cs typeface="Arial"/>
              </a:defRPr>
            </a:lvl2pPr>
            <a:lvl3pPr>
              <a:defRPr sz="1200" b="0">
                <a:solidFill>
                  <a:srgbClr val="00539F"/>
                </a:solidFill>
                <a:latin typeface="Arial"/>
                <a:ea typeface="Arial"/>
                <a:cs typeface="Arial"/>
              </a:defRPr>
            </a:lvl3pPr>
            <a:lvl4pPr>
              <a:defRPr sz="1200" b="0">
                <a:solidFill>
                  <a:srgbClr val="00539F"/>
                </a:solidFill>
                <a:latin typeface="Arial"/>
                <a:ea typeface="Arial"/>
                <a:cs typeface="Arial"/>
              </a:defRPr>
            </a:lvl4pPr>
            <a:lvl5pPr>
              <a:defRPr sz="1200" b="0">
                <a:solidFill>
                  <a:srgbClr val="00539F"/>
                </a:solidFill>
                <a:latin typeface="Arial"/>
                <a:ea typeface="Arial"/>
                <a:cs typeface="Arial"/>
              </a:defRPr>
            </a:lvl5pPr>
            <a:lvl6pPr>
              <a:defRPr sz="1200" b="0">
                <a:solidFill>
                  <a:srgbClr val="00539F"/>
                </a:solidFill>
                <a:latin typeface="Arial"/>
                <a:ea typeface="Arial"/>
                <a:cs typeface="Arial"/>
              </a:defRPr>
            </a:lvl6pPr>
            <a:lvl7pPr>
              <a:defRPr sz="1200" b="0">
                <a:solidFill>
                  <a:srgbClr val="00539F"/>
                </a:solidFill>
                <a:latin typeface="Arial"/>
                <a:ea typeface="Arial"/>
                <a:cs typeface="Arial"/>
              </a:defRPr>
            </a:lvl7pPr>
            <a:lvl8pPr>
              <a:defRPr sz="1200" b="0">
                <a:solidFill>
                  <a:srgbClr val="00539F"/>
                </a:solidFill>
                <a:latin typeface="Arial"/>
                <a:ea typeface="Arial"/>
                <a:cs typeface="Arial"/>
              </a:defRPr>
            </a:lvl8pPr>
            <a:lvl9pPr>
              <a:defRPr sz="1200" b="0">
                <a:solidFill>
                  <a:srgbClr val="00539F"/>
                </a:solidFill>
                <a:latin typeface="Arial"/>
                <a:ea typeface="Arial"/>
                <a:cs typeface="Arial"/>
              </a:defRPr>
            </a:lvl9pPr>
          </a:lstStyle>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4</a:t>
            </a:r>
          </a:p>
        </p:txBody>
      </p:sp>
      <p:sp>
        <p:nvSpPr>
          <p:cNvPr id="4" name="">
            <a:extLst xmlns:a="http://schemas.openxmlformats.org/drawingml/2006/main">
              <a:ext uri="{FF2B5EF4-FFF2-40B4-BE49-F238E27FC236}">
                <a16:creationId xmlns:a16="http://schemas.microsoft.com/office/drawing/2014/main" id="{CC536620-D48A-4E18-83BA-C723485452F2}"/>
              </a:ext>
            </a:extLst>
          </p:cNvPr>
          <p:cNvSpPr>
            <a:spLocks xmlns:a="http://schemas.openxmlformats.org/drawingml/2006/main" noGrp="1"/>
          </p:cNvSpPr>
          <p:nvPr/>
        </p:nvSpPr>
        <p:spPr>
          <a:xfrm xmlns:a="http://schemas.openxmlformats.org/drawingml/2006/main">
            <a:off x="523875" y="1819275"/>
            <a:ext cx="1852613" cy="1619250"/>
          </a:xfrm>
          <a:prstGeom xmlns:a="http://schemas.openxmlformats.org/drawingml/2006/main" prst="roundRect">
            <a:avLst>
              <a:gd name="adj" fmla="val 4706"/>
            </a:avLst>
          </a:prstGeom>
          <a:solidFill xmlns:a="http://schemas.openxmlformats.org/drawingml/2006/main">
            <a:srgbClr val="EDF6FC"/>
          </a:solidFill>
          <a:ln xmlns:a="http://schemas.openxmlformats.org/drawingml/2006/main" w="9525">
            <a:solidFill>
              <a:srgbClr val="A9CDDF"/>
            </a:solidFill>
          </a:ln>
        </p:spPr>
      </p:sp>
      <p:sp>
        <p:nvSpPr>
          <p:cNvPr id="5" name="1">
            <a:extLst xmlns:a="http://schemas.openxmlformats.org/drawingml/2006/main">
              <a:ext uri="{FF2B5EF4-FFF2-40B4-BE49-F238E27FC236}">
                <a16:creationId xmlns:a16="http://schemas.microsoft.com/office/drawing/2014/main" id="{00634BE5-CF09-4CC8-9332-527A6F46D57E}"/>
              </a:ext>
            </a:extLst>
          </p:cNvPr>
          <p:cNvSpPr>
            <a:spLocks xmlns:a="http://schemas.openxmlformats.org/drawingml/2006/main" noGrp="1"/>
          </p:cNvSpPr>
          <p:nvPr/>
        </p:nvSpPr>
        <p:spPr>
          <a:xfrm xmlns:a="http://schemas.openxmlformats.org/drawingml/2006/main">
            <a:off x="657225" y="1971675"/>
            <a:ext cx="1585913"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800" b="1">
                <a:solidFill>
                  <a:srgbClr val="00539F"/>
                </a:solidFill>
                <a:latin typeface="Arial"/>
                <a:ea typeface="Arial"/>
                <a:cs typeface="Arial"/>
              </a:defRPr>
            </a:defPPr>
            <a:lvl1pPr>
              <a:defRPr sz="1800" b="1">
                <a:solidFill>
                  <a:srgbClr val="00539F"/>
                </a:solidFill>
                <a:latin typeface="Arial"/>
                <a:ea typeface="Arial"/>
                <a:cs typeface="Arial"/>
              </a:defRPr>
            </a:lvl1pPr>
            <a:lvl2pPr>
              <a:defRPr sz="1800" b="1">
                <a:solidFill>
                  <a:srgbClr val="00539F"/>
                </a:solidFill>
                <a:latin typeface="Arial"/>
                <a:ea typeface="Arial"/>
                <a:cs typeface="Arial"/>
              </a:defRPr>
            </a:lvl2pPr>
            <a:lvl3pPr>
              <a:defRPr sz="1800" b="1">
                <a:solidFill>
                  <a:srgbClr val="00539F"/>
                </a:solidFill>
                <a:latin typeface="Arial"/>
                <a:ea typeface="Arial"/>
                <a:cs typeface="Arial"/>
              </a:defRPr>
            </a:lvl3pPr>
            <a:lvl4pPr>
              <a:defRPr sz="1800" b="1">
                <a:solidFill>
                  <a:srgbClr val="00539F"/>
                </a:solidFill>
                <a:latin typeface="Arial"/>
                <a:ea typeface="Arial"/>
                <a:cs typeface="Arial"/>
              </a:defRPr>
            </a:lvl4pPr>
            <a:lvl5pPr>
              <a:defRPr sz="1800" b="1">
                <a:solidFill>
                  <a:srgbClr val="00539F"/>
                </a:solidFill>
                <a:latin typeface="Arial"/>
                <a:ea typeface="Arial"/>
                <a:cs typeface="Arial"/>
              </a:defRPr>
            </a:lvl5pPr>
            <a:lvl6pPr>
              <a:defRPr sz="1800" b="1">
                <a:solidFill>
                  <a:srgbClr val="00539F"/>
                </a:solidFill>
                <a:latin typeface="Arial"/>
                <a:ea typeface="Arial"/>
                <a:cs typeface="Arial"/>
              </a:defRPr>
            </a:lvl6pPr>
            <a:lvl7pPr>
              <a:defRPr sz="1800" b="1">
                <a:solidFill>
                  <a:srgbClr val="00539F"/>
                </a:solidFill>
                <a:latin typeface="Arial"/>
                <a:ea typeface="Arial"/>
                <a:cs typeface="Arial"/>
              </a:defRPr>
            </a:lvl7pPr>
            <a:lvl8pPr>
              <a:defRPr sz="1800" b="1">
                <a:solidFill>
                  <a:srgbClr val="00539F"/>
                </a:solidFill>
                <a:latin typeface="Arial"/>
                <a:ea typeface="Arial"/>
                <a:cs typeface="Arial"/>
              </a:defRPr>
            </a:lvl8pPr>
            <a:lvl9pPr>
              <a:defRPr sz="1800" b="1">
                <a:solidFill>
                  <a:srgbClr val="00539F"/>
                </a:solidFill>
                <a:latin typeface="Arial"/>
                <a:ea typeface="Arial"/>
                <a:cs typeface="Arial"/>
              </a:defRPr>
            </a:lvl9pPr>
          </a:lstStyle>
          <a:p xmlns:a="http://schemas.openxmlformats.org/drawingml/2006/main">
            <a:pPr>
              <a:defRPr sz="1800" b="1">
                <a:solidFill>
                  <a:srgbClr val="00539F"/>
                </a:solidFill>
                <a:latin typeface="Arial"/>
                <a:ea typeface="Arial"/>
                <a:cs typeface="Arial"/>
              </a:defRPr>
            </a:pPr>
            <a:r>
              <a:rPr sz="1800" b="1">
                <a:solidFill>
                  <a:srgbClr val="00539F"/>
                </a:solidFill>
                <a:latin typeface="Arial"/>
                <a:ea typeface="Arial"/>
                <a:cs typeface="Arial"/>
              </a:rPr>
              <a:t>1</a:t>
            </a:r>
          </a:p>
        </p:txBody>
      </p:sp>
      <p:sp>
        <p:nvSpPr>
          <p:cNvPr id="6" name="Observe the vehicle">
            <a:extLst xmlns:a="http://schemas.openxmlformats.org/drawingml/2006/main">
              <a:ext uri="{FF2B5EF4-FFF2-40B4-BE49-F238E27FC236}">
                <a16:creationId xmlns:a16="http://schemas.microsoft.com/office/drawing/2014/main" id="{335409C1-E7F0-44DF-AD40-BF96849E2925}"/>
              </a:ext>
            </a:extLst>
          </p:cNvPr>
          <p:cNvSpPr>
            <a:spLocks xmlns:a="http://schemas.openxmlformats.org/drawingml/2006/main" noGrp="1"/>
          </p:cNvSpPr>
          <p:nvPr/>
        </p:nvSpPr>
        <p:spPr>
          <a:xfrm xmlns:a="http://schemas.openxmlformats.org/drawingml/2006/main">
            <a:off x="657225" y="2362200"/>
            <a:ext cx="1585913"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500" b="1">
                <a:solidFill>
                  <a:srgbClr val="00539F"/>
                </a:solidFill>
                <a:latin typeface="Arial"/>
                <a:ea typeface="Arial"/>
                <a:cs typeface="Arial"/>
              </a:defRPr>
            </a:defPPr>
            <a:lvl1pPr>
              <a:defRPr sz="1500" b="1">
                <a:solidFill>
                  <a:srgbClr val="00539F"/>
                </a:solidFill>
                <a:latin typeface="Arial"/>
                <a:ea typeface="Arial"/>
                <a:cs typeface="Arial"/>
              </a:defRPr>
            </a:lvl1pPr>
            <a:lvl2pPr>
              <a:defRPr sz="1500" b="1">
                <a:solidFill>
                  <a:srgbClr val="00539F"/>
                </a:solidFill>
                <a:latin typeface="Arial"/>
                <a:ea typeface="Arial"/>
                <a:cs typeface="Arial"/>
              </a:defRPr>
            </a:lvl2pPr>
            <a:lvl3pPr>
              <a:defRPr sz="1500" b="1">
                <a:solidFill>
                  <a:srgbClr val="00539F"/>
                </a:solidFill>
                <a:latin typeface="Arial"/>
                <a:ea typeface="Arial"/>
                <a:cs typeface="Arial"/>
              </a:defRPr>
            </a:lvl3pPr>
            <a:lvl4pPr>
              <a:defRPr sz="1500" b="1">
                <a:solidFill>
                  <a:srgbClr val="00539F"/>
                </a:solidFill>
                <a:latin typeface="Arial"/>
                <a:ea typeface="Arial"/>
                <a:cs typeface="Arial"/>
              </a:defRPr>
            </a:lvl4pPr>
            <a:lvl5pPr>
              <a:defRPr sz="1500" b="1">
                <a:solidFill>
                  <a:srgbClr val="00539F"/>
                </a:solidFill>
                <a:latin typeface="Arial"/>
                <a:ea typeface="Arial"/>
                <a:cs typeface="Arial"/>
              </a:defRPr>
            </a:lvl5pPr>
            <a:lvl6pPr>
              <a:defRPr sz="1500" b="1">
                <a:solidFill>
                  <a:srgbClr val="00539F"/>
                </a:solidFill>
                <a:latin typeface="Arial"/>
                <a:ea typeface="Arial"/>
                <a:cs typeface="Arial"/>
              </a:defRPr>
            </a:lvl6pPr>
            <a:lvl7pPr>
              <a:defRPr sz="1500" b="1">
                <a:solidFill>
                  <a:srgbClr val="00539F"/>
                </a:solidFill>
                <a:latin typeface="Arial"/>
                <a:ea typeface="Arial"/>
                <a:cs typeface="Arial"/>
              </a:defRPr>
            </a:lvl7pPr>
            <a:lvl8pPr>
              <a:defRPr sz="1500" b="1">
                <a:solidFill>
                  <a:srgbClr val="00539F"/>
                </a:solidFill>
                <a:latin typeface="Arial"/>
                <a:ea typeface="Arial"/>
                <a:cs typeface="Arial"/>
              </a:defRPr>
            </a:lvl8pPr>
            <a:lvl9pPr>
              <a:defRPr sz="1500" b="1">
                <a:solidFill>
                  <a:srgbClr val="00539F"/>
                </a:solidFill>
                <a:latin typeface="Arial"/>
                <a:ea typeface="Arial"/>
                <a:cs typeface="Arial"/>
              </a:defRPr>
            </a:lvl9pPr>
          </a:lstStyle>
          <a:p xmlns:a="http://schemas.openxmlformats.org/drawingml/2006/main">
            <a:pPr>
              <a:defRPr sz="1500" b="1">
                <a:solidFill>
                  <a:srgbClr val="00539F"/>
                </a:solidFill>
                <a:latin typeface="Arial"/>
                <a:ea typeface="Arial"/>
                <a:cs typeface="Arial"/>
              </a:defRPr>
            </a:pPr>
            <a:r>
              <a:rPr sz="1500" b="1">
                <a:solidFill>
                  <a:srgbClr val="00539F"/>
                </a:solidFill>
                <a:latin typeface="Arial"/>
                <a:ea typeface="Arial"/>
                <a:cs typeface="Arial"/>
              </a:rPr>
              <a:t>Observe the vehicle</a:t>
            </a:r>
          </a:p>
        </p:txBody>
      </p:sp>
      <p:sp>
        <p:nvSpPr>
          <p:cNvPr id="7" name="Where are we now?">
            <a:extLst xmlns:a="http://schemas.openxmlformats.org/drawingml/2006/main">
              <a:ext uri="{FF2B5EF4-FFF2-40B4-BE49-F238E27FC236}">
                <a16:creationId xmlns:a16="http://schemas.microsoft.com/office/drawing/2014/main" id="{3EC87695-D500-4A6C-9AEC-C0B07305DEF4}"/>
              </a:ext>
            </a:extLst>
          </p:cNvPr>
          <p:cNvSpPr>
            <a:spLocks xmlns:a="http://schemas.openxmlformats.org/drawingml/2006/main" noGrp="1"/>
          </p:cNvSpPr>
          <p:nvPr/>
        </p:nvSpPr>
        <p:spPr>
          <a:xfrm xmlns:a="http://schemas.openxmlformats.org/drawingml/2006/main">
            <a:off x="657225" y="2952750"/>
            <a:ext cx="1585913"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75" b="0">
                <a:solidFill>
                  <a:srgbClr val="17324D"/>
                </a:solidFill>
                <a:latin typeface="Arial"/>
                <a:ea typeface="Arial"/>
                <a:cs typeface="Arial"/>
              </a:defRPr>
            </a:defPPr>
            <a:lvl1pPr>
              <a:defRPr sz="1275" b="0">
                <a:solidFill>
                  <a:srgbClr val="17324D"/>
                </a:solidFill>
                <a:latin typeface="Arial"/>
                <a:ea typeface="Arial"/>
                <a:cs typeface="Arial"/>
              </a:defRPr>
            </a:lvl1pPr>
            <a:lvl2pPr>
              <a:defRPr sz="1275" b="0">
                <a:solidFill>
                  <a:srgbClr val="17324D"/>
                </a:solidFill>
                <a:latin typeface="Arial"/>
                <a:ea typeface="Arial"/>
                <a:cs typeface="Arial"/>
              </a:defRPr>
            </a:lvl2pPr>
            <a:lvl3pPr>
              <a:defRPr sz="1275" b="0">
                <a:solidFill>
                  <a:srgbClr val="17324D"/>
                </a:solidFill>
                <a:latin typeface="Arial"/>
                <a:ea typeface="Arial"/>
                <a:cs typeface="Arial"/>
              </a:defRPr>
            </a:lvl3pPr>
            <a:lvl4pPr>
              <a:defRPr sz="1275" b="0">
                <a:solidFill>
                  <a:srgbClr val="17324D"/>
                </a:solidFill>
                <a:latin typeface="Arial"/>
                <a:ea typeface="Arial"/>
                <a:cs typeface="Arial"/>
              </a:defRPr>
            </a:lvl4pPr>
            <a:lvl5pPr>
              <a:defRPr sz="1275" b="0">
                <a:solidFill>
                  <a:srgbClr val="17324D"/>
                </a:solidFill>
                <a:latin typeface="Arial"/>
                <a:ea typeface="Arial"/>
                <a:cs typeface="Arial"/>
              </a:defRPr>
            </a:lvl5pPr>
            <a:lvl6pPr>
              <a:defRPr sz="1275" b="0">
                <a:solidFill>
                  <a:srgbClr val="17324D"/>
                </a:solidFill>
                <a:latin typeface="Arial"/>
                <a:ea typeface="Arial"/>
                <a:cs typeface="Arial"/>
              </a:defRPr>
            </a:lvl6pPr>
            <a:lvl7pPr>
              <a:defRPr sz="1275" b="0">
                <a:solidFill>
                  <a:srgbClr val="17324D"/>
                </a:solidFill>
                <a:latin typeface="Arial"/>
                <a:ea typeface="Arial"/>
                <a:cs typeface="Arial"/>
              </a:defRPr>
            </a:lvl7pPr>
            <a:lvl8pPr>
              <a:defRPr sz="1275" b="0">
                <a:solidFill>
                  <a:srgbClr val="17324D"/>
                </a:solidFill>
                <a:latin typeface="Arial"/>
                <a:ea typeface="Arial"/>
                <a:cs typeface="Arial"/>
              </a:defRPr>
            </a:lvl8pPr>
            <a:lvl9pPr>
              <a:defRPr sz="1275" b="0">
                <a:solidFill>
                  <a:srgbClr val="17324D"/>
                </a:solidFill>
                <a:latin typeface="Arial"/>
                <a:ea typeface="Arial"/>
                <a:cs typeface="Arial"/>
              </a:defRPr>
            </a:lvl9pPr>
          </a:lstStyle>
          <a:p xmlns:a="http://schemas.openxmlformats.org/drawingml/2006/main">
            <a:pPr>
              <a:defRPr sz="1275" b="0">
                <a:solidFill>
                  <a:srgbClr val="17324D"/>
                </a:solidFill>
                <a:latin typeface="Arial"/>
                <a:ea typeface="Arial"/>
                <a:cs typeface="Arial"/>
              </a:defRPr>
            </a:pPr>
            <a:r>
              <a:rPr sz="1275" b="0">
                <a:solidFill>
                  <a:srgbClr val="17324D"/>
                </a:solidFill>
                <a:latin typeface="Arial"/>
                <a:ea typeface="Arial"/>
                <a:cs typeface="Arial"/>
              </a:rPr>
              <a:t>Where are we now?</a:t>
            </a:r>
          </a:p>
        </p:txBody>
      </p:sp>
      <p:sp>
        <p:nvSpPr>
          <p:cNvPr id="8" name="→">
            <a:extLst xmlns:a="http://schemas.openxmlformats.org/drawingml/2006/main">
              <a:ext uri="{FF2B5EF4-FFF2-40B4-BE49-F238E27FC236}">
                <a16:creationId xmlns:a16="http://schemas.microsoft.com/office/drawing/2014/main" id="{11419E3C-F769-450E-87DE-4C51609F728F}"/>
              </a:ext>
            </a:extLst>
          </p:cNvPr>
          <p:cNvSpPr>
            <a:spLocks xmlns:a="http://schemas.openxmlformats.org/drawingml/2006/main" noGrp="1"/>
          </p:cNvSpPr>
          <p:nvPr/>
        </p:nvSpPr>
        <p:spPr>
          <a:xfrm xmlns:a="http://schemas.openxmlformats.org/drawingml/2006/main">
            <a:off x="2376488" y="2352675"/>
            <a:ext cx="228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800" b="1">
                <a:solidFill>
                  <a:srgbClr val="00539F"/>
                </a:solidFill>
                <a:latin typeface="Arial"/>
                <a:ea typeface="Arial"/>
                <a:cs typeface="Arial"/>
              </a:defRPr>
            </a:defPPr>
            <a:lvl1pPr>
              <a:defRPr sz="1800" b="1">
                <a:solidFill>
                  <a:srgbClr val="00539F"/>
                </a:solidFill>
                <a:latin typeface="Arial"/>
                <a:ea typeface="Arial"/>
                <a:cs typeface="Arial"/>
              </a:defRPr>
            </a:lvl1pPr>
            <a:lvl2pPr>
              <a:defRPr sz="1800" b="1">
                <a:solidFill>
                  <a:srgbClr val="00539F"/>
                </a:solidFill>
                <a:latin typeface="Arial"/>
                <a:ea typeface="Arial"/>
                <a:cs typeface="Arial"/>
              </a:defRPr>
            </a:lvl2pPr>
            <a:lvl3pPr>
              <a:defRPr sz="1800" b="1">
                <a:solidFill>
                  <a:srgbClr val="00539F"/>
                </a:solidFill>
                <a:latin typeface="Arial"/>
                <a:ea typeface="Arial"/>
                <a:cs typeface="Arial"/>
              </a:defRPr>
            </a:lvl3pPr>
            <a:lvl4pPr>
              <a:defRPr sz="1800" b="1">
                <a:solidFill>
                  <a:srgbClr val="00539F"/>
                </a:solidFill>
                <a:latin typeface="Arial"/>
                <a:ea typeface="Arial"/>
                <a:cs typeface="Arial"/>
              </a:defRPr>
            </a:lvl4pPr>
            <a:lvl5pPr>
              <a:defRPr sz="1800" b="1">
                <a:solidFill>
                  <a:srgbClr val="00539F"/>
                </a:solidFill>
                <a:latin typeface="Arial"/>
                <a:ea typeface="Arial"/>
                <a:cs typeface="Arial"/>
              </a:defRPr>
            </a:lvl5pPr>
            <a:lvl6pPr>
              <a:defRPr sz="1800" b="1">
                <a:solidFill>
                  <a:srgbClr val="00539F"/>
                </a:solidFill>
                <a:latin typeface="Arial"/>
                <a:ea typeface="Arial"/>
                <a:cs typeface="Arial"/>
              </a:defRPr>
            </a:lvl6pPr>
            <a:lvl7pPr>
              <a:defRPr sz="1800" b="1">
                <a:solidFill>
                  <a:srgbClr val="00539F"/>
                </a:solidFill>
                <a:latin typeface="Arial"/>
                <a:ea typeface="Arial"/>
                <a:cs typeface="Arial"/>
              </a:defRPr>
            </a:lvl7pPr>
            <a:lvl8pPr>
              <a:defRPr sz="1800" b="1">
                <a:solidFill>
                  <a:srgbClr val="00539F"/>
                </a:solidFill>
                <a:latin typeface="Arial"/>
                <a:ea typeface="Arial"/>
                <a:cs typeface="Arial"/>
              </a:defRPr>
            </a:lvl8pPr>
            <a:lvl9pPr>
              <a:defRPr sz="1800" b="1">
                <a:solidFill>
                  <a:srgbClr val="00539F"/>
                </a:solidFill>
                <a:latin typeface="Arial"/>
                <a:ea typeface="Arial"/>
                <a:cs typeface="Arial"/>
              </a:defRPr>
            </a:lvl9pPr>
          </a:lstStyle>
          <a:p xmlns:a="http://schemas.openxmlformats.org/drawingml/2006/main">
            <a:pPr>
              <a:defRPr sz="1800" b="1">
                <a:solidFill>
                  <a:srgbClr val="00539F"/>
                </a:solidFill>
                <a:latin typeface="Arial"/>
                <a:ea typeface="Arial"/>
                <a:cs typeface="Arial"/>
              </a:defRPr>
            </a:pPr>
            <a:r>
              <a:rPr sz="1800" b="1">
                <a:solidFill>
                  <a:srgbClr val="00539F"/>
                </a:solidFill>
                <a:latin typeface="Arial"/>
                <a:ea typeface="Arial"/>
                <a:cs typeface="Arial"/>
              </a:rPr>
              <a:t>→</a:t>
            </a:r>
          </a:p>
        </p:txBody>
      </p:sp>
      <p:sp>
        <p:nvSpPr>
          <p:cNvPr id="9" name="">
            <a:extLst xmlns:a="http://schemas.openxmlformats.org/drawingml/2006/main">
              <a:ext uri="{FF2B5EF4-FFF2-40B4-BE49-F238E27FC236}">
                <a16:creationId xmlns:a16="http://schemas.microsoft.com/office/drawing/2014/main" id="{F5AABD47-E47B-4B21-9968-E5C3BAE4894F}"/>
              </a:ext>
            </a:extLst>
          </p:cNvPr>
          <p:cNvSpPr>
            <a:spLocks xmlns:a="http://schemas.openxmlformats.org/drawingml/2006/main" noGrp="1"/>
          </p:cNvSpPr>
          <p:nvPr/>
        </p:nvSpPr>
        <p:spPr>
          <a:xfrm xmlns:a="http://schemas.openxmlformats.org/drawingml/2006/main">
            <a:off x="2605088" y="1819275"/>
            <a:ext cx="1852613" cy="1619250"/>
          </a:xfrm>
          <a:prstGeom xmlns:a="http://schemas.openxmlformats.org/drawingml/2006/main" prst="roundRect">
            <a:avLst>
              <a:gd name="adj" fmla="val 4706"/>
            </a:avLst>
          </a:prstGeom>
          <a:solidFill xmlns:a="http://schemas.openxmlformats.org/drawingml/2006/main">
            <a:srgbClr val="EDF6FC"/>
          </a:solidFill>
          <a:ln xmlns:a="http://schemas.openxmlformats.org/drawingml/2006/main" w="9525">
            <a:solidFill>
              <a:srgbClr val="A9CDDF"/>
            </a:solidFill>
          </a:ln>
        </p:spPr>
      </p:sp>
      <p:sp>
        <p:nvSpPr>
          <p:cNvPr id="10" name="2">
            <a:extLst xmlns:a="http://schemas.openxmlformats.org/drawingml/2006/main">
              <a:ext uri="{FF2B5EF4-FFF2-40B4-BE49-F238E27FC236}">
                <a16:creationId xmlns:a16="http://schemas.microsoft.com/office/drawing/2014/main" id="{C6DC8C2B-73B8-465E-A38B-ABF8F36DB2D6}"/>
              </a:ext>
            </a:extLst>
          </p:cNvPr>
          <p:cNvSpPr>
            <a:spLocks xmlns:a="http://schemas.openxmlformats.org/drawingml/2006/main" noGrp="1"/>
          </p:cNvSpPr>
          <p:nvPr/>
        </p:nvSpPr>
        <p:spPr>
          <a:xfrm xmlns:a="http://schemas.openxmlformats.org/drawingml/2006/main">
            <a:off x="2738438" y="1971675"/>
            <a:ext cx="1585913"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800" b="1">
                <a:solidFill>
                  <a:srgbClr val="00539F"/>
                </a:solidFill>
                <a:latin typeface="Arial"/>
                <a:ea typeface="Arial"/>
                <a:cs typeface="Arial"/>
              </a:defRPr>
            </a:defPPr>
            <a:lvl1pPr>
              <a:defRPr sz="1800" b="1">
                <a:solidFill>
                  <a:srgbClr val="00539F"/>
                </a:solidFill>
                <a:latin typeface="Arial"/>
                <a:ea typeface="Arial"/>
                <a:cs typeface="Arial"/>
              </a:defRPr>
            </a:lvl1pPr>
            <a:lvl2pPr>
              <a:defRPr sz="1800" b="1">
                <a:solidFill>
                  <a:srgbClr val="00539F"/>
                </a:solidFill>
                <a:latin typeface="Arial"/>
                <a:ea typeface="Arial"/>
                <a:cs typeface="Arial"/>
              </a:defRPr>
            </a:lvl2pPr>
            <a:lvl3pPr>
              <a:defRPr sz="1800" b="1">
                <a:solidFill>
                  <a:srgbClr val="00539F"/>
                </a:solidFill>
                <a:latin typeface="Arial"/>
                <a:ea typeface="Arial"/>
                <a:cs typeface="Arial"/>
              </a:defRPr>
            </a:lvl3pPr>
            <a:lvl4pPr>
              <a:defRPr sz="1800" b="1">
                <a:solidFill>
                  <a:srgbClr val="00539F"/>
                </a:solidFill>
                <a:latin typeface="Arial"/>
                <a:ea typeface="Arial"/>
                <a:cs typeface="Arial"/>
              </a:defRPr>
            </a:lvl4pPr>
            <a:lvl5pPr>
              <a:defRPr sz="1800" b="1">
                <a:solidFill>
                  <a:srgbClr val="00539F"/>
                </a:solidFill>
                <a:latin typeface="Arial"/>
                <a:ea typeface="Arial"/>
                <a:cs typeface="Arial"/>
              </a:defRPr>
            </a:lvl5pPr>
            <a:lvl6pPr>
              <a:defRPr sz="1800" b="1">
                <a:solidFill>
                  <a:srgbClr val="00539F"/>
                </a:solidFill>
                <a:latin typeface="Arial"/>
                <a:ea typeface="Arial"/>
                <a:cs typeface="Arial"/>
              </a:defRPr>
            </a:lvl6pPr>
            <a:lvl7pPr>
              <a:defRPr sz="1800" b="1">
                <a:solidFill>
                  <a:srgbClr val="00539F"/>
                </a:solidFill>
                <a:latin typeface="Arial"/>
                <a:ea typeface="Arial"/>
                <a:cs typeface="Arial"/>
              </a:defRPr>
            </a:lvl7pPr>
            <a:lvl8pPr>
              <a:defRPr sz="1800" b="1">
                <a:solidFill>
                  <a:srgbClr val="00539F"/>
                </a:solidFill>
                <a:latin typeface="Arial"/>
                <a:ea typeface="Arial"/>
                <a:cs typeface="Arial"/>
              </a:defRPr>
            </a:lvl8pPr>
            <a:lvl9pPr>
              <a:defRPr sz="1800" b="1">
                <a:solidFill>
                  <a:srgbClr val="00539F"/>
                </a:solidFill>
                <a:latin typeface="Arial"/>
                <a:ea typeface="Arial"/>
                <a:cs typeface="Arial"/>
              </a:defRPr>
            </a:lvl9pPr>
          </a:lstStyle>
          <a:p xmlns:a="http://schemas.openxmlformats.org/drawingml/2006/main">
            <a:pPr>
              <a:defRPr sz="1800" b="1">
                <a:solidFill>
                  <a:srgbClr val="00539F"/>
                </a:solidFill>
                <a:latin typeface="Arial"/>
                <a:ea typeface="Arial"/>
                <a:cs typeface="Arial"/>
              </a:defRPr>
            </a:pPr>
            <a:r>
              <a:rPr sz="1800" b="1">
                <a:solidFill>
                  <a:srgbClr val="00539F"/>
                </a:solidFill>
                <a:latin typeface="Arial"/>
                <a:ea typeface="Arial"/>
                <a:cs typeface="Arial"/>
              </a:rPr>
              <a:t>2</a:t>
            </a:r>
          </a:p>
        </p:txBody>
      </p:sp>
      <p:sp>
        <p:nvSpPr>
          <p:cNvPr id="11" name="Compare with the plan">
            <a:extLst xmlns:a="http://schemas.openxmlformats.org/drawingml/2006/main">
              <a:ext uri="{FF2B5EF4-FFF2-40B4-BE49-F238E27FC236}">
                <a16:creationId xmlns:a16="http://schemas.microsoft.com/office/drawing/2014/main" id="{4F5E0450-F976-48E8-A681-289C8926DB3A}"/>
              </a:ext>
            </a:extLst>
          </p:cNvPr>
          <p:cNvSpPr>
            <a:spLocks xmlns:a="http://schemas.openxmlformats.org/drawingml/2006/main" noGrp="1"/>
          </p:cNvSpPr>
          <p:nvPr/>
        </p:nvSpPr>
        <p:spPr>
          <a:xfrm xmlns:a="http://schemas.openxmlformats.org/drawingml/2006/main">
            <a:off x="2738438" y="2362200"/>
            <a:ext cx="1585913"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500" b="1">
                <a:solidFill>
                  <a:srgbClr val="00539F"/>
                </a:solidFill>
                <a:latin typeface="Arial"/>
                <a:ea typeface="Arial"/>
                <a:cs typeface="Arial"/>
              </a:defRPr>
            </a:defPPr>
            <a:lvl1pPr>
              <a:defRPr sz="1500" b="1">
                <a:solidFill>
                  <a:srgbClr val="00539F"/>
                </a:solidFill>
                <a:latin typeface="Arial"/>
                <a:ea typeface="Arial"/>
                <a:cs typeface="Arial"/>
              </a:defRPr>
            </a:lvl1pPr>
            <a:lvl2pPr>
              <a:defRPr sz="1500" b="1">
                <a:solidFill>
                  <a:srgbClr val="00539F"/>
                </a:solidFill>
                <a:latin typeface="Arial"/>
                <a:ea typeface="Arial"/>
                <a:cs typeface="Arial"/>
              </a:defRPr>
            </a:lvl2pPr>
            <a:lvl3pPr>
              <a:defRPr sz="1500" b="1">
                <a:solidFill>
                  <a:srgbClr val="00539F"/>
                </a:solidFill>
                <a:latin typeface="Arial"/>
                <a:ea typeface="Arial"/>
                <a:cs typeface="Arial"/>
              </a:defRPr>
            </a:lvl3pPr>
            <a:lvl4pPr>
              <a:defRPr sz="1500" b="1">
                <a:solidFill>
                  <a:srgbClr val="00539F"/>
                </a:solidFill>
                <a:latin typeface="Arial"/>
                <a:ea typeface="Arial"/>
                <a:cs typeface="Arial"/>
              </a:defRPr>
            </a:lvl4pPr>
            <a:lvl5pPr>
              <a:defRPr sz="1500" b="1">
                <a:solidFill>
                  <a:srgbClr val="00539F"/>
                </a:solidFill>
                <a:latin typeface="Arial"/>
                <a:ea typeface="Arial"/>
                <a:cs typeface="Arial"/>
              </a:defRPr>
            </a:lvl5pPr>
            <a:lvl6pPr>
              <a:defRPr sz="1500" b="1">
                <a:solidFill>
                  <a:srgbClr val="00539F"/>
                </a:solidFill>
                <a:latin typeface="Arial"/>
                <a:ea typeface="Arial"/>
                <a:cs typeface="Arial"/>
              </a:defRPr>
            </a:lvl6pPr>
            <a:lvl7pPr>
              <a:defRPr sz="1500" b="1">
                <a:solidFill>
                  <a:srgbClr val="00539F"/>
                </a:solidFill>
                <a:latin typeface="Arial"/>
                <a:ea typeface="Arial"/>
                <a:cs typeface="Arial"/>
              </a:defRPr>
            </a:lvl7pPr>
            <a:lvl8pPr>
              <a:defRPr sz="1500" b="1">
                <a:solidFill>
                  <a:srgbClr val="00539F"/>
                </a:solidFill>
                <a:latin typeface="Arial"/>
                <a:ea typeface="Arial"/>
                <a:cs typeface="Arial"/>
              </a:defRPr>
            </a:lvl8pPr>
            <a:lvl9pPr>
              <a:defRPr sz="1500" b="1">
                <a:solidFill>
                  <a:srgbClr val="00539F"/>
                </a:solidFill>
                <a:latin typeface="Arial"/>
                <a:ea typeface="Arial"/>
                <a:cs typeface="Arial"/>
              </a:defRPr>
            </a:lvl9pPr>
          </a:lstStyle>
          <a:p xmlns:a="http://schemas.openxmlformats.org/drawingml/2006/main">
            <a:pPr>
              <a:defRPr sz="1500" b="1">
                <a:solidFill>
                  <a:srgbClr val="00539F"/>
                </a:solidFill>
                <a:latin typeface="Arial"/>
                <a:ea typeface="Arial"/>
                <a:cs typeface="Arial"/>
              </a:defRPr>
            </a:pPr>
            <a:r>
              <a:rPr sz="1500" b="1">
                <a:solidFill>
                  <a:srgbClr val="00539F"/>
                </a:solidFill>
                <a:latin typeface="Arial"/>
                <a:ea typeface="Arial"/>
                <a:cs typeface="Arial"/>
              </a:rPr>
              <a:t>Compare with the plan</a:t>
            </a:r>
          </a:p>
        </p:txBody>
      </p:sp>
      <p:sp>
        <p:nvSpPr>
          <p:cNvPr id="12" name="What needs correcting?">
            <a:extLst xmlns:a="http://schemas.openxmlformats.org/drawingml/2006/main">
              <a:ext uri="{FF2B5EF4-FFF2-40B4-BE49-F238E27FC236}">
                <a16:creationId xmlns:a16="http://schemas.microsoft.com/office/drawing/2014/main" id="{584E2D4C-EF8D-42B7-BD05-252F1424EFF3}"/>
              </a:ext>
            </a:extLst>
          </p:cNvPr>
          <p:cNvSpPr>
            <a:spLocks xmlns:a="http://schemas.openxmlformats.org/drawingml/2006/main" noGrp="1"/>
          </p:cNvSpPr>
          <p:nvPr/>
        </p:nvSpPr>
        <p:spPr>
          <a:xfrm xmlns:a="http://schemas.openxmlformats.org/drawingml/2006/main">
            <a:off x="2738438" y="2952750"/>
            <a:ext cx="1585913"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75" b="0">
                <a:solidFill>
                  <a:srgbClr val="17324D"/>
                </a:solidFill>
                <a:latin typeface="Arial"/>
                <a:ea typeface="Arial"/>
                <a:cs typeface="Arial"/>
              </a:defRPr>
            </a:defPPr>
            <a:lvl1pPr>
              <a:defRPr sz="1275" b="0">
                <a:solidFill>
                  <a:srgbClr val="17324D"/>
                </a:solidFill>
                <a:latin typeface="Arial"/>
                <a:ea typeface="Arial"/>
                <a:cs typeface="Arial"/>
              </a:defRPr>
            </a:lvl1pPr>
            <a:lvl2pPr>
              <a:defRPr sz="1275" b="0">
                <a:solidFill>
                  <a:srgbClr val="17324D"/>
                </a:solidFill>
                <a:latin typeface="Arial"/>
                <a:ea typeface="Arial"/>
                <a:cs typeface="Arial"/>
              </a:defRPr>
            </a:lvl2pPr>
            <a:lvl3pPr>
              <a:defRPr sz="1275" b="0">
                <a:solidFill>
                  <a:srgbClr val="17324D"/>
                </a:solidFill>
                <a:latin typeface="Arial"/>
                <a:ea typeface="Arial"/>
                <a:cs typeface="Arial"/>
              </a:defRPr>
            </a:lvl3pPr>
            <a:lvl4pPr>
              <a:defRPr sz="1275" b="0">
                <a:solidFill>
                  <a:srgbClr val="17324D"/>
                </a:solidFill>
                <a:latin typeface="Arial"/>
                <a:ea typeface="Arial"/>
                <a:cs typeface="Arial"/>
              </a:defRPr>
            </a:lvl4pPr>
            <a:lvl5pPr>
              <a:defRPr sz="1275" b="0">
                <a:solidFill>
                  <a:srgbClr val="17324D"/>
                </a:solidFill>
                <a:latin typeface="Arial"/>
                <a:ea typeface="Arial"/>
                <a:cs typeface="Arial"/>
              </a:defRPr>
            </a:lvl5pPr>
            <a:lvl6pPr>
              <a:defRPr sz="1275" b="0">
                <a:solidFill>
                  <a:srgbClr val="17324D"/>
                </a:solidFill>
                <a:latin typeface="Arial"/>
                <a:ea typeface="Arial"/>
                <a:cs typeface="Arial"/>
              </a:defRPr>
            </a:lvl6pPr>
            <a:lvl7pPr>
              <a:defRPr sz="1275" b="0">
                <a:solidFill>
                  <a:srgbClr val="17324D"/>
                </a:solidFill>
                <a:latin typeface="Arial"/>
                <a:ea typeface="Arial"/>
                <a:cs typeface="Arial"/>
              </a:defRPr>
            </a:lvl7pPr>
            <a:lvl8pPr>
              <a:defRPr sz="1275" b="0">
                <a:solidFill>
                  <a:srgbClr val="17324D"/>
                </a:solidFill>
                <a:latin typeface="Arial"/>
                <a:ea typeface="Arial"/>
                <a:cs typeface="Arial"/>
              </a:defRPr>
            </a:lvl8pPr>
            <a:lvl9pPr>
              <a:defRPr sz="1275" b="0">
                <a:solidFill>
                  <a:srgbClr val="17324D"/>
                </a:solidFill>
                <a:latin typeface="Arial"/>
                <a:ea typeface="Arial"/>
                <a:cs typeface="Arial"/>
              </a:defRPr>
            </a:lvl9pPr>
          </a:lstStyle>
          <a:p xmlns:a="http://schemas.openxmlformats.org/drawingml/2006/main">
            <a:pPr>
              <a:defRPr sz="1275" b="0">
                <a:solidFill>
                  <a:srgbClr val="17324D"/>
                </a:solidFill>
                <a:latin typeface="Arial"/>
                <a:ea typeface="Arial"/>
                <a:cs typeface="Arial"/>
              </a:defRPr>
            </a:pPr>
            <a:r>
              <a:rPr sz="1275" b="0">
                <a:solidFill>
                  <a:srgbClr val="17324D"/>
                </a:solidFill>
                <a:latin typeface="Arial"/>
                <a:ea typeface="Arial"/>
                <a:cs typeface="Arial"/>
              </a:rPr>
              <a:t>What needs correcting?</a:t>
            </a:r>
          </a:p>
        </p:txBody>
      </p:sp>
      <p:sp>
        <p:nvSpPr>
          <p:cNvPr id="13" name="→">
            <a:extLst xmlns:a="http://schemas.openxmlformats.org/drawingml/2006/main">
              <a:ext uri="{FF2B5EF4-FFF2-40B4-BE49-F238E27FC236}">
                <a16:creationId xmlns:a16="http://schemas.microsoft.com/office/drawing/2014/main" id="{6D729048-C436-449E-BD60-5E802C1EAA8F}"/>
              </a:ext>
            </a:extLst>
          </p:cNvPr>
          <p:cNvSpPr>
            <a:spLocks xmlns:a="http://schemas.openxmlformats.org/drawingml/2006/main" noGrp="1"/>
          </p:cNvSpPr>
          <p:nvPr/>
        </p:nvSpPr>
        <p:spPr>
          <a:xfrm xmlns:a="http://schemas.openxmlformats.org/drawingml/2006/main">
            <a:off x="4457700" y="2352675"/>
            <a:ext cx="228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800" b="1">
                <a:solidFill>
                  <a:srgbClr val="00539F"/>
                </a:solidFill>
                <a:latin typeface="Arial"/>
                <a:ea typeface="Arial"/>
                <a:cs typeface="Arial"/>
              </a:defRPr>
            </a:defPPr>
            <a:lvl1pPr>
              <a:defRPr sz="1800" b="1">
                <a:solidFill>
                  <a:srgbClr val="00539F"/>
                </a:solidFill>
                <a:latin typeface="Arial"/>
                <a:ea typeface="Arial"/>
                <a:cs typeface="Arial"/>
              </a:defRPr>
            </a:lvl1pPr>
            <a:lvl2pPr>
              <a:defRPr sz="1800" b="1">
                <a:solidFill>
                  <a:srgbClr val="00539F"/>
                </a:solidFill>
                <a:latin typeface="Arial"/>
                <a:ea typeface="Arial"/>
                <a:cs typeface="Arial"/>
              </a:defRPr>
            </a:lvl2pPr>
            <a:lvl3pPr>
              <a:defRPr sz="1800" b="1">
                <a:solidFill>
                  <a:srgbClr val="00539F"/>
                </a:solidFill>
                <a:latin typeface="Arial"/>
                <a:ea typeface="Arial"/>
                <a:cs typeface="Arial"/>
              </a:defRPr>
            </a:lvl3pPr>
            <a:lvl4pPr>
              <a:defRPr sz="1800" b="1">
                <a:solidFill>
                  <a:srgbClr val="00539F"/>
                </a:solidFill>
                <a:latin typeface="Arial"/>
                <a:ea typeface="Arial"/>
                <a:cs typeface="Arial"/>
              </a:defRPr>
            </a:lvl4pPr>
            <a:lvl5pPr>
              <a:defRPr sz="1800" b="1">
                <a:solidFill>
                  <a:srgbClr val="00539F"/>
                </a:solidFill>
                <a:latin typeface="Arial"/>
                <a:ea typeface="Arial"/>
                <a:cs typeface="Arial"/>
              </a:defRPr>
            </a:lvl5pPr>
            <a:lvl6pPr>
              <a:defRPr sz="1800" b="1">
                <a:solidFill>
                  <a:srgbClr val="00539F"/>
                </a:solidFill>
                <a:latin typeface="Arial"/>
                <a:ea typeface="Arial"/>
                <a:cs typeface="Arial"/>
              </a:defRPr>
            </a:lvl6pPr>
            <a:lvl7pPr>
              <a:defRPr sz="1800" b="1">
                <a:solidFill>
                  <a:srgbClr val="00539F"/>
                </a:solidFill>
                <a:latin typeface="Arial"/>
                <a:ea typeface="Arial"/>
                <a:cs typeface="Arial"/>
              </a:defRPr>
            </a:lvl7pPr>
            <a:lvl8pPr>
              <a:defRPr sz="1800" b="1">
                <a:solidFill>
                  <a:srgbClr val="00539F"/>
                </a:solidFill>
                <a:latin typeface="Arial"/>
                <a:ea typeface="Arial"/>
                <a:cs typeface="Arial"/>
              </a:defRPr>
            </a:lvl8pPr>
            <a:lvl9pPr>
              <a:defRPr sz="1800" b="1">
                <a:solidFill>
                  <a:srgbClr val="00539F"/>
                </a:solidFill>
                <a:latin typeface="Arial"/>
                <a:ea typeface="Arial"/>
                <a:cs typeface="Arial"/>
              </a:defRPr>
            </a:lvl9pPr>
          </a:lstStyle>
          <a:p xmlns:a="http://schemas.openxmlformats.org/drawingml/2006/main">
            <a:pPr>
              <a:defRPr sz="1800" b="1">
                <a:solidFill>
                  <a:srgbClr val="00539F"/>
                </a:solidFill>
                <a:latin typeface="Arial"/>
                <a:ea typeface="Arial"/>
                <a:cs typeface="Arial"/>
              </a:defRPr>
            </a:pPr>
            <a:r>
              <a:rPr sz="1800" b="1">
                <a:solidFill>
                  <a:srgbClr val="00539F"/>
                </a:solidFill>
                <a:latin typeface="Arial"/>
                <a:ea typeface="Arial"/>
                <a:cs typeface="Arial"/>
              </a:rPr>
              <a:t>→</a:t>
            </a:r>
          </a:p>
        </p:txBody>
      </p:sp>
      <p:sp>
        <p:nvSpPr>
          <p:cNvPr id="14" name="">
            <a:extLst xmlns:a="http://schemas.openxmlformats.org/drawingml/2006/main">
              <a:ext uri="{FF2B5EF4-FFF2-40B4-BE49-F238E27FC236}">
                <a16:creationId xmlns:a16="http://schemas.microsoft.com/office/drawing/2014/main" id="{BE1FE8D4-5032-4D81-97DF-4708A6748A74}"/>
              </a:ext>
            </a:extLst>
          </p:cNvPr>
          <p:cNvSpPr>
            <a:spLocks xmlns:a="http://schemas.openxmlformats.org/drawingml/2006/main" noGrp="1"/>
          </p:cNvSpPr>
          <p:nvPr/>
        </p:nvSpPr>
        <p:spPr>
          <a:xfrm xmlns:a="http://schemas.openxmlformats.org/drawingml/2006/main">
            <a:off x="4686300" y="1819275"/>
            <a:ext cx="1852613" cy="1619250"/>
          </a:xfrm>
          <a:prstGeom xmlns:a="http://schemas.openxmlformats.org/drawingml/2006/main" prst="roundRect">
            <a:avLst>
              <a:gd name="adj" fmla="val 4706"/>
            </a:avLst>
          </a:prstGeom>
          <a:solidFill xmlns:a="http://schemas.openxmlformats.org/drawingml/2006/main">
            <a:srgbClr val="EDF6FC"/>
          </a:solidFill>
          <a:ln xmlns:a="http://schemas.openxmlformats.org/drawingml/2006/main" w="9525">
            <a:solidFill>
              <a:srgbClr val="A9CDDF"/>
            </a:solidFill>
          </a:ln>
        </p:spPr>
      </p:sp>
      <p:sp>
        <p:nvSpPr>
          <p:cNvPr id="15" name="3">
            <a:extLst xmlns:a="http://schemas.openxmlformats.org/drawingml/2006/main">
              <a:ext uri="{FF2B5EF4-FFF2-40B4-BE49-F238E27FC236}">
                <a16:creationId xmlns:a16="http://schemas.microsoft.com/office/drawing/2014/main" id="{1A54F982-4B28-4D4E-A9A1-293710DF419E}"/>
              </a:ext>
            </a:extLst>
          </p:cNvPr>
          <p:cNvSpPr>
            <a:spLocks xmlns:a="http://schemas.openxmlformats.org/drawingml/2006/main" noGrp="1"/>
          </p:cNvSpPr>
          <p:nvPr/>
        </p:nvSpPr>
        <p:spPr>
          <a:xfrm xmlns:a="http://schemas.openxmlformats.org/drawingml/2006/main">
            <a:off x="4819650" y="1971675"/>
            <a:ext cx="1585913"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800" b="1">
                <a:solidFill>
                  <a:srgbClr val="00539F"/>
                </a:solidFill>
                <a:latin typeface="Arial"/>
                <a:ea typeface="Arial"/>
                <a:cs typeface="Arial"/>
              </a:defRPr>
            </a:defPPr>
            <a:lvl1pPr>
              <a:defRPr sz="1800" b="1">
                <a:solidFill>
                  <a:srgbClr val="00539F"/>
                </a:solidFill>
                <a:latin typeface="Arial"/>
                <a:ea typeface="Arial"/>
                <a:cs typeface="Arial"/>
              </a:defRPr>
            </a:lvl1pPr>
            <a:lvl2pPr>
              <a:defRPr sz="1800" b="1">
                <a:solidFill>
                  <a:srgbClr val="00539F"/>
                </a:solidFill>
                <a:latin typeface="Arial"/>
                <a:ea typeface="Arial"/>
                <a:cs typeface="Arial"/>
              </a:defRPr>
            </a:lvl2pPr>
            <a:lvl3pPr>
              <a:defRPr sz="1800" b="1">
                <a:solidFill>
                  <a:srgbClr val="00539F"/>
                </a:solidFill>
                <a:latin typeface="Arial"/>
                <a:ea typeface="Arial"/>
                <a:cs typeface="Arial"/>
              </a:defRPr>
            </a:lvl3pPr>
            <a:lvl4pPr>
              <a:defRPr sz="1800" b="1">
                <a:solidFill>
                  <a:srgbClr val="00539F"/>
                </a:solidFill>
                <a:latin typeface="Arial"/>
                <a:ea typeface="Arial"/>
                <a:cs typeface="Arial"/>
              </a:defRPr>
            </a:lvl4pPr>
            <a:lvl5pPr>
              <a:defRPr sz="1800" b="1">
                <a:solidFill>
                  <a:srgbClr val="00539F"/>
                </a:solidFill>
                <a:latin typeface="Arial"/>
                <a:ea typeface="Arial"/>
                <a:cs typeface="Arial"/>
              </a:defRPr>
            </a:lvl5pPr>
            <a:lvl6pPr>
              <a:defRPr sz="1800" b="1">
                <a:solidFill>
                  <a:srgbClr val="00539F"/>
                </a:solidFill>
                <a:latin typeface="Arial"/>
                <a:ea typeface="Arial"/>
                <a:cs typeface="Arial"/>
              </a:defRPr>
            </a:lvl6pPr>
            <a:lvl7pPr>
              <a:defRPr sz="1800" b="1">
                <a:solidFill>
                  <a:srgbClr val="00539F"/>
                </a:solidFill>
                <a:latin typeface="Arial"/>
                <a:ea typeface="Arial"/>
                <a:cs typeface="Arial"/>
              </a:defRPr>
            </a:lvl7pPr>
            <a:lvl8pPr>
              <a:defRPr sz="1800" b="1">
                <a:solidFill>
                  <a:srgbClr val="00539F"/>
                </a:solidFill>
                <a:latin typeface="Arial"/>
                <a:ea typeface="Arial"/>
                <a:cs typeface="Arial"/>
              </a:defRPr>
            </a:lvl8pPr>
            <a:lvl9pPr>
              <a:defRPr sz="1800" b="1">
                <a:solidFill>
                  <a:srgbClr val="00539F"/>
                </a:solidFill>
                <a:latin typeface="Arial"/>
                <a:ea typeface="Arial"/>
                <a:cs typeface="Arial"/>
              </a:defRPr>
            </a:lvl9pPr>
          </a:lstStyle>
          <a:p xmlns:a="http://schemas.openxmlformats.org/drawingml/2006/main">
            <a:pPr>
              <a:defRPr sz="1800" b="1">
                <a:solidFill>
                  <a:srgbClr val="00539F"/>
                </a:solidFill>
                <a:latin typeface="Arial"/>
                <a:ea typeface="Arial"/>
                <a:cs typeface="Arial"/>
              </a:defRPr>
            </a:pPr>
            <a:r>
              <a:rPr sz="1800" b="1">
                <a:solidFill>
                  <a:srgbClr val="00539F"/>
                </a:solidFill>
                <a:latin typeface="Arial"/>
                <a:ea typeface="Arial"/>
                <a:cs typeface="Arial"/>
              </a:rPr>
              <a:t>3</a:t>
            </a:r>
          </a:p>
        </p:txBody>
      </p:sp>
      <p:sp>
        <p:nvSpPr>
          <p:cNvPr id="16" name="Adjust the controls">
            <a:extLst xmlns:a="http://schemas.openxmlformats.org/drawingml/2006/main">
              <a:ext uri="{FF2B5EF4-FFF2-40B4-BE49-F238E27FC236}">
                <a16:creationId xmlns:a16="http://schemas.microsoft.com/office/drawing/2014/main" id="{FC384E13-FC13-4A16-A07E-4EAC58EDC165}"/>
              </a:ext>
            </a:extLst>
          </p:cNvPr>
          <p:cNvSpPr>
            <a:spLocks xmlns:a="http://schemas.openxmlformats.org/drawingml/2006/main" noGrp="1"/>
          </p:cNvSpPr>
          <p:nvPr/>
        </p:nvSpPr>
        <p:spPr>
          <a:xfrm xmlns:a="http://schemas.openxmlformats.org/drawingml/2006/main">
            <a:off x="4819650" y="2362200"/>
            <a:ext cx="1585913"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500" b="1">
                <a:solidFill>
                  <a:srgbClr val="00539F"/>
                </a:solidFill>
                <a:latin typeface="Arial"/>
                <a:ea typeface="Arial"/>
                <a:cs typeface="Arial"/>
              </a:defRPr>
            </a:defPPr>
            <a:lvl1pPr>
              <a:defRPr sz="1500" b="1">
                <a:solidFill>
                  <a:srgbClr val="00539F"/>
                </a:solidFill>
                <a:latin typeface="Arial"/>
                <a:ea typeface="Arial"/>
                <a:cs typeface="Arial"/>
              </a:defRPr>
            </a:lvl1pPr>
            <a:lvl2pPr>
              <a:defRPr sz="1500" b="1">
                <a:solidFill>
                  <a:srgbClr val="00539F"/>
                </a:solidFill>
                <a:latin typeface="Arial"/>
                <a:ea typeface="Arial"/>
                <a:cs typeface="Arial"/>
              </a:defRPr>
            </a:lvl2pPr>
            <a:lvl3pPr>
              <a:defRPr sz="1500" b="1">
                <a:solidFill>
                  <a:srgbClr val="00539F"/>
                </a:solidFill>
                <a:latin typeface="Arial"/>
                <a:ea typeface="Arial"/>
                <a:cs typeface="Arial"/>
              </a:defRPr>
            </a:lvl3pPr>
            <a:lvl4pPr>
              <a:defRPr sz="1500" b="1">
                <a:solidFill>
                  <a:srgbClr val="00539F"/>
                </a:solidFill>
                <a:latin typeface="Arial"/>
                <a:ea typeface="Arial"/>
                <a:cs typeface="Arial"/>
              </a:defRPr>
            </a:lvl4pPr>
            <a:lvl5pPr>
              <a:defRPr sz="1500" b="1">
                <a:solidFill>
                  <a:srgbClr val="00539F"/>
                </a:solidFill>
                <a:latin typeface="Arial"/>
                <a:ea typeface="Arial"/>
                <a:cs typeface="Arial"/>
              </a:defRPr>
            </a:lvl5pPr>
            <a:lvl6pPr>
              <a:defRPr sz="1500" b="1">
                <a:solidFill>
                  <a:srgbClr val="00539F"/>
                </a:solidFill>
                <a:latin typeface="Arial"/>
                <a:ea typeface="Arial"/>
                <a:cs typeface="Arial"/>
              </a:defRPr>
            </a:lvl6pPr>
            <a:lvl7pPr>
              <a:defRPr sz="1500" b="1">
                <a:solidFill>
                  <a:srgbClr val="00539F"/>
                </a:solidFill>
                <a:latin typeface="Arial"/>
                <a:ea typeface="Arial"/>
                <a:cs typeface="Arial"/>
              </a:defRPr>
            </a:lvl7pPr>
            <a:lvl8pPr>
              <a:defRPr sz="1500" b="1">
                <a:solidFill>
                  <a:srgbClr val="00539F"/>
                </a:solidFill>
                <a:latin typeface="Arial"/>
                <a:ea typeface="Arial"/>
                <a:cs typeface="Arial"/>
              </a:defRPr>
            </a:lvl8pPr>
            <a:lvl9pPr>
              <a:defRPr sz="1500" b="1">
                <a:solidFill>
                  <a:srgbClr val="00539F"/>
                </a:solidFill>
                <a:latin typeface="Arial"/>
                <a:ea typeface="Arial"/>
                <a:cs typeface="Arial"/>
              </a:defRPr>
            </a:lvl9pPr>
          </a:lstStyle>
          <a:p xmlns:a="http://schemas.openxmlformats.org/drawingml/2006/main">
            <a:pPr>
              <a:defRPr sz="1500" b="1">
                <a:solidFill>
                  <a:srgbClr val="00539F"/>
                </a:solidFill>
                <a:latin typeface="Arial"/>
                <a:ea typeface="Arial"/>
                <a:cs typeface="Arial"/>
              </a:defRPr>
            </a:pPr>
            <a:r>
              <a:rPr sz="1500" b="1">
                <a:solidFill>
                  <a:srgbClr val="00539F"/>
                </a:solidFill>
                <a:latin typeface="Arial"/>
                <a:ea typeface="Arial"/>
                <a:cs typeface="Arial"/>
              </a:rPr>
              <a:t>Adjust the controls</a:t>
            </a:r>
          </a:p>
        </p:txBody>
      </p:sp>
      <p:sp>
        <p:nvSpPr>
          <p:cNvPr id="17" name="Accelerate, brake, or steer">
            <a:extLst xmlns:a="http://schemas.openxmlformats.org/drawingml/2006/main">
              <a:ext uri="{FF2B5EF4-FFF2-40B4-BE49-F238E27FC236}">
                <a16:creationId xmlns:a16="http://schemas.microsoft.com/office/drawing/2014/main" id="{06738244-B5CA-4DBB-AD2C-EF96D0EE9210}"/>
              </a:ext>
            </a:extLst>
          </p:cNvPr>
          <p:cNvSpPr>
            <a:spLocks xmlns:a="http://schemas.openxmlformats.org/drawingml/2006/main" noGrp="1"/>
          </p:cNvSpPr>
          <p:nvPr/>
        </p:nvSpPr>
        <p:spPr>
          <a:xfrm xmlns:a="http://schemas.openxmlformats.org/drawingml/2006/main">
            <a:off x="4819650" y="2952750"/>
            <a:ext cx="1585913"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75" b="0">
                <a:solidFill>
                  <a:srgbClr val="17324D"/>
                </a:solidFill>
                <a:latin typeface="Arial"/>
                <a:ea typeface="Arial"/>
                <a:cs typeface="Arial"/>
              </a:defRPr>
            </a:defPPr>
            <a:lvl1pPr>
              <a:defRPr sz="1275" b="0">
                <a:solidFill>
                  <a:srgbClr val="17324D"/>
                </a:solidFill>
                <a:latin typeface="Arial"/>
                <a:ea typeface="Arial"/>
                <a:cs typeface="Arial"/>
              </a:defRPr>
            </a:lvl1pPr>
            <a:lvl2pPr>
              <a:defRPr sz="1275" b="0">
                <a:solidFill>
                  <a:srgbClr val="17324D"/>
                </a:solidFill>
                <a:latin typeface="Arial"/>
                <a:ea typeface="Arial"/>
                <a:cs typeface="Arial"/>
              </a:defRPr>
            </a:lvl2pPr>
            <a:lvl3pPr>
              <a:defRPr sz="1275" b="0">
                <a:solidFill>
                  <a:srgbClr val="17324D"/>
                </a:solidFill>
                <a:latin typeface="Arial"/>
                <a:ea typeface="Arial"/>
                <a:cs typeface="Arial"/>
              </a:defRPr>
            </a:lvl3pPr>
            <a:lvl4pPr>
              <a:defRPr sz="1275" b="0">
                <a:solidFill>
                  <a:srgbClr val="17324D"/>
                </a:solidFill>
                <a:latin typeface="Arial"/>
                <a:ea typeface="Arial"/>
                <a:cs typeface="Arial"/>
              </a:defRPr>
            </a:lvl4pPr>
            <a:lvl5pPr>
              <a:defRPr sz="1275" b="0">
                <a:solidFill>
                  <a:srgbClr val="17324D"/>
                </a:solidFill>
                <a:latin typeface="Arial"/>
                <a:ea typeface="Arial"/>
                <a:cs typeface="Arial"/>
              </a:defRPr>
            </a:lvl5pPr>
            <a:lvl6pPr>
              <a:defRPr sz="1275" b="0">
                <a:solidFill>
                  <a:srgbClr val="17324D"/>
                </a:solidFill>
                <a:latin typeface="Arial"/>
                <a:ea typeface="Arial"/>
                <a:cs typeface="Arial"/>
              </a:defRPr>
            </a:lvl6pPr>
            <a:lvl7pPr>
              <a:defRPr sz="1275" b="0">
                <a:solidFill>
                  <a:srgbClr val="17324D"/>
                </a:solidFill>
                <a:latin typeface="Arial"/>
                <a:ea typeface="Arial"/>
                <a:cs typeface="Arial"/>
              </a:defRPr>
            </a:lvl7pPr>
            <a:lvl8pPr>
              <a:defRPr sz="1275" b="0">
                <a:solidFill>
                  <a:srgbClr val="17324D"/>
                </a:solidFill>
                <a:latin typeface="Arial"/>
                <a:ea typeface="Arial"/>
                <a:cs typeface="Arial"/>
              </a:defRPr>
            </a:lvl8pPr>
            <a:lvl9pPr>
              <a:defRPr sz="1275" b="0">
                <a:solidFill>
                  <a:srgbClr val="17324D"/>
                </a:solidFill>
                <a:latin typeface="Arial"/>
                <a:ea typeface="Arial"/>
                <a:cs typeface="Arial"/>
              </a:defRPr>
            </a:lvl9pPr>
          </a:lstStyle>
          <a:p xmlns:a="http://schemas.openxmlformats.org/drawingml/2006/main">
            <a:pPr>
              <a:defRPr sz="1275" b="0">
                <a:solidFill>
                  <a:srgbClr val="17324D"/>
                </a:solidFill>
                <a:latin typeface="Arial"/>
                <a:ea typeface="Arial"/>
                <a:cs typeface="Arial"/>
              </a:defRPr>
            </a:pPr>
            <a:r>
              <a:rPr sz="1275" b="0">
                <a:solidFill>
                  <a:srgbClr val="17324D"/>
                </a:solidFill>
                <a:latin typeface="Arial"/>
                <a:ea typeface="Arial"/>
                <a:cs typeface="Arial"/>
              </a:rPr>
              <a:t>Accelerate, brake, or steer</a:t>
            </a:r>
          </a:p>
        </p:txBody>
      </p:sp>
      <p:sp>
        <p:nvSpPr>
          <p:cNvPr id="18" name="→">
            <a:extLst xmlns:a="http://schemas.openxmlformats.org/drawingml/2006/main">
              <a:ext uri="{FF2B5EF4-FFF2-40B4-BE49-F238E27FC236}">
                <a16:creationId xmlns:a16="http://schemas.microsoft.com/office/drawing/2014/main" id="{63F8CFBD-32A3-4D2B-BCF8-7C787583C07F}"/>
              </a:ext>
            </a:extLst>
          </p:cNvPr>
          <p:cNvSpPr>
            <a:spLocks xmlns:a="http://schemas.openxmlformats.org/drawingml/2006/main" noGrp="1"/>
          </p:cNvSpPr>
          <p:nvPr/>
        </p:nvSpPr>
        <p:spPr>
          <a:xfrm xmlns:a="http://schemas.openxmlformats.org/drawingml/2006/main">
            <a:off x="6538913" y="2352675"/>
            <a:ext cx="228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800" b="1">
                <a:solidFill>
                  <a:srgbClr val="00539F"/>
                </a:solidFill>
                <a:latin typeface="Arial"/>
                <a:ea typeface="Arial"/>
                <a:cs typeface="Arial"/>
              </a:defRPr>
            </a:defPPr>
            <a:lvl1pPr>
              <a:defRPr sz="1800" b="1">
                <a:solidFill>
                  <a:srgbClr val="00539F"/>
                </a:solidFill>
                <a:latin typeface="Arial"/>
                <a:ea typeface="Arial"/>
                <a:cs typeface="Arial"/>
              </a:defRPr>
            </a:lvl1pPr>
            <a:lvl2pPr>
              <a:defRPr sz="1800" b="1">
                <a:solidFill>
                  <a:srgbClr val="00539F"/>
                </a:solidFill>
                <a:latin typeface="Arial"/>
                <a:ea typeface="Arial"/>
                <a:cs typeface="Arial"/>
              </a:defRPr>
            </a:lvl2pPr>
            <a:lvl3pPr>
              <a:defRPr sz="1800" b="1">
                <a:solidFill>
                  <a:srgbClr val="00539F"/>
                </a:solidFill>
                <a:latin typeface="Arial"/>
                <a:ea typeface="Arial"/>
                <a:cs typeface="Arial"/>
              </a:defRPr>
            </a:lvl3pPr>
            <a:lvl4pPr>
              <a:defRPr sz="1800" b="1">
                <a:solidFill>
                  <a:srgbClr val="00539F"/>
                </a:solidFill>
                <a:latin typeface="Arial"/>
                <a:ea typeface="Arial"/>
                <a:cs typeface="Arial"/>
              </a:defRPr>
            </a:lvl4pPr>
            <a:lvl5pPr>
              <a:defRPr sz="1800" b="1">
                <a:solidFill>
                  <a:srgbClr val="00539F"/>
                </a:solidFill>
                <a:latin typeface="Arial"/>
                <a:ea typeface="Arial"/>
                <a:cs typeface="Arial"/>
              </a:defRPr>
            </a:lvl5pPr>
            <a:lvl6pPr>
              <a:defRPr sz="1800" b="1">
                <a:solidFill>
                  <a:srgbClr val="00539F"/>
                </a:solidFill>
                <a:latin typeface="Arial"/>
                <a:ea typeface="Arial"/>
                <a:cs typeface="Arial"/>
              </a:defRPr>
            </a:lvl6pPr>
            <a:lvl7pPr>
              <a:defRPr sz="1800" b="1">
                <a:solidFill>
                  <a:srgbClr val="00539F"/>
                </a:solidFill>
                <a:latin typeface="Arial"/>
                <a:ea typeface="Arial"/>
                <a:cs typeface="Arial"/>
              </a:defRPr>
            </a:lvl7pPr>
            <a:lvl8pPr>
              <a:defRPr sz="1800" b="1">
                <a:solidFill>
                  <a:srgbClr val="00539F"/>
                </a:solidFill>
                <a:latin typeface="Arial"/>
                <a:ea typeface="Arial"/>
                <a:cs typeface="Arial"/>
              </a:defRPr>
            </a:lvl8pPr>
            <a:lvl9pPr>
              <a:defRPr sz="1800" b="1">
                <a:solidFill>
                  <a:srgbClr val="00539F"/>
                </a:solidFill>
                <a:latin typeface="Arial"/>
                <a:ea typeface="Arial"/>
                <a:cs typeface="Arial"/>
              </a:defRPr>
            </a:lvl9pPr>
          </a:lstStyle>
          <a:p xmlns:a="http://schemas.openxmlformats.org/drawingml/2006/main">
            <a:pPr>
              <a:defRPr sz="1800" b="1">
                <a:solidFill>
                  <a:srgbClr val="00539F"/>
                </a:solidFill>
                <a:latin typeface="Arial"/>
                <a:ea typeface="Arial"/>
                <a:cs typeface="Arial"/>
              </a:defRPr>
            </a:pPr>
            <a:r>
              <a:rPr sz="1800" b="1">
                <a:solidFill>
                  <a:srgbClr val="00539F"/>
                </a:solidFill>
                <a:latin typeface="Arial"/>
                <a:ea typeface="Arial"/>
                <a:cs typeface="Arial"/>
              </a:rPr>
              <a:t>→</a:t>
            </a:r>
          </a:p>
        </p:txBody>
      </p:sp>
      <p:sp>
        <p:nvSpPr>
          <p:cNvPr id="19" name="">
            <a:extLst xmlns:a="http://schemas.openxmlformats.org/drawingml/2006/main">
              <a:ext uri="{FF2B5EF4-FFF2-40B4-BE49-F238E27FC236}">
                <a16:creationId xmlns:a16="http://schemas.microsoft.com/office/drawing/2014/main" id="{05B39A17-DDDF-4CDA-B66C-21DB64F0D4CD}"/>
              </a:ext>
            </a:extLst>
          </p:cNvPr>
          <p:cNvSpPr>
            <a:spLocks xmlns:a="http://schemas.openxmlformats.org/drawingml/2006/main" noGrp="1"/>
          </p:cNvSpPr>
          <p:nvPr/>
        </p:nvSpPr>
        <p:spPr>
          <a:xfrm xmlns:a="http://schemas.openxmlformats.org/drawingml/2006/main">
            <a:off x="6767513" y="1819275"/>
            <a:ext cx="1852613" cy="1619250"/>
          </a:xfrm>
          <a:prstGeom xmlns:a="http://schemas.openxmlformats.org/drawingml/2006/main" prst="roundRect">
            <a:avLst>
              <a:gd name="adj" fmla="val 4706"/>
            </a:avLst>
          </a:prstGeom>
          <a:solidFill xmlns:a="http://schemas.openxmlformats.org/drawingml/2006/main">
            <a:srgbClr val="EDF6FC"/>
          </a:solidFill>
          <a:ln xmlns:a="http://schemas.openxmlformats.org/drawingml/2006/main" w="9525">
            <a:solidFill>
              <a:srgbClr val="A9CDDF"/>
            </a:solidFill>
          </a:ln>
        </p:spPr>
      </p:sp>
      <p:sp>
        <p:nvSpPr>
          <p:cNvPr id="20" name="4">
            <a:extLst xmlns:a="http://schemas.openxmlformats.org/drawingml/2006/main">
              <a:ext uri="{FF2B5EF4-FFF2-40B4-BE49-F238E27FC236}">
                <a16:creationId xmlns:a16="http://schemas.microsoft.com/office/drawing/2014/main" id="{211B4124-F5CC-4C40-B9F4-5EA8F8EB0291}"/>
              </a:ext>
            </a:extLst>
          </p:cNvPr>
          <p:cNvSpPr>
            <a:spLocks xmlns:a="http://schemas.openxmlformats.org/drawingml/2006/main" noGrp="1"/>
          </p:cNvSpPr>
          <p:nvPr/>
        </p:nvSpPr>
        <p:spPr>
          <a:xfrm xmlns:a="http://schemas.openxmlformats.org/drawingml/2006/main">
            <a:off x="6900863" y="1971675"/>
            <a:ext cx="1585913"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800" b="1">
                <a:solidFill>
                  <a:srgbClr val="00539F"/>
                </a:solidFill>
                <a:latin typeface="Arial"/>
                <a:ea typeface="Arial"/>
                <a:cs typeface="Arial"/>
              </a:defRPr>
            </a:defPPr>
            <a:lvl1pPr>
              <a:defRPr sz="1800" b="1">
                <a:solidFill>
                  <a:srgbClr val="00539F"/>
                </a:solidFill>
                <a:latin typeface="Arial"/>
                <a:ea typeface="Arial"/>
                <a:cs typeface="Arial"/>
              </a:defRPr>
            </a:lvl1pPr>
            <a:lvl2pPr>
              <a:defRPr sz="1800" b="1">
                <a:solidFill>
                  <a:srgbClr val="00539F"/>
                </a:solidFill>
                <a:latin typeface="Arial"/>
                <a:ea typeface="Arial"/>
                <a:cs typeface="Arial"/>
              </a:defRPr>
            </a:lvl2pPr>
            <a:lvl3pPr>
              <a:defRPr sz="1800" b="1">
                <a:solidFill>
                  <a:srgbClr val="00539F"/>
                </a:solidFill>
                <a:latin typeface="Arial"/>
                <a:ea typeface="Arial"/>
                <a:cs typeface="Arial"/>
              </a:defRPr>
            </a:lvl3pPr>
            <a:lvl4pPr>
              <a:defRPr sz="1800" b="1">
                <a:solidFill>
                  <a:srgbClr val="00539F"/>
                </a:solidFill>
                <a:latin typeface="Arial"/>
                <a:ea typeface="Arial"/>
                <a:cs typeface="Arial"/>
              </a:defRPr>
            </a:lvl4pPr>
            <a:lvl5pPr>
              <a:defRPr sz="1800" b="1">
                <a:solidFill>
                  <a:srgbClr val="00539F"/>
                </a:solidFill>
                <a:latin typeface="Arial"/>
                <a:ea typeface="Arial"/>
                <a:cs typeface="Arial"/>
              </a:defRPr>
            </a:lvl5pPr>
            <a:lvl6pPr>
              <a:defRPr sz="1800" b="1">
                <a:solidFill>
                  <a:srgbClr val="00539F"/>
                </a:solidFill>
                <a:latin typeface="Arial"/>
                <a:ea typeface="Arial"/>
                <a:cs typeface="Arial"/>
              </a:defRPr>
            </a:lvl6pPr>
            <a:lvl7pPr>
              <a:defRPr sz="1800" b="1">
                <a:solidFill>
                  <a:srgbClr val="00539F"/>
                </a:solidFill>
                <a:latin typeface="Arial"/>
                <a:ea typeface="Arial"/>
                <a:cs typeface="Arial"/>
              </a:defRPr>
            </a:lvl7pPr>
            <a:lvl8pPr>
              <a:defRPr sz="1800" b="1">
                <a:solidFill>
                  <a:srgbClr val="00539F"/>
                </a:solidFill>
                <a:latin typeface="Arial"/>
                <a:ea typeface="Arial"/>
                <a:cs typeface="Arial"/>
              </a:defRPr>
            </a:lvl8pPr>
            <a:lvl9pPr>
              <a:defRPr sz="1800" b="1">
                <a:solidFill>
                  <a:srgbClr val="00539F"/>
                </a:solidFill>
                <a:latin typeface="Arial"/>
                <a:ea typeface="Arial"/>
                <a:cs typeface="Arial"/>
              </a:defRPr>
            </a:lvl9pPr>
          </a:lstStyle>
          <a:p xmlns:a="http://schemas.openxmlformats.org/drawingml/2006/main">
            <a:pPr>
              <a:defRPr sz="1800" b="1">
                <a:solidFill>
                  <a:srgbClr val="00539F"/>
                </a:solidFill>
                <a:latin typeface="Arial"/>
                <a:ea typeface="Arial"/>
                <a:cs typeface="Arial"/>
              </a:defRPr>
            </a:pPr>
            <a:r>
              <a:rPr sz="1800" b="1">
                <a:solidFill>
                  <a:srgbClr val="00539F"/>
                </a:solidFill>
                <a:latin typeface="Arial"/>
                <a:ea typeface="Arial"/>
                <a:cs typeface="Arial"/>
              </a:rPr>
              <a:t>4</a:t>
            </a:r>
          </a:p>
        </p:txBody>
      </p:sp>
      <p:sp>
        <p:nvSpPr>
          <p:cNvPr id="21" name="Observe again">
            <a:extLst xmlns:a="http://schemas.openxmlformats.org/drawingml/2006/main">
              <a:ext uri="{FF2B5EF4-FFF2-40B4-BE49-F238E27FC236}">
                <a16:creationId xmlns:a16="http://schemas.microsoft.com/office/drawing/2014/main" id="{C62DDE69-A180-4CD9-950D-02023CEF718A}"/>
              </a:ext>
            </a:extLst>
          </p:cNvPr>
          <p:cNvSpPr>
            <a:spLocks xmlns:a="http://schemas.openxmlformats.org/drawingml/2006/main" noGrp="1"/>
          </p:cNvSpPr>
          <p:nvPr/>
        </p:nvSpPr>
        <p:spPr>
          <a:xfrm xmlns:a="http://schemas.openxmlformats.org/drawingml/2006/main">
            <a:off x="6900863" y="2362200"/>
            <a:ext cx="1585913"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500" b="1">
                <a:solidFill>
                  <a:srgbClr val="00539F"/>
                </a:solidFill>
                <a:latin typeface="Arial"/>
                <a:ea typeface="Arial"/>
                <a:cs typeface="Arial"/>
              </a:defRPr>
            </a:defPPr>
            <a:lvl1pPr>
              <a:defRPr sz="1500" b="1">
                <a:solidFill>
                  <a:srgbClr val="00539F"/>
                </a:solidFill>
                <a:latin typeface="Arial"/>
                <a:ea typeface="Arial"/>
                <a:cs typeface="Arial"/>
              </a:defRPr>
            </a:lvl1pPr>
            <a:lvl2pPr>
              <a:defRPr sz="1500" b="1">
                <a:solidFill>
                  <a:srgbClr val="00539F"/>
                </a:solidFill>
                <a:latin typeface="Arial"/>
                <a:ea typeface="Arial"/>
                <a:cs typeface="Arial"/>
              </a:defRPr>
            </a:lvl2pPr>
            <a:lvl3pPr>
              <a:defRPr sz="1500" b="1">
                <a:solidFill>
                  <a:srgbClr val="00539F"/>
                </a:solidFill>
                <a:latin typeface="Arial"/>
                <a:ea typeface="Arial"/>
                <a:cs typeface="Arial"/>
              </a:defRPr>
            </a:lvl3pPr>
            <a:lvl4pPr>
              <a:defRPr sz="1500" b="1">
                <a:solidFill>
                  <a:srgbClr val="00539F"/>
                </a:solidFill>
                <a:latin typeface="Arial"/>
                <a:ea typeface="Arial"/>
                <a:cs typeface="Arial"/>
              </a:defRPr>
            </a:lvl4pPr>
            <a:lvl5pPr>
              <a:defRPr sz="1500" b="1">
                <a:solidFill>
                  <a:srgbClr val="00539F"/>
                </a:solidFill>
                <a:latin typeface="Arial"/>
                <a:ea typeface="Arial"/>
                <a:cs typeface="Arial"/>
              </a:defRPr>
            </a:lvl5pPr>
            <a:lvl6pPr>
              <a:defRPr sz="1500" b="1">
                <a:solidFill>
                  <a:srgbClr val="00539F"/>
                </a:solidFill>
                <a:latin typeface="Arial"/>
                <a:ea typeface="Arial"/>
                <a:cs typeface="Arial"/>
              </a:defRPr>
            </a:lvl6pPr>
            <a:lvl7pPr>
              <a:defRPr sz="1500" b="1">
                <a:solidFill>
                  <a:srgbClr val="00539F"/>
                </a:solidFill>
                <a:latin typeface="Arial"/>
                <a:ea typeface="Arial"/>
                <a:cs typeface="Arial"/>
              </a:defRPr>
            </a:lvl7pPr>
            <a:lvl8pPr>
              <a:defRPr sz="1500" b="1">
                <a:solidFill>
                  <a:srgbClr val="00539F"/>
                </a:solidFill>
                <a:latin typeface="Arial"/>
                <a:ea typeface="Arial"/>
                <a:cs typeface="Arial"/>
              </a:defRPr>
            </a:lvl8pPr>
            <a:lvl9pPr>
              <a:defRPr sz="1500" b="1">
                <a:solidFill>
                  <a:srgbClr val="00539F"/>
                </a:solidFill>
                <a:latin typeface="Arial"/>
                <a:ea typeface="Arial"/>
                <a:cs typeface="Arial"/>
              </a:defRPr>
            </a:lvl9pPr>
          </a:lstStyle>
          <a:p xmlns:a="http://schemas.openxmlformats.org/drawingml/2006/main">
            <a:pPr>
              <a:defRPr sz="1500" b="1">
                <a:solidFill>
                  <a:srgbClr val="00539F"/>
                </a:solidFill>
                <a:latin typeface="Arial"/>
                <a:ea typeface="Arial"/>
                <a:cs typeface="Arial"/>
              </a:defRPr>
            </a:pPr>
            <a:r>
              <a:rPr sz="1500" b="1">
                <a:solidFill>
                  <a:srgbClr val="00539F"/>
                </a:solidFill>
                <a:latin typeface="Arial"/>
                <a:ea typeface="Arial"/>
                <a:cs typeface="Arial"/>
              </a:rPr>
              <a:t>Observe again</a:t>
            </a:r>
          </a:p>
        </p:txBody>
      </p:sp>
      <p:sp>
        <p:nvSpPr>
          <p:cNvPr id="22" name="Did the correction help?">
            <a:extLst xmlns:a="http://schemas.openxmlformats.org/drawingml/2006/main">
              <a:ext uri="{FF2B5EF4-FFF2-40B4-BE49-F238E27FC236}">
                <a16:creationId xmlns:a16="http://schemas.microsoft.com/office/drawing/2014/main" id="{15FB794A-B745-4FB0-95A1-6D1E0BB28E5E}"/>
              </a:ext>
            </a:extLst>
          </p:cNvPr>
          <p:cNvSpPr>
            <a:spLocks xmlns:a="http://schemas.openxmlformats.org/drawingml/2006/main" noGrp="1"/>
          </p:cNvSpPr>
          <p:nvPr/>
        </p:nvSpPr>
        <p:spPr>
          <a:xfrm xmlns:a="http://schemas.openxmlformats.org/drawingml/2006/main">
            <a:off x="6900863" y="2952750"/>
            <a:ext cx="1585913"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75" b="0">
                <a:solidFill>
                  <a:srgbClr val="17324D"/>
                </a:solidFill>
                <a:latin typeface="Arial"/>
                <a:ea typeface="Arial"/>
                <a:cs typeface="Arial"/>
              </a:defRPr>
            </a:defPPr>
            <a:lvl1pPr>
              <a:defRPr sz="1275" b="0">
                <a:solidFill>
                  <a:srgbClr val="17324D"/>
                </a:solidFill>
                <a:latin typeface="Arial"/>
                <a:ea typeface="Arial"/>
                <a:cs typeface="Arial"/>
              </a:defRPr>
            </a:lvl1pPr>
            <a:lvl2pPr>
              <a:defRPr sz="1275" b="0">
                <a:solidFill>
                  <a:srgbClr val="17324D"/>
                </a:solidFill>
                <a:latin typeface="Arial"/>
                <a:ea typeface="Arial"/>
                <a:cs typeface="Arial"/>
              </a:defRPr>
            </a:lvl2pPr>
            <a:lvl3pPr>
              <a:defRPr sz="1275" b="0">
                <a:solidFill>
                  <a:srgbClr val="17324D"/>
                </a:solidFill>
                <a:latin typeface="Arial"/>
                <a:ea typeface="Arial"/>
                <a:cs typeface="Arial"/>
              </a:defRPr>
            </a:lvl3pPr>
            <a:lvl4pPr>
              <a:defRPr sz="1275" b="0">
                <a:solidFill>
                  <a:srgbClr val="17324D"/>
                </a:solidFill>
                <a:latin typeface="Arial"/>
                <a:ea typeface="Arial"/>
                <a:cs typeface="Arial"/>
              </a:defRPr>
            </a:lvl4pPr>
            <a:lvl5pPr>
              <a:defRPr sz="1275" b="0">
                <a:solidFill>
                  <a:srgbClr val="17324D"/>
                </a:solidFill>
                <a:latin typeface="Arial"/>
                <a:ea typeface="Arial"/>
                <a:cs typeface="Arial"/>
              </a:defRPr>
            </a:lvl5pPr>
            <a:lvl6pPr>
              <a:defRPr sz="1275" b="0">
                <a:solidFill>
                  <a:srgbClr val="17324D"/>
                </a:solidFill>
                <a:latin typeface="Arial"/>
                <a:ea typeface="Arial"/>
                <a:cs typeface="Arial"/>
              </a:defRPr>
            </a:lvl6pPr>
            <a:lvl7pPr>
              <a:defRPr sz="1275" b="0">
                <a:solidFill>
                  <a:srgbClr val="17324D"/>
                </a:solidFill>
                <a:latin typeface="Arial"/>
                <a:ea typeface="Arial"/>
                <a:cs typeface="Arial"/>
              </a:defRPr>
            </a:lvl7pPr>
            <a:lvl8pPr>
              <a:defRPr sz="1275" b="0">
                <a:solidFill>
                  <a:srgbClr val="17324D"/>
                </a:solidFill>
                <a:latin typeface="Arial"/>
                <a:ea typeface="Arial"/>
                <a:cs typeface="Arial"/>
              </a:defRPr>
            </a:lvl8pPr>
            <a:lvl9pPr>
              <a:defRPr sz="1275" b="0">
                <a:solidFill>
                  <a:srgbClr val="17324D"/>
                </a:solidFill>
                <a:latin typeface="Arial"/>
                <a:ea typeface="Arial"/>
                <a:cs typeface="Arial"/>
              </a:defRPr>
            </a:lvl9pPr>
          </a:lstStyle>
          <a:p xmlns:a="http://schemas.openxmlformats.org/drawingml/2006/main">
            <a:pPr>
              <a:defRPr sz="1275" b="0">
                <a:solidFill>
                  <a:srgbClr val="17324D"/>
                </a:solidFill>
                <a:latin typeface="Arial"/>
                <a:ea typeface="Arial"/>
                <a:cs typeface="Arial"/>
              </a:defRPr>
            </a:pPr>
            <a:r>
              <a:rPr sz="1275" b="0">
                <a:solidFill>
                  <a:srgbClr val="17324D"/>
                </a:solidFill>
                <a:latin typeface="Arial"/>
                <a:ea typeface="Arial"/>
                <a:cs typeface="Arial"/>
              </a:rPr>
              <a:t>Did the correction help?</a:t>
            </a:r>
          </a:p>
        </p:txBody>
      </p:sp>
      <p:sp>
        <p:nvSpPr>
          <p:cNvPr id="23" name="A correction changes the situation. The next measurement closes ">
            <a:extLst xmlns:a="http://schemas.openxmlformats.org/drawingml/2006/main">
              <a:ext uri="{FF2B5EF4-FFF2-40B4-BE49-F238E27FC236}">
                <a16:creationId xmlns:a16="http://schemas.microsoft.com/office/drawing/2014/main" id="{2E47DCED-EE25-42A0-AD56-58EA7382822A}"/>
              </a:ext>
            </a:extLst>
          </p:cNvPr>
          <p:cNvSpPr>
            <a:spLocks xmlns:a="http://schemas.openxmlformats.org/drawingml/2006/main" noGrp="1"/>
          </p:cNvSpPr>
          <p:nvPr/>
        </p:nvSpPr>
        <p:spPr>
          <a:xfrm xmlns:a="http://schemas.openxmlformats.org/drawingml/2006/main">
            <a:off x="619125" y="3886200"/>
            <a:ext cx="7905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800" b="0">
                <a:solidFill>
                  <a:srgbClr val="17324D"/>
                </a:solidFill>
                <a:latin typeface="Arial"/>
                <a:ea typeface="Arial"/>
                <a:cs typeface="Arial"/>
              </a:defRPr>
            </a:defPPr>
            <a:lvl1pPr>
              <a:defRPr sz="1800" b="0">
                <a:solidFill>
                  <a:srgbClr val="17324D"/>
                </a:solidFill>
                <a:latin typeface="Arial"/>
                <a:ea typeface="Arial"/>
                <a:cs typeface="Arial"/>
              </a:defRPr>
            </a:lvl1pPr>
            <a:lvl2pPr>
              <a:defRPr sz="1800" b="0">
                <a:solidFill>
                  <a:srgbClr val="17324D"/>
                </a:solidFill>
                <a:latin typeface="Arial"/>
                <a:ea typeface="Arial"/>
                <a:cs typeface="Arial"/>
              </a:defRPr>
            </a:lvl2pPr>
            <a:lvl3pPr>
              <a:defRPr sz="1800" b="0">
                <a:solidFill>
                  <a:srgbClr val="17324D"/>
                </a:solidFill>
                <a:latin typeface="Arial"/>
                <a:ea typeface="Arial"/>
                <a:cs typeface="Arial"/>
              </a:defRPr>
            </a:lvl3pPr>
            <a:lvl4pPr>
              <a:defRPr sz="1800" b="0">
                <a:solidFill>
                  <a:srgbClr val="17324D"/>
                </a:solidFill>
                <a:latin typeface="Arial"/>
                <a:ea typeface="Arial"/>
                <a:cs typeface="Arial"/>
              </a:defRPr>
            </a:lvl4pPr>
            <a:lvl5pPr>
              <a:defRPr sz="1800" b="0">
                <a:solidFill>
                  <a:srgbClr val="17324D"/>
                </a:solidFill>
                <a:latin typeface="Arial"/>
                <a:ea typeface="Arial"/>
                <a:cs typeface="Arial"/>
              </a:defRPr>
            </a:lvl5pPr>
            <a:lvl6pPr>
              <a:defRPr sz="1800" b="0">
                <a:solidFill>
                  <a:srgbClr val="17324D"/>
                </a:solidFill>
                <a:latin typeface="Arial"/>
                <a:ea typeface="Arial"/>
                <a:cs typeface="Arial"/>
              </a:defRPr>
            </a:lvl6pPr>
            <a:lvl7pPr>
              <a:defRPr sz="1800" b="0">
                <a:solidFill>
                  <a:srgbClr val="17324D"/>
                </a:solidFill>
                <a:latin typeface="Arial"/>
                <a:ea typeface="Arial"/>
                <a:cs typeface="Arial"/>
              </a:defRPr>
            </a:lvl7pPr>
            <a:lvl8pPr>
              <a:defRPr sz="1800" b="0">
                <a:solidFill>
                  <a:srgbClr val="17324D"/>
                </a:solidFill>
                <a:latin typeface="Arial"/>
                <a:ea typeface="Arial"/>
                <a:cs typeface="Arial"/>
              </a:defRPr>
            </a:lvl8pPr>
            <a:lvl9pPr>
              <a:defRPr sz="1800" b="0">
                <a:solidFill>
                  <a:srgbClr val="17324D"/>
                </a:solidFill>
                <a:latin typeface="Arial"/>
                <a:ea typeface="Arial"/>
                <a:cs typeface="Arial"/>
              </a:defRPr>
            </a:lvl9pPr>
          </a:lstStyle>
          <a:p xmlns:a="http://schemas.openxmlformats.org/drawingml/2006/main">
            <a:pPr>
              <a:defRPr sz="1800" b="0">
                <a:solidFill>
                  <a:srgbClr val="17324D"/>
                </a:solidFill>
                <a:latin typeface="Arial"/>
                <a:ea typeface="Arial"/>
                <a:cs typeface="Arial"/>
              </a:defRPr>
            </a:pPr>
            <a:r>
              <a:rPr sz="1800" b="0">
                <a:solidFill>
                  <a:srgbClr val="17324D"/>
                </a:solidFill>
                <a:latin typeface="Arial"/>
                <a:ea typeface="Arial"/>
                <a:cs typeface="Arial"/>
              </a:rPr>
              <a:t>A correction changes the situation. The next measurement closes the loop.</a:t>
            </a:r>
          </a:p>
        </p:txBody>
      </p:sp>
    </p:spTree>
    <p:extLst>
      <p:ext uri="{BB962C8B-B14F-4D97-AF65-F5344CB8AC3E}">
        <p14:creationId xmlns:p14="http://schemas.microsoft.com/office/powerpoint/2010/main" val="55500901"/>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5" name="">
            <a:extLst xmlns:a="http://schemas.openxmlformats.org/drawingml/2006/main">
              <a:ext uri="{FF2B5EF4-FFF2-40B4-BE49-F238E27FC236}">
                <a16:creationId xmlns:a16="http://schemas.microsoft.com/office/drawing/2014/main" id="{5674A0E7-9EB5-4BE3-8332-D7EFA9623483}"/>
              </a:ext>
            </a:extLst>
          </p:cNvPr>
          <p:cNvPicPr>
            <a:picLocks xmlns:a="http://schemas.openxmlformats.org/drawingml/2006/main" noChangeAspect="1"/>
          </p:cNvPicPr>
          <p:nvPr/>
        </p:nvPicPr>
        <p:blipFill>
          <a:blip xmlns:r="http://schemas.openxmlformats.org/officeDocument/2006/relationships" xmlns:a="http://schemas.openxmlformats.org/drawingml/2006/main" r:embed="R9937c366f0014421"/>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Reacting and anticipating work together">
            <a:extLst xmlns:a="http://schemas.openxmlformats.org/drawingml/2006/main">
              <a:ext uri="{FF2B5EF4-FFF2-40B4-BE49-F238E27FC236}">
                <a16:creationId xmlns:a16="http://schemas.microsoft.com/office/drawing/2014/main" id="{CB6F14A8-8161-4BB8-9534-EF9460E87D2C}"/>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550" b="0">
                <a:solidFill>
                  <a:srgbClr val="00A0DF"/>
                </a:solidFill>
                <a:latin typeface="Arial"/>
                <a:ea typeface="Arial"/>
                <a:cs typeface="Arial"/>
              </a:defRPr>
            </a:defPPr>
            <a:lvl1pPr>
              <a:defRPr sz="2550" b="0">
                <a:solidFill>
                  <a:srgbClr val="00A0DF"/>
                </a:solidFill>
                <a:latin typeface="Arial"/>
                <a:ea typeface="Arial"/>
                <a:cs typeface="Arial"/>
              </a:defRPr>
            </a:lvl1pPr>
            <a:lvl2pPr>
              <a:defRPr sz="2550" b="0">
                <a:solidFill>
                  <a:srgbClr val="00A0DF"/>
                </a:solidFill>
                <a:latin typeface="Arial"/>
                <a:ea typeface="Arial"/>
                <a:cs typeface="Arial"/>
              </a:defRPr>
            </a:lvl2pPr>
            <a:lvl3pPr>
              <a:defRPr sz="2550" b="0">
                <a:solidFill>
                  <a:srgbClr val="00A0DF"/>
                </a:solidFill>
                <a:latin typeface="Arial"/>
                <a:ea typeface="Arial"/>
                <a:cs typeface="Arial"/>
              </a:defRPr>
            </a:lvl3pPr>
            <a:lvl4pPr>
              <a:defRPr sz="2550" b="0">
                <a:solidFill>
                  <a:srgbClr val="00A0DF"/>
                </a:solidFill>
                <a:latin typeface="Arial"/>
                <a:ea typeface="Arial"/>
                <a:cs typeface="Arial"/>
              </a:defRPr>
            </a:lvl4pPr>
            <a:lvl5pPr>
              <a:defRPr sz="2550" b="0">
                <a:solidFill>
                  <a:srgbClr val="00A0DF"/>
                </a:solidFill>
                <a:latin typeface="Arial"/>
                <a:ea typeface="Arial"/>
                <a:cs typeface="Arial"/>
              </a:defRPr>
            </a:lvl5pPr>
            <a:lvl6pPr>
              <a:defRPr sz="2550" b="0">
                <a:solidFill>
                  <a:srgbClr val="00A0DF"/>
                </a:solidFill>
                <a:latin typeface="Arial"/>
                <a:ea typeface="Arial"/>
                <a:cs typeface="Arial"/>
              </a:defRPr>
            </a:lvl6pPr>
            <a:lvl7pPr>
              <a:defRPr sz="2550" b="0">
                <a:solidFill>
                  <a:srgbClr val="00A0DF"/>
                </a:solidFill>
                <a:latin typeface="Arial"/>
                <a:ea typeface="Arial"/>
                <a:cs typeface="Arial"/>
              </a:defRPr>
            </a:lvl7pPr>
            <a:lvl8pPr>
              <a:defRPr sz="2550" b="0">
                <a:solidFill>
                  <a:srgbClr val="00A0DF"/>
                </a:solidFill>
                <a:latin typeface="Arial"/>
                <a:ea typeface="Arial"/>
                <a:cs typeface="Arial"/>
              </a:defRPr>
            </a:lvl8pPr>
            <a:lvl9pPr>
              <a:defRPr sz="2550" b="0">
                <a:solidFill>
                  <a:srgbClr val="00A0DF"/>
                </a:solidFill>
                <a:latin typeface="Arial"/>
                <a:ea typeface="Arial"/>
                <a:cs typeface="Arial"/>
              </a:defRPr>
            </a:lvl9pPr>
          </a:lstStyle>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Reacting and anticipating work together</a:t>
            </a:r>
          </a:p>
        </p:txBody>
      </p:sp>
      <p:sp>
        <p:nvSpPr>
          <p:cNvPr id="3" name="5">
            <a:extLst xmlns:a="http://schemas.openxmlformats.org/drawingml/2006/main">
              <a:ext uri="{FF2B5EF4-FFF2-40B4-BE49-F238E27FC236}">
                <a16:creationId xmlns:a16="http://schemas.microsoft.com/office/drawing/2014/main" id="{1397D311-3699-4E84-AEDF-57AFC353ADE5}"/>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00539F"/>
                </a:solidFill>
                <a:latin typeface="Arial"/>
                <a:ea typeface="Arial"/>
                <a:cs typeface="Arial"/>
              </a:defRPr>
            </a:defPPr>
            <a:lvl1pPr>
              <a:defRPr sz="1200" b="0">
                <a:solidFill>
                  <a:srgbClr val="00539F"/>
                </a:solidFill>
                <a:latin typeface="Arial"/>
                <a:ea typeface="Arial"/>
                <a:cs typeface="Arial"/>
              </a:defRPr>
            </a:lvl1pPr>
            <a:lvl2pPr>
              <a:defRPr sz="1200" b="0">
                <a:solidFill>
                  <a:srgbClr val="00539F"/>
                </a:solidFill>
                <a:latin typeface="Arial"/>
                <a:ea typeface="Arial"/>
                <a:cs typeface="Arial"/>
              </a:defRPr>
            </a:lvl2pPr>
            <a:lvl3pPr>
              <a:defRPr sz="1200" b="0">
                <a:solidFill>
                  <a:srgbClr val="00539F"/>
                </a:solidFill>
                <a:latin typeface="Arial"/>
                <a:ea typeface="Arial"/>
                <a:cs typeface="Arial"/>
              </a:defRPr>
            </a:lvl3pPr>
            <a:lvl4pPr>
              <a:defRPr sz="1200" b="0">
                <a:solidFill>
                  <a:srgbClr val="00539F"/>
                </a:solidFill>
                <a:latin typeface="Arial"/>
                <a:ea typeface="Arial"/>
                <a:cs typeface="Arial"/>
              </a:defRPr>
            </a:lvl4pPr>
            <a:lvl5pPr>
              <a:defRPr sz="1200" b="0">
                <a:solidFill>
                  <a:srgbClr val="00539F"/>
                </a:solidFill>
                <a:latin typeface="Arial"/>
                <a:ea typeface="Arial"/>
                <a:cs typeface="Arial"/>
              </a:defRPr>
            </a:lvl5pPr>
            <a:lvl6pPr>
              <a:defRPr sz="1200" b="0">
                <a:solidFill>
                  <a:srgbClr val="00539F"/>
                </a:solidFill>
                <a:latin typeface="Arial"/>
                <a:ea typeface="Arial"/>
                <a:cs typeface="Arial"/>
              </a:defRPr>
            </a:lvl6pPr>
            <a:lvl7pPr>
              <a:defRPr sz="1200" b="0">
                <a:solidFill>
                  <a:srgbClr val="00539F"/>
                </a:solidFill>
                <a:latin typeface="Arial"/>
                <a:ea typeface="Arial"/>
                <a:cs typeface="Arial"/>
              </a:defRPr>
            </a:lvl7pPr>
            <a:lvl8pPr>
              <a:defRPr sz="1200" b="0">
                <a:solidFill>
                  <a:srgbClr val="00539F"/>
                </a:solidFill>
                <a:latin typeface="Arial"/>
                <a:ea typeface="Arial"/>
                <a:cs typeface="Arial"/>
              </a:defRPr>
            </a:lvl8pPr>
            <a:lvl9pPr>
              <a:defRPr sz="1200" b="0">
                <a:solidFill>
                  <a:srgbClr val="00539F"/>
                </a:solidFill>
                <a:latin typeface="Arial"/>
                <a:ea typeface="Arial"/>
                <a:cs typeface="Arial"/>
              </a:defRPr>
            </a:lvl9pPr>
          </a:lstStyle>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5</a:t>
            </a:r>
          </a:p>
        </p:txBody>
      </p:sp>
      <p:graphicFrame>
        <p:nvGraphicFramePr>
          <p:cNvPr id="4" name="">
            <a:extLst xmlns:a="http://schemas.openxmlformats.org/drawingml/2006/main">
              <a:ext uri="{FF2B5EF4-FFF2-40B4-BE49-F238E27FC236}">
                <a16:creationId xmlns:a16="http://schemas.microsoft.com/office/drawing/2014/main" id="{99EA3098-472A-4BBF-950B-CF43D385E3B9}"/>
              </a:ext>
            </a:extLst>
          </p:cNvPr>
          <p:cNvGraphicFramePr/>
          <p:nvPr/>
        </p:nvGraphicFramePr>
        <p:xfrm>
          <a:off xmlns:a="http://schemas.openxmlformats.org/drawingml/2006/main" x="523875" y="1457325"/>
          <a:ext xmlns:a="http://schemas.openxmlformats.org/drawingml/2006/main" cx="8096250" cy="3048000"/>
        </p:xfrm>
        <a:graphic xmlns:a="http://schemas.openxmlformats.org/drawingml/2006/main">
          <a:graphicData uri="http://schemas.openxmlformats.org/drawingml/2006/table">
            <a:tbl>
              <a:tblPr/>
              <a:tblGrid>
                <a:gridCol w="1762125"/>
                <a:gridCol w="3000375"/>
                <a:gridCol w="3333750"/>
              </a:tblGrid>
              <a:tr h="762000">
                <a:tc>
                  <a:txBody>
                    <a:bodyPr lIns="114300" tIns="76200" rIns="114300" bIns="76200">
                      <a:noAutofit/>
                    </a:bodyPr>
                    <a:lstStyle/>
                    <a:p>
                      <a:r>
                        <a:rPr sz="1425" b="1">
                          <a:solidFill>
                            <a:srgbClr val="FFFFFF"/>
                          </a:solidFill>
                          <a:latin typeface="Arial"/>
                          <a:ea typeface="Arial"/>
                          <a:cs typeface="Arial"/>
                        </a:rPr>
                        <a:t>Approach</a:t>
                      </a:r>
                    </a:p>
                  </a:txBody>
                  <a:tcPr marL="91440" marR="91440" marT="45720" marB="45720" anchor="ctr">
                    <a:lnL w="5715">
                      <a:solidFill>
                        <a:srgbClr val="D8E4ED"/>
                      </a:solidFill>
                      <a:prstDash val="solid"/>
                    </a:lnL>
                    <a:lnR w="5715">
                      <a:solidFill>
                        <a:srgbClr val="D8E4ED"/>
                      </a:solidFill>
                      <a:prstDash val="solid"/>
                    </a:lnR>
                    <a:lnT w="5715">
                      <a:solidFill>
                        <a:srgbClr val="D8E4ED"/>
                      </a:solidFill>
                      <a:prstDash val="solid"/>
                    </a:lnT>
                    <a:lnB w="5715">
                      <a:solidFill>
                        <a:srgbClr val="D8E4ED"/>
                      </a:solidFill>
                      <a:prstDash val="solid"/>
                    </a:lnB>
                    <a:solidFill>
                      <a:srgbClr val="00539F"/>
                    </a:solidFill>
                  </a:tcPr>
                </a:tc>
                <a:tc>
                  <a:txBody>
                    <a:bodyPr lIns="114300" tIns="76200" rIns="114300" bIns="76200">
                      <a:noAutofit/>
                    </a:bodyPr>
                    <a:lstStyle/>
                    <a:p>
                      <a:r>
                        <a:rPr sz="1425" b="1">
                          <a:solidFill>
                            <a:srgbClr val="FFFFFF"/>
                          </a:solidFill>
                          <a:latin typeface="Arial"/>
                          <a:ea typeface="Arial"/>
                          <a:cs typeface="Arial"/>
                        </a:rPr>
                        <a:t>Driving intuition</a:t>
                      </a:r>
                    </a:p>
                  </a:txBody>
                  <a:tcPr marL="91440" marR="91440" marT="45720" marB="45720" anchor="ctr">
                    <a:lnR w="5715">
                      <a:solidFill>
                        <a:srgbClr val="D8E4ED"/>
                      </a:solidFill>
                      <a:prstDash val="solid"/>
                    </a:lnR>
                    <a:lnT w="5715">
                      <a:solidFill>
                        <a:srgbClr val="D8E4ED"/>
                      </a:solidFill>
                      <a:prstDash val="solid"/>
                    </a:lnT>
                    <a:lnB w="5715">
                      <a:solidFill>
                        <a:srgbClr val="D8E4ED"/>
                      </a:solidFill>
                      <a:prstDash val="solid"/>
                    </a:lnB>
                    <a:solidFill>
                      <a:srgbClr val="00539F"/>
                    </a:solidFill>
                  </a:tcPr>
                </a:tc>
                <a:tc>
                  <a:txBody>
                    <a:bodyPr lIns="114300" tIns="76200" rIns="114300" bIns="76200">
                      <a:noAutofit/>
                    </a:bodyPr>
                    <a:lstStyle/>
                    <a:p>
                      <a:r>
                        <a:rPr sz="1425" b="1">
                          <a:solidFill>
                            <a:srgbClr val="FFFFFF"/>
                          </a:solidFill>
                          <a:latin typeface="Arial"/>
                          <a:ea typeface="Arial"/>
                          <a:cs typeface="Arial"/>
                        </a:rPr>
                        <a:t>Limitation</a:t>
                      </a:r>
                    </a:p>
                  </a:txBody>
                  <a:tcPr marL="91440" marR="91440" marT="45720" marB="45720" anchor="ctr">
                    <a:lnR w="5715">
                      <a:solidFill>
                        <a:srgbClr val="D8E4ED"/>
                      </a:solidFill>
                      <a:prstDash val="solid"/>
                    </a:lnR>
                    <a:lnT w="5715">
                      <a:solidFill>
                        <a:srgbClr val="D8E4ED"/>
                      </a:solidFill>
                      <a:prstDash val="solid"/>
                    </a:lnT>
                    <a:lnB w="5715">
                      <a:solidFill>
                        <a:srgbClr val="D8E4ED"/>
                      </a:solidFill>
                      <a:prstDash val="solid"/>
                    </a:lnB>
                    <a:solidFill>
                      <a:srgbClr val="00539F"/>
                    </a:solidFill>
                  </a:tcPr>
                </a:tc>
              </a:tr>
              <a:tr h="762000">
                <a:tc>
                  <a:txBody>
                    <a:bodyPr lIns="114300" tIns="76200" rIns="114300" bIns="76200">
                      <a:noAutofit/>
                    </a:bodyPr>
                    <a:lstStyle/>
                    <a:p>
                      <a:r>
                        <a:rPr sz="1425" b="0">
                          <a:solidFill>
                            <a:srgbClr val="17324D"/>
                          </a:solidFill>
                          <a:latin typeface="Arial"/>
                          <a:ea typeface="Arial"/>
                          <a:cs typeface="Arial"/>
                        </a:rPr>
                        <a:t>Fixed command</a:t>
                      </a:r>
                    </a:p>
                  </a:txBody>
                  <a:tcPr marL="91440" marR="91440" marT="45720" marB="45720" anchor="ctr">
                    <a:lnL w="5715">
                      <a:solidFill>
                        <a:srgbClr val="D8E4ED"/>
                      </a:solidFill>
                      <a:prstDash val="solid"/>
                    </a:lnL>
                    <a:lnR w="5715">
                      <a:solidFill>
                        <a:srgbClr val="D8E4ED"/>
                      </a:solidFill>
                      <a:prstDash val="solid"/>
                    </a:lnR>
                    <a:lnB w="5715">
                      <a:solidFill>
                        <a:srgbClr val="D8E4ED"/>
                      </a:solidFill>
                      <a:prstDash val="solid"/>
                    </a:lnB>
                    <a:solidFill>
                      <a:srgbClr val="FFFFFF"/>
                    </a:solidFill>
                  </a:tcPr>
                </a:tc>
                <a:tc>
                  <a:txBody>
                    <a:bodyPr lIns="114300" tIns="76200" rIns="114300" bIns="76200">
                      <a:noAutofit/>
                    </a:bodyPr>
                    <a:lstStyle/>
                    <a:p>
                      <a:r>
                        <a:rPr sz="1425" b="0">
                          <a:solidFill>
                            <a:srgbClr val="17324D"/>
                          </a:solidFill>
                          <a:latin typeface="Arial"/>
                          <a:ea typeface="Arial"/>
                          <a:cs typeface="Arial"/>
                        </a:rPr>
                        <a:t>Keep the same pedal position</a:t>
                      </a:r>
                    </a:p>
                  </a:txBody>
                  <a:tcPr marL="91440" marR="91440" marT="45720" marB="45720" anchor="ctr">
                    <a:lnR w="5715">
                      <a:solidFill>
                        <a:srgbClr val="D8E4ED"/>
                      </a:solidFill>
                      <a:prstDash val="solid"/>
                    </a:lnR>
                    <a:lnB w="5715">
                      <a:solidFill>
                        <a:srgbClr val="D8E4ED"/>
                      </a:solidFill>
                      <a:prstDash val="solid"/>
                    </a:lnB>
                    <a:solidFill>
                      <a:srgbClr val="FFFFFF"/>
                    </a:solidFill>
                  </a:tcPr>
                </a:tc>
                <a:tc>
                  <a:txBody>
                    <a:bodyPr lIns="114300" tIns="76200" rIns="114300" bIns="76200">
                      <a:noAutofit/>
                    </a:bodyPr>
                    <a:lstStyle/>
                    <a:p>
                      <a:r>
                        <a:rPr sz="1425" b="0">
                          <a:solidFill>
                            <a:srgbClr val="17324D"/>
                          </a:solidFill>
                          <a:latin typeface="Arial"/>
                          <a:ea typeface="Arial"/>
                          <a:cs typeface="Arial"/>
                        </a:rPr>
                        <a:t>A hill changes the speed</a:t>
                      </a:r>
                    </a:p>
                  </a:txBody>
                  <a:tcPr marL="91440" marR="91440" marT="45720" marB="45720" anchor="ctr">
                    <a:lnR w="5715">
                      <a:solidFill>
                        <a:srgbClr val="D8E4ED"/>
                      </a:solidFill>
                      <a:prstDash val="solid"/>
                    </a:lnR>
                    <a:lnB w="5715">
                      <a:solidFill>
                        <a:srgbClr val="D8E4ED"/>
                      </a:solidFill>
                      <a:prstDash val="solid"/>
                    </a:lnB>
                    <a:solidFill>
                      <a:srgbClr val="FFFFFF"/>
                    </a:solidFill>
                  </a:tcPr>
                </a:tc>
              </a:tr>
              <a:tr h="762000">
                <a:tc>
                  <a:txBody>
                    <a:bodyPr lIns="114300" tIns="76200" rIns="114300" bIns="76200">
                      <a:noAutofit/>
                    </a:bodyPr>
                    <a:lstStyle/>
                    <a:p>
                      <a:r>
                        <a:rPr sz="1425" b="0">
                          <a:solidFill>
                            <a:srgbClr val="17324D"/>
                          </a:solidFill>
                          <a:latin typeface="Arial"/>
                          <a:ea typeface="Arial"/>
                          <a:cs typeface="Arial"/>
                        </a:rPr>
                        <a:t>Feedback</a:t>
                      </a:r>
                    </a:p>
                  </a:txBody>
                  <a:tcPr marL="91440" marR="91440" marT="45720" marB="45720" anchor="ctr">
                    <a:lnL w="5715">
                      <a:solidFill>
                        <a:srgbClr val="D8E4ED"/>
                      </a:solidFill>
                      <a:prstDash val="solid"/>
                    </a:lnL>
                    <a:lnR w="5715">
                      <a:solidFill>
                        <a:srgbClr val="D8E4ED"/>
                      </a:solidFill>
                      <a:prstDash val="solid"/>
                    </a:lnR>
                    <a:lnB w="5715">
                      <a:solidFill>
                        <a:srgbClr val="D8E4ED"/>
                      </a:solidFill>
                      <a:prstDash val="solid"/>
                    </a:lnB>
                    <a:solidFill>
                      <a:srgbClr val="F1F6FA"/>
                    </a:solidFill>
                  </a:tcPr>
                </a:tc>
                <a:tc>
                  <a:txBody>
                    <a:bodyPr lIns="114300" tIns="76200" rIns="114300" bIns="76200">
                      <a:noAutofit/>
                    </a:bodyPr>
                    <a:lstStyle/>
                    <a:p>
                      <a:r>
                        <a:rPr sz="1425" b="0">
                          <a:solidFill>
                            <a:srgbClr val="17324D"/>
                          </a:solidFill>
                          <a:latin typeface="Arial"/>
                          <a:ea typeface="Arial"/>
                          <a:cs typeface="Arial"/>
                        </a:rPr>
                        <a:t>Notice the slowdown and correct it</a:t>
                      </a:r>
                    </a:p>
                  </a:txBody>
                  <a:tcPr marL="91440" marR="91440" marT="45720" marB="45720" anchor="ctr">
                    <a:lnR w="5715">
                      <a:solidFill>
                        <a:srgbClr val="D8E4ED"/>
                      </a:solidFill>
                      <a:prstDash val="solid"/>
                    </a:lnR>
                    <a:lnB w="5715">
                      <a:solidFill>
                        <a:srgbClr val="D8E4ED"/>
                      </a:solidFill>
                      <a:prstDash val="solid"/>
                    </a:lnB>
                    <a:solidFill>
                      <a:srgbClr val="F1F6FA"/>
                    </a:solidFill>
                  </a:tcPr>
                </a:tc>
                <a:tc>
                  <a:txBody>
                    <a:bodyPr lIns="114300" tIns="76200" rIns="114300" bIns="76200">
                      <a:noAutofit/>
                    </a:bodyPr>
                    <a:lstStyle/>
                    <a:p>
                      <a:r>
                        <a:rPr sz="1425" b="0">
                          <a:solidFill>
                            <a:srgbClr val="17324D"/>
                          </a:solidFill>
                          <a:latin typeface="Arial"/>
                          <a:ea typeface="Arial"/>
                          <a:cs typeface="Arial"/>
                        </a:rPr>
                        <a:t>The error has already appeared</a:t>
                      </a:r>
                    </a:p>
                  </a:txBody>
                  <a:tcPr marL="91440" marR="91440" marT="45720" marB="45720" anchor="ctr">
                    <a:lnR w="5715">
                      <a:solidFill>
                        <a:srgbClr val="D8E4ED"/>
                      </a:solidFill>
                      <a:prstDash val="solid"/>
                    </a:lnR>
                    <a:lnB w="5715">
                      <a:solidFill>
                        <a:srgbClr val="D8E4ED"/>
                      </a:solidFill>
                      <a:prstDash val="solid"/>
                    </a:lnB>
                    <a:solidFill>
                      <a:srgbClr val="F1F6FA"/>
                    </a:solidFill>
                  </a:tcPr>
                </a:tc>
              </a:tr>
              <a:tr h="762000">
                <a:tc>
                  <a:txBody>
                    <a:bodyPr lIns="114300" tIns="76200" rIns="114300" bIns="76200">
                      <a:noAutofit/>
                    </a:bodyPr>
                    <a:lstStyle/>
                    <a:p>
                      <a:r>
                        <a:rPr sz="1425" b="0">
                          <a:solidFill>
                            <a:srgbClr val="17324D"/>
                          </a:solidFill>
                          <a:latin typeface="Arial"/>
                          <a:ea typeface="Arial"/>
                          <a:cs typeface="Arial"/>
                        </a:rPr>
                        <a:t>Feedforward</a:t>
                      </a:r>
                    </a:p>
                  </a:txBody>
                  <a:tcPr marL="91440" marR="91440" marT="45720" marB="45720" anchor="ctr">
                    <a:lnL w="5715">
                      <a:solidFill>
                        <a:srgbClr val="D8E4ED"/>
                      </a:solidFill>
                      <a:prstDash val="solid"/>
                    </a:lnL>
                    <a:lnR w="5715">
                      <a:solidFill>
                        <a:srgbClr val="D8E4ED"/>
                      </a:solidFill>
                      <a:prstDash val="solid"/>
                    </a:lnR>
                    <a:lnB w="5715">
                      <a:solidFill>
                        <a:srgbClr val="D8E4ED"/>
                      </a:solidFill>
                      <a:prstDash val="solid"/>
                    </a:lnB>
                    <a:solidFill>
                      <a:srgbClr val="FFFFFF"/>
                    </a:solidFill>
                  </a:tcPr>
                </a:tc>
                <a:tc>
                  <a:txBody>
                    <a:bodyPr lIns="114300" tIns="76200" rIns="114300" bIns="76200">
                      <a:noAutofit/>
                    </a:bodyPr>
                    <a:lstStyle/>
                    <a:p>
                      <a:r>
                        <a:rPr sz="1425" b="0">
                          <a:solidFill>
                            <a:srgbClr val="17324D"/>
                          </a:solidFill>
                          <a:latin typeface="Arial"/>
                          <a:ea typeface="Arial"/>
                          <a:cs typeface="Arial"/>
                        </a:rPr>
                        <a:t>Anticipate a known demand</a:t>
                      </a:r>
                    </a:p>
                  </a:txBody>
                  <a:tcPr marL="91440" marR="91440" marT="45720" marB="45720" anchor="ctr">
                    <a:lnR w="5715">
                      <a:solidFill>
                        <a:srgbClr val="D8E4ED"/>
                      </a:solidFill>
                      <a:prstDash val="solid"/>
                    </a:lnR>
                    <a:lnB w="5715">
                      <a:solidFill>
                        <a:srgbClr val="D8E4ED"/>
                      </a:solidFill>
                      <a:prstDash val="solid"/>
                    </a:lnB>
                    <a:solidFill>
                      <a:srgbClr val="FFFFFF"/>
                    </a:solidFill>
                  </a:tcPr>
                </a:tc>
                <a:tc>
                  <a:txBody>
                    <a:bodyPr lIns="114300" tIns="76200" rIns="114300" bIns="76200">
                      <a:noAutofit/>
                    </a:bodyPr>
                    <a:lstStyle/>
                    <a:p>
                      <a:r>
                        <a:rPr sz="1425" b="0">
                          <a:solidFill>
                            <a:srgbClr val="17324D"/>
                          </a:solidFill>
                          <a:latin typeface="Arial"/>
                          <a:ea typeface="Arial"/>
                          <a:cs typeface="Arial"/>
                        </a:rPr>
                        <a:t>The model can be wrong</a:t>
                      </a:r>
                    </a:p>
                  </a:txBody>
                  <a:tcPr marL="91440" marR="91440" marT="45720" marB="45720" anchor="ctr">
                    <a:lnR w="5715">
                      <a:solidFill>
                        <a:srgbClr val="D8E4ED"/>
                      </a:solidFill>
                      <a:prstDash val="solid"/>
                    </a:lnR>
                    <a:lnB w="5715">
                      <a:solidFill>
                        <a:srgbClr val="D8E4ED"/>
                      </a:solidFill>
                      <a:prstDash val="solid"/>
                    </a:lnB>
                    <a:solidFill>
                      <a:srgbClr val="FFFFFF"/>
                    </a:solidFill>
                  </a:tcPr>
                </a:tc>
              </a:tr>
            </a:tbl>
          </a:graphicData>
        </a:graphic>
      </p:graphicFrame>
    </p:spTree>
    <p:extLst>
      <p:ext uri="{BB962C8B-B14F-4D97-AF65-F5344CB8AC3E}">
        <p14:creationId xmlns:p14="http://schemas.microsoft.com/office/powerpoint/2010/main" val="109982695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9" name="">
            <a:extLst xmlns:a="http://schemas.openxmlformats.org/drawingml/2006/main">
              <a:ext uri="{FF2B5EF4-FFF2-40B4-BE49-F238E27FC236}">
                <a16:creationId xmlns:a16="http://schemas.microsoft.com/office/drawing/2014/main" id="{49D6AF66-7299-4983-A9C6-6E1125B7A5DD}"/>
              </a:ext>
            </a:extLst>
          </p:cNvPr>
          <p:cNvPicPr>
            <a:picLocks xmlns:a="http://schemas.openxmlformats.org/drawingml/2006/main" noChangeAspect="1"/>
          </p:cNvPicPr>
          <p:nvPr/>
        </p:nvPicPr>
        <p:blipFill>
          <a:blip xmlns:r="http://schemas.openxmlformats.org/officeDocument/2006/relationships" xmlns:a="http://schemas.openxmlformats.org/drawingml/2006/main" r:embed="R369c5b14cc854553"/>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A model is a useful simplification">
            <a:extLst xmlns:a="http://schemas.openxmlformats.org/drawingml/2006/main">
              <a:ext uri="{FF2B5EF4-FFF2-40B4-BE49-F238E27FC236}">
                <a16:creationId xmlns:a16="http://schemas.microsoft.com/office/drawing/2014/main" id="{E265E5AA-C82B-4991-B473-EF4ED32F1E92}"/>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550" b="0">
                <a:solidFill>
                  <a:srgbClr val="00A0DF"/>
                </a:solidFill>
                <a:latin typeface="Arial"/>
                <a:ea typeface="Arial"/>
                <a:cs typeface="Arial"/>
              </a:defRPr>
            </a:defPPr>
            <a:lvl1pPr>
              <a:defRPr sz="2550" b="0">
                <a:solidFill>
                  <a:srgbClr val="00A0DF"/>
                </a:solidFill>
                <a:latin typeface="Arial"/>
                <a:ea typeface="Arial"/>
                <a:cs typeface="Arial"/>
              </a:defRPr>
            </a:lvl1pPr>
            <a:lvl2pPr>
              <a:defRPr sz="2550" b="0">
                <a:solidFill>
                  <a:srgbClr val="00A0DF"/>
                </a:solidFill>
                <a:latin typeface="Arial"/>
                <a:ea typeface="Arial"/>
                <a:cs typeface="Arial"/>
              </a:defRPr>
            </a:lvl2pPr>
            <a:lvl3pPr>
              <a:defRPr sz="2550" b="0">
                <a:solidFill>
                  <a:srgbClr val="00A0DF"/>
                </a:solidFill>
                <a:latin typeface="Arial"/>
                <a:ea typeface="Arial"/>
                <a:cs typeface="Arial"/>
              </a:defRPr>
            </a:lvl3pPr>
            <a:lvl4pPr>
              <a:defRPr sz="2550" b="0">
                <a:solidFill>
                  <a:srgbClr val="00A0DF"/>
                </a:solidFill>
                <a:latin typeface="Arial"/>
                <a:ea typeface="Arial"/>
                <a:cs typeface="Arial"/>
              </a:defRPr>
            </a:lvl4pPr>
            <a:lvl5pPr>
              <a:defRPr sz="2550" b="0">
                <a:solidFill>
                  <a:srgbClr val="00A0DF"/>
                </a:solidFill>
                <a:latin typeface="Arial"/>
                <a:ea typeface="Arial"/>
                <a:cs typeface="Arial"/>
              </a:defRPr>
            </a:lvl5pPr>
            <a:lvl6pPr>
              <a:defRPr sz="2550" b="0">
                <a:solidFill>
                  <a:srgbClr val="00A0DF"/>
                </a:solidFill>
                <a:latin typeface="Arial"/>
                <a:ea typeface="Arial"/>
                <a:cs typeface="Arial"/>
              </a:defRPr>
            </a:lvl6pPr>
            <a:lvl7pPr>
              <a:defRPr sz="2550" b="0">
                <a:solidFill>
                  <a:srgbClr val="00A0DF"/>
                </a:solidFill>
                <a:latin typeface="Arial"/>
                <a:ea typeface="Arial"/>
                <a:cs typeface="Arial"/>
              </a:defRPr>
            </a:lvl7pPr>
            <a:lvl8pPr>
              <a:defRPr sz="2550" b="0">
                <a:solidFill>
                  <a:srgbClr val="00A0DF"/>
                </a:solidFill>
                <a:latin typeface="Arial"/>
                <a:ea typeface="Arial"/>
                <a:cs typeface="Arial"/>
              </a:defRPr>
            </a:lvl8pPr>
            <a:lvl9pPr>
              <a:defRPr sz="2550" b="0">
                <a:solidFill>
                  <a:srgbClr val="00A0DF"/>
                </a:solidFill>
                <a:latin typeface="Arial"/>
                <a:ea typeface="Arial"/>
                <a:cs typeface="Arial"/>
              </a:defRPr>
            </a:lvl9pPr>
          </a:lstStyle>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A model is a useful simplification</a:t>
            </a:r>
          </a:p>
        </p:txBody>
      </p:sp>
      <p:sp>
        <p:nvSpPr>
          <p:cNvPr id="3" name="6">
            <a:extLst xmlns:a="http://schemas.openxmlformats.org/drawingml/2006/main">
              <a:ext uri="{FF2B5EF4-FFF2-40B4-BE49-F238E27FC236}">
                <a16:creationId xmlns:a16="http://schemas.microsoft.com/office/drawing/2014/main" id="{756A67A3-6901-4190-BD88-0FE3691948B0}"/>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00539F"/>
                </a:solidFill>
                <a:latin typeface="Arial"/>
                <a:ea typeface="Arial"/>
                <a:cs typeface="Arial"/>
              </a:defRPr>
            </a:defPPr>
            <a:lvl1pPr>
              <a:defRPr sz="1200" b="0">
                <a:solidFill>
                  <a:srgbClr val="00539F"/>
                </a:solidFill>
                <a:latin typeface="Arial"/>
                <a:ea typeface="Arial"/>
                <a:cs typeface="Arial"/>
              </a:defRPr>
            </a:lvl1pPr>
            <a:lvl2pPr>
              <a:defRPr sz="1200" b="0">
                <a:solidFill>
                  <a:srgbClr val="00539F"/>
                </a:solidFill>
                <a:latin typeface="Arial"/>
                <a:ea typeface="Arial"/>
                <a:cs typeface="Arial"/>
              </a:defRPr>
            </a:lvl2pPr>
            <a:lvl3pPr>
              <a:defRPr sz="1200" b="0">
                <a:solidFill>
                  <a:srgbClr val="00539F"/>
                </a:solidFill>
                <a:latin typeface="Arial"/>
                <a:ea typeface="Arial"/>
                <a:cs typeface="Arial"/>
              </a:defRPr>
            </a:lvl3pPr>
            <a:lvl4pPr>
              <a:defRPr sz="1200" b="0">
                <a:solidFill>
                  <a:srgbClr val="00539F"/>
                </a:solidFill>
                <a:latin typeface="Arial"/>
                <a:ea typeface="Arial"/>
                <a:cs typeface="Arial"/>
              </a:defRPr>
            </a:lvl4pPr>
            <a:lvl5pPr>
              <a:defRPr sz="1200" b="0">
                <a:solidFill>
                  <a:srgbClr val="00539F"/>
                </a:solidFill>
                <a:latin typeface="Arial"/>
                <a:ea typeface="Arial"/>
                <a:cs typeface="Arial"/>
              </a:defRPr>
            </a:lvl5pPr>
            <a:lvl6pPr>
              <a:defRPr sz="1200" b="0">
                <a:solidFill>
                  <a:srgbClr val="00539F"/>
                </a:solidFill>
                <a:latin typeface="Arial"/>
                <a:ea typeface="Arial"/>
                <a:cs typeface="Arial"/>
              </a:defRPr>
            </a:lvl6pPr>
            <a:lvl7pPr>
              <a:defRPr sz="1200" b="0">
                <a:solidFill>
                  <a:srgbClr val="00539F"/>
                </a:solidFill>
                <a:latin typeface="Arial"/>
                <a:ea typeface="Arial"/>
                <a:cs typeface="Arial"/>
              </a:defRPr>
            </a:lvl7pPr>
            <a:lvl8pPr>
              <a:defRPr sz="1200" b="0">
                <a:solidFill>
                  <a:srgbClr val="00539F"/>
                </a:solidFill>
                <a:latin typeface="Arial"/>
                <a:ea typeface="Arial"/>
                <a:cs typeface="Arial"/>
              </a:defRPr>
            </a:lvl8pPr>
            <a:lvl9pPr>
              <a:defRPr sz="1200" b="0">
                <a:solidFill>
                  <a:srgbClr val="00539F"/>
                </a:solidFill>
                <a:latin typeface="Arial"/>
                <a:ea typeface="Arial"/>
                <a:cs typeface="Arial"/>
              </a:defRPr>
            </a:lvl9pPr>
          </a:lstStyle>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6</a:t>
            </a:r>
          </a:p>
        </p:txBody>
      </p:sp>
      <p:sp>
        <p:nvSpPr>
          <p:cNvPr id="4" name="">
            <a:extLst xmlns:a="http://schemas.openxmlformats.org/drawingml/2006/main">
              <a:ext uri="{FF2B5EF4-FFF2-40B4-BE49-F238E27FC236}">
                <a16:creationId xmlns:a16="http://schemas.microsoft.com/office/drawing/2014/main" id="{3F7E24E0-E842-40B8-A5AE-2304F3EB63FD}"/>
              </a:ext>
            </a:extLst>
          </p:cNvPr>
          <p:cNvSpPr>
            <a:spLocks xmlns:a="http://schemas.openxmlformats.org/drawingml/2006/main" noGrp="1"/>
          </p:cNvSpPr>
          <p:nvPr/>
        </p:nvSpPr>
        <p:spPr>
          <a:xfrm xmlns:a="http://schemas.openxmlformats.org/drawingml/2006/main">
            <a:off x="523875" y="1819275"/>
            <a:ext cx="2546350" cy="1619250"/>
          </a:xfrm>
          <a:prstGeom xmlns:a="http://schemas.openxmlformats.org/drawingml/2006/main" prst="roundRect">
            <a:avLst>
              <a:gd name="adj" fmla="val 4706"/>
            </a:avLst>
          </a:prstGeom>
          <a:solidFill xmlns:a="http://schemas.openxmlformats.org/drawingml/2006/main">
            <a:srgbClr val="EDF6FC"/>
          </a:solidFill>
          <a:ln xmlns:a="http://schemas.openxmlformats.org/drawingml/2006/main" w="9525">
            <a:solidFill>
              <a:srgbClr val="A9CDDF"/>
            </a:solidFill>
          </a:ln>
        </p:spPr>
      </p:sp>
      <p:sp>
        <p:nvSpPr>
          <p:cNvPr id="5" name="1">
            <a:extLst xmlns:a="http://schemas.openxmlformats.org/drawingml/2006/main">
              <a:ext uri="{FF2B5EF4-FFF2-40B4-BE49-F238E27FC236}">
                <a16:creationId xmlns:a16="http://schemas.microsoft.com/office/drawing/2014/main" id="{8A8191BF-5C0C-4B7C-8E56-23FC53EB175E}"/>
              </a:ext>
            </a:extLst>
          </p:cNvPr>
          <p:cNvSpPr>
            <a:spLocks xmlns:a="http://schemas.openxmlformats.org/drawingml/2006/main" noGrp="1"/>
          </p:cNvSpPr>
          <p:nvPr/>
        </p:nvSpPr>
        <p:spPr>
          <a:xfrm xmlns:a="http://schemas.openxmlformats.org/drawingml/2006/main">
            <a:off x="657225" y="1971675"/>
            <a:ext cx="22796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800" b="1">
                <a:solidFill>
                  <a:srgbClr val="00539F"/>
                </a:solidFill>
                <a:latin typeface="Arial"/>
                <a:ea typeface="Arial"/>
                <a:cs typeface="Arial"/>
              </a:defRPr>
            </a:defPPr>
            <a:lvl1pPr>
              <a:defRPr sz="1800" b="1">
                <a:solidFill>
                  <a:srgbClr val="00539F"/>
                </a:solidFill>
                <a:latin typeface="Arial"/>
                <a:ea typeface="Arial"/>
                <a:cs typeface="Arial"/>
              </a:defRPr>
            </a:lvl1pPr>
            <a:lvl2pPr>
              <a:defRPr sz="1800" b="1">
                <a:solidFill>
                  <a:srgbClr val="00539F"/>
                </a:solidFill>
                <a:latin typeface="Arial"/>
                <a:ea typeface="Arial"/>
                <a:cs typeface="Arial"/>
              </a:defRPr>
            </a:lvl2pPr>
            <a:lvl3pPr>
              <a:defRPr sz="1800" b="1">
                <a:solidFill>
                  <a:srgbClr val="00539F"/>
                </a:solidFill>
                <a:latin typeface="Arial"/>
                <a:ea typeface="Arial"/>
                <a:cs typeface="Arial"/>
              </a:defRPr>
            </a:lvl3pPr>
            <a:lvl4pPr>
              <a:defRPr sz="1800" b="1">
                <a:solidFill>
                  <a:srgbClr val="00539F"/>
                </a:solidFill>
                <a:latin typeface="Arial"/>
                <a:ea typeface="Arial"/>
                <a:cs typeface="Arial"/>
              </a:defRPr>
            </a:lvl4pPr>
            <a:lvl5pPr>
              <a:defRPr sz="1800" b="1">
                <a:solidFill>
                  <a:srgbClr val="00539F"/>
                </a:solidFill>
                <a:latin typeface="Arial"/>
                <a:ea typeface="Arial"/>
                <a:cs typeface="Arial"/>
              </a:defRPr>
            </a:lvl5pPr>
            <a:lvl6pPr>
              <a:defRPr sz="1800" b="1">
                <a:solidFill>
                  <a:srgbClr val="00539F"/>
                </a:solidFill>
                <a:latin typeface="Arial"/>
                <a:ea typeface="Arial"/>
                <a:cs typeface="Arial"/>
              </a:defRPr>
            </a:lvl6pPr>
            <a:lvl7pPr>
              <a:defRPr sz="1800" b="1">
                <a:solidFill>
                  <a:srgbClr val="00539F"/>
                </a:solidFill>
                <a:latin typeface="Arial"/>
                <a:ea typeface="Arial"/>
                <a:cs typeface="Arial"/>
              </a:defRPr>
            </a:lvl7pPr>
            <a:lvl8pPr>
              <a:defRPr sz="1800" b="1">
                <a:solidFill>
                  <a:srgbClr val="00539F"/>
                </a:solidFill>
                <a:latin typeface="Arial"/>
                <a:ea typeface="Arial"/>
                <a:cs typeface="Arial"/>
              </a:defRPr>
            </a:lvl8pPr>
            <a:lvl9pPr>
              <a:defRPr sz="1800" b="1">
                <a:solidFill>
                  <a:srgbClr val="00539F"/>
                </a:solidFill>
                <a:latin typeface="Arial"/>
                <a:ea typeface="Arial"/>
                <a:cs typeface="Arial"/>
              </a:defRPr>
            </a:lvl9pPr>
          </a:lstStyle>
          <a:p xmlns:a="http://schemas.openxmlformats.org/drawingml/2006/main">
            <a:pPr>
              <a:defRPr sz="1800" b="1">
                <a:solidFill>
                  <a:srgbClr val="00539F"/>
                </a:solidFill>
                <a:latin typeface="Arial"/>
                <a:ea typeface="Arial"/>
                <a:cs typeface="Arial"/>
              </a:defRPr>
            </a:pPr>
            <a:r>
              <a:rPr sz="1800" b="1">
                <a:solidFill>
                  <a:srgbClr val="00539F"/>
                </a:solidFill>
                <a:latin typeface="Arial"/>
                <a:ea typeface="Arial"/>
                <a:cs typeface="Arial"/>
              </a:rPr>
              <a:t>1</a:t>
            </a:r>
          </a:p>
        </p:txBody>
      </p:sp>
      <p:sp>
        <p:nvSpPr>
          <p:cNvPr id="6" name="Steering and speed">
            <a:extLst xmlns:a="http://schemas.openxmlformats.org/drawingml/2006/main">
              <a:ext uri="{FF2B5EF4-FFF2-40B4-BE49-F238E27FC236}">
                <a16:creationId xmlns:a16="http://schemas.microsoft.com/office/drawing/2014/main" id="{8F23C4B7-4B57-4C08-A7CF-836D0B40DE7B}"/>
              </a:ext>
            </a:extLst>
          </p:cNvPr>
          <p:cNvSpPr>
            <a:spLocks xmlns:a="http://schemas.openxmlformats.org/drawingml/2006/main" noGrp="1"/>
          </p:cNvSpPr>
          <p:nvPr/>
        </p:nvSpPr>
        <p:spPr>
          <a:xfrm xmlns:a="http://schemas.openxmlformats.org/drawingml/2006/main">
            <a:off x="657225" y="2362200"/>
            <a:ext cx="22796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725" b="1">
                <a:solidFill>
                  <a:srgbClr val="00539F"/>
                </a:solidFill>
                <a:latin typeface="Arial"/>
                <a:ea typeface="Arial"/>
                <a:cs typeface="Arial"/>
              </a:defRPr>
            </a:defPPr>
            <a:lvl1pPr>
              <a:defRPr sz="1725" b="1">
                <a:solidFill>
                  <a:srgbClr val="00539F"/>
                </a:solidFill>
                <a:latin typeface="Arial"/>
                <a:ea typeface="Arial"/>
                <a:cs typeface="Arial"/>
              </a:defRPr>
            </a:lvl1pPr>
            <a:lvl2pPr>
              <a:defRPr sz="1725" b="1">
                <a:solidFill>
                  <a:srgbClr val="00539F"/>
                </a:solidFill>
                <a:latin typeface="Arial"/>
                <a:ea typeface="Arial"/>
                <a:cs typeface="Arial"/>
              </a:defRPr>
            </a:lvl2pPr>
            <a:lvl3pPr>
              <a:defRPr sz="1725" b="1">
                <a:solidFill>
                  <a:srgbClr val="00539F"/>
                </a:solidFill>
                <a:latin typeface="Arial"/>
                <a:ea typeface="Arial"/>
                <a:cs typeface="Arial"/>
              </a:defRPr>
            </a:lvl3pPr>
            <a:lvl4pPr>
              <a:defRPr sz="1725" b="1">
                <a:solidFill>
                  <a:srgbClr val="00539F"/>
                </a:solidFill>
                <a:latin typeface="Arial"/>
                <a:ea typeface="Arial"/>
                <a:cs typeface="Arial"/>
              </a:defRPr>
            </a:lvl4pPr>
            <a:lvl5pPr>
              <a:defRPr sz="1725" b="1">
                <a:solidFill>
                  <a:srgbClr val="00539F"/>
                </a:solidFill>
                <a:latin typeface="Arial"/>
                <a:ea typeface="Arial"/>
                <a:cs typeface="Arial"/>
              </a:defRPr>
            </a:lvl5pPr>
            <a:lvl6pPr>
              <a:defRPr sz="1725" b="1">
                <a:solidFill>
                  <a:srgbClr val="00539F"/>
                </a:solidFill>
                <a:latin typeface="Arial"/>
                <a:ea typeface="Arial"/>
                <a:cs typeface="Arial"/>
              </a:defRPr>
            </a:lvl6pPr>
            <a:lvl7pPr>
              <a:defRPr sz="1725" b="1">
                <a:solidFill>
                  <a:srgbClr val="00539F"/>
                </a:solidFill>
                <a:latin typeface="Arial"/>
                <a:ea typeface="Arial"/>
                <a:cs typeface="Arial"/>
              </a:defRPr>
            </a:lvl7pPr>
            <a:lvl8pPr>
              <a:defRPr sz="1725" b="1">
                <a:solidFill>
                  <a:srgbClr val="00539F"/>
                </a:solidFill>
                <a:latin typeface="Arial"/>
                <a:ea typeface="Arial"/>
                <a:cs typeface="Arial"/>
              </a:defRPr>
            </a:lvl8pPr>
            <a:lvl9pPr>
              <a:defRPr sz="1725" b="1">
                <a:solidFill>
                  <a:srgbClr val="00539F"/>
                </a:solidFill>
                <a:latin typeface="Arial"/>
                <a:ea typeface="Arial"/>
                <a:cs typeface="Arial"/>
              </a:defRPr>
            </a:lvl9pPr>
          </a:lstStyle>
          <a:p xmlns:a="http://schemas.openxmlformats.org/drawingml/2006/main">
            <a:pPr>
              <a:defRPr sz="1725" b="1">
                <a:solidFill>
                  <a:srgbClr val="00539F"/>
                </a:solidFill>
                <a:latin typeface="Arial"/>
                <a:ea typeface="Arial"/>
                <a:cs typeface="Arial"/>
              </a:defRPr>
            </a:pPr>
            <a:r>
              <a:rPr sz="1725" b="1">
                <a:solidFill>
                  <a:srgbClr val="00539F"/>
                </a:solidFill>
                <a:latin typeface="Arial"/>
                <a:ea typeface="Arial"/>
                <a:cs typeface="Arial"/>
              </a:rPr>
              <a:t>Steering and speed</a:t>
            </a:r>
          </a:p>
        </p:txBody>
      </p:sp>
      <p:sp>
        <p:nvSpPr>
          <p:cNvPr id="7" name="Possible control actions">
            <a:extLst xmlns:a="http://schemas.openxmlformats.org/drawingml/2006/main">
              <a:ext uri="{FF2B5EF4-FFF2-40B4-BE49-F238E27FC236}">
                <a16:creationId xmlns:a16="http://schemas.microsoft.com/office/drawing/2014/main" id="{4FD3E0F8-E649-4F37-B706-E33E8C5E393F}"/>
              </a:ext>
            </a:extLst>
          </p:cNvPr>
          <p:cNvSpPr>
            <a:spLocks xmlns:a="http://schemas.openxmlformats.org/drawingml/2006/main" noGrp="1"/>
          </p:cNvSpPr>
          <p:nvPr/>
        </p:nvSpPr>
        <p:spPr>
          <a:xfrm xmlns:a="http://schemas.openxmlformats.org/drawingml/2006/main">
            <a:off x="657225" y="2952750"/>
            <a:ext cx="2279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500" b="0">
                <a:solidFill>
                  <a:srgbClr val="17324D"/>
                </a:solidFill>
                <a:latin typeface="Arial"/>
                <a:ea typeface="Arial"/>
                <a:cs typeface="Arial"/>
              </a:defRPr>
            </a:defPPr>
            <a:lvl1pPr>
              <a:defRPr sz="1500" b="0">
                <a:solidFill>
                  <a:srgbClr val="17324D"/>
                </a:solidFill>
                <a:latin typeface="Arial"/>
                <a:ea typeface="Arial"/>
                <a:cs typeface="Arial"/>
              </a:defRPr>
            </a:lvl1pPr>
            <a:lvl2pPr>
              <a:defRPr sz="1500" b="0">
                <a:solidFill>
                  <a:srgbClr val="17324D"/>
                </a:solidFill>
                <a:latin typeface="Arial"/>
                <a:ea typeface="Arial"/>
                <a:cs typeface="Arial"/>
              </a:defRPr>
            </a:lvl2pPr>
            <a:lvl3pPr>
              <a:defRPr sz="1500" b="0">
                <a:solidFill>
                  <a:srgbClr val="17324D"/>
                </a:solidFill>
                <a:latin typeface="Arial"/>
                <a:ea typeface="Arial"/>
                <a:cs typeface="Arial"/>
              </a:defRPr>
            </a:lvl3pPr>
            <a:lvl4pPr>
              <a:defRPr sz="1500" b="0">
                <a:solidFill>
                  <a:srgbClr val="17324D"/>
                </a:solidFill>
                <a:latin typeface="Arial"/>
                <a:ea typeface="Arial"/>
                <a:cs typeface="Arial"/>
              </a:defRPr>
            </a:lvl4pPr>
            <a:lvl5pPr>
              <a:defRPr sz="1500" b="0">
                <a:solidFill>
                  <a:srgbClr val="17324D"/>
                </a:solidFill>
                <a:latin typeface="Arial"/>
                <a:ea typeface="Arial"/>
                <a:cs typeface="Arial"/>
              </a:defRPr>
            </a:lvl5pPr>
            <a:lvl6pPr>
              <a:defRPr sz="1500" b="0">
                <a:solidFill>
                  <a:srgbClr val="17324D"/>
                </a:solidFill>
                <a:latin typeface="Arial"/>
                <a:ea typeface="Arial"/>
                <a:cs typeface="Arial"/>
              </a:defRPr>
            </a:lvl6pPr>
            <a:lvl7pPr>
              <a:defRPr sz="1500" b="0">
                <a:solidFill>
                  <a:srgbClr val="17324D"/>
                </a:solidFill>
                <a:latin typeface="Arial"/>
                <a:ea typeface="Arial"/>
                <a:cs typeface="Arial"/>
              </a:defRPr>
            </a:lvl7pPr>
            <a:lvl8pPr>
              <a:defRPr sz="1500" b="0">
                <a:solidFill>
                  <a:srgbClr val="17324D"/>
                </a:solidFill>
                <a:latin typeface="Arial"/>
                <a:ea typeface="Arial"/>
                <a:cs typeface="Arial"/>
              </a:defRPr>
            </a:lvl8pPr>
            <a:lvl9pPr>
              <a:defRPr sz="1500" b="0">
                <a:solidFill>
                  <a:srgbClr val="17324D"/>
                </a:solidFill>
                <a:latin typeface="Arial"/>
                <a:ea typeface="Arial"/>
                <a:cs typeface="Arial"/>
              </a:defRPr>
            </a:lvl9pPr>
          </a:lstStyle>
          <a:p xmlns:a="http://schemas.openxmlformats.org/drawingml/2006/main">
            <a:pPr>
              <a:defRPr sz="1500" b="0">
                <a:solidFill>
                  <a:srgbClr val="17324D"/>
                </a:solidFill>
                <a:latin typeface="Arial"/>
                <a:ea typeface="Arial"/>
                <a:cs typeface="Arial"/>
              </a:defRPr>
            </a:pPr>
            <a:r>
              <a:rPr sz="1500" b="0">
                <a:solidFill>
                  <a:srgbClr val="17324D"/>
                </a:solidFill>
                <a:latin typeface="Arial"/>
                <a:ea typeface="Arial"/>
                <a:cs typeface="Arial"/>
              </a:rPr>
              <a:t>Possible control actions</a:t>
            </a:r>
          </a:p>
        </p:txBody>
      </p:sp>
      <p:sp>
        <p:nvSpPr>
          <p:cNvPr id="8" name="→">
            <a:extLst xmlns:a="http://schemas.openxmlformats.org/drawingml/2006/main">
              <a:ext uri="{FF2B5EF4-FFF2-40B4-BE49-F238E27FC236}">
                <a16:creationId xmlns:a16="http://schemas.microsoft.com/office/drawing/2014/main" id="{316D0B7D-F28B-4707-93A9-8C3D598E9139}"/>
              </a:ext>
            </a:extLst>
          </p:cNvPr>
          <p:cNvSpPr>
            <a:spLocks xmlns:a="http://schemas.openxmlformats.org/drawingml/2006/main" noGrp="1"/>
          </p:cNvSpPr>
          <p:nvPr/>
        </p:nvSpPr>
        <p:spPr>
          <a:xfrm xmlns:a="http://schemas.openxmlformats.org/drawingml/2006/main">
            <a:off x="3070225" y="2352675"/>
            <a:ext cx="228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800" b="1">
                <a:solidFill>
                  <a:srgbClr val="00539F"/>
                </a:solidFill>
                <a:latin typeface="Arial"/>
                <a:ea typeface="Arial"/>
                <a:cs typeface="Arial"/>
              </a:defRPr>
            </a:defPPr>
            <a:lvl1pPr>
              <a:defRPr sz="1800" b="1">
                <a:solidFill>
                  <a:srgbClr val="00539F"/>
                </a:solidFill>
                <a:latin typeface="Arial"/>
                <a:ea typeface="Arial"/>
                <a:cs typeface="Arial"/>
              </a:defRPr>
            </a:lvl1pPr>
            <a:lvl2pPr>
              <a:defRPr sz="1800" b="1">
                <a:solidFill>
                  <a:srgbClr val="00539F"/>
                </a:solidFill>
                <a:latin typeface="Arial"/>
                <a:ea typeface="Arial"/>
                <a:cs typeface="Arial"/>
              </a:defRPr>
            </a:lvl2pPr>
            <a:lvl3pPr>
              <a:defRPr sz="1800" b="1">
                <a:solidFill>
                  <a:srgbClr val="00539F"/>
                </a:solidFill>
                <a:latin typeface="Arial"/>
                <a:ea typeface="Arial"/>
                <a:cs typeface="Arial"/>
              </a:defRPr>
            </a:lvl3pPr>
            <a:lvl4pPr>
              <a:defRPr sz="1800" b="1">
                <a:solidFill>
                  <a:srgbClr val="00539F"/>
                </a:solidFill>
                <a:latin typeface="Arial"/>
                <a:ea typeface="Arial"/>
                <a:cs typeface="Arial"/>
              </a:defRPr>
            </a:lvl4pPr>
            <a:lvl5pPr>
              <a:defRPr sz="1800" b="1">
                <a:solidFill>
                  <a:srgbClr val="00539F"/>
                </a:solidFill>
                <a:latin typeface="Arial"/>
                <a:ea typeface="Arial"/>
                <a:cs typeface="Arial"/>
              </a:defRPr>
            </a:lvl5pPr>
            <a:lvl6pPr>
              <a:defRPr sz="1800" b="1">
                <a:solidFill>
                  <a:srgbClr val="00539F"/>
                </a:solidFill>
                <a:latin typeface="Arial"/>
                <a:ea typeface="Arial"/>
                <a:cs typeface="Arial"/>
              </a:defRPr>
            </a:lvl6pPr>
            <a:lvl7pPr>
              <a:defRPr sz="1800" b="1">
                <a:solidFill>
                  <a:srgbClr val="00539F"/>
                </a:solidFill>
                <a:latin typeface="Arial"/>
                <a:ea typeface="Arial"/>
                <a:cs typeface="Arial"/>
              </a:defRPr>
            </a:lvl7pPr>
            <a:lvl8pPr>
              <a:defRPr sz="1800" b="1">
                <a:solidFill>
                  <a:srgbClr val="00539F"/>
                </a:solidFill>
                <a:latin typeface="Arial"/>
                <a:ea typeface="Arial"/>
                <a:cs typeface="Arial"/>
              </a:defRPr>
            </a:lvl8pPr>
            <a:lvl9pPr>
              <a:defRPr sz="1800" b="1">
                <a:solidFill>
                  <a:srgbClr val="00539F"/>
                </a:solidFill>
                <a:latin typeface="Arial"/>
                <a:ea typeface="Arial"/>
                <a:cs typeface="Arial"/>
              </a:defRPr>
            </a:lvl9pPr>
          </a:lstStyle>
          <a:p xmlns:a="http://schemas.openxmlformats.org/drawingml/2006/main">
            <a:pPr>
              <a:defRPr sz="1800" b="1">
                <a:solidFill>
                  <a:srgbClr val="00539F"/>
                </a:solidFill>
                <a:latin typeface="Arial"/>
                <a:ea typeface="Arial"/>
                <a:cs typeface="Arial"/>
              </a:defRPr>
            </a:pPr>
            <a:r>
              <a:rPr sz="1800" b="1">
                <a:solidFill>
                  <a:srgbClr val="00539F"/>
                </a:solidFill>
                <a:latin typeface="Arial"/>
                <a:ea typeface="Arial"/>
                <a:cs typeface="Arial"/>
              </a:rPr>
              <a:t>→</a:t>
            </a:r>
          </a:p>
        </p:txBody>
      </p:sp>
      <p:sp>
        <p:nvSpPr>
          <p:cNvPr id="9" name="">
            <a:extLst xmlns:a="http://schemas.openxmlformats.org/drawingml/2006/main">
              <a:ext uri="{FF2B5EF4-FFF2-40B4-BE49-F238E27FC236}">
                <a16:creationId xmlns:a16="http://schemas.microsoft.com/office/drawing/2014/main" id="{36060090-706B-49B2-A2EA-E8649B013FC5}"/>
              </a:ext>
            </a:extLst>
          </p:cNvPr>
          <p:cNvSpPr>
            <a:spLocks xmlns:a="http://schemas.openxmlformats.org/drawingml/2006/main" noGrp="1"/>
          </p:cNvSpPr>
          <p:nvPr/>
        </p:nvSpPr>
        <p:spPr>
          <a:xfrm xmlns:a="http://schemas.openxmlformats.org/drawingml/2006/main">
            <a:off x="3298825" y="1819275"/>
            <a:ext cx="2546350" cy="1619250"/>
          </a:xfrm>
          <a:prstGeom xmlns:a="http://schemas.openxmlformats.org/drawingml/2006/main" prst="roundRect">
            <a:avLst>
              <a:gd name="adj" fmla="val 4706"/>
            </a:avLst>
          </a:prstGeom>
          <a:solidFill xmlns:a="http://schemas.openxmlformats.org/drawingml/2006/main">
            <a:srgbClr val="EDF6FC"/>
          </a:solidFill>
          <a:ln xmlns:a="http://schemas.openxmlformats.org/drawingml/2006/main" w="9525">
            <a:solidFill>
              <a:srgbClr val="A9CDDF"/>
            </a:solidFill>
          </a:ln>
        </p:spPr>
      </p:sp>
      <p:sp>
        <p:nvSpPr>
          <p:cNvPr id="10" name="2">
            <a:extLst xmlns:a="http://schemas.openxmlformats.org/drawingml/2006/main">
              <a:ext uri="{FF2B5EF4-FFF2-40B4-BE49-F238E27FC236}">
                <a16:creationId xmlns:a16="http://schemas.microsoft.com/office/drawing/2014/main" id="{1A764001-9C24-47CD-A345-F97C823D5120}"/>
              </a:ext>
            </a:extLst>
          </p:cNvPr>
          <p:cNvSpPr>
            <a:spLocks xmlns:a="http://schemas.openxmlformats.org/drawingml/2006/main" noGrp="1"/>
          </p:cNvSpPr>
          <p:nvPr/>
        </p:nvSpPr>
        <p:spPr>
          <a:xfrm xmlns:a="http://schemas.openxmlformats.org/drawingml/2006/main">
            <a:off x="3432175" y="1971675"/>
            <a:ext cx="22796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800" b="1">
                <a:solidFill>
                  <a:srgbClr val="00539F"/>
                </a:solidFill>
                <a:latin typeface="Arial"/>
                <a:ea typeface="Arial"/>
                <a:cs typeface="Arial"/>
              </a:defRPr>
            </a:defPPr>
            <a:lvl1pPr>
              <a:defRPr sz="1800" b="1">
                <a:solidFill>
                  <a:srgbClr val="00539F"/>
                </a:solidFill>
                <a:latin typeface="Arial"/>
                <a:ea typeface="Arial"/>
                <a:cs typeface="Arial"/>
              </a:defRPr>
            </a:lvl1pPr>
            <a:lvl2pPr>
              <a:defRPr sz="1800" b="1">
                <a:solidFill>
                  <a:srgbClr val="00539F"/>
                </a:solidFill>
                <a:latin typeface="Arial"/>
                <a:ea typeface="Arial"/>
                <a:cs typeface="Arial"/>
              </a:defRPr>
            </a:lvl2pPr>
            <a:lvl3pPr>
              <a:defRPr sz="1800" b="1">
                <a:solidFill>
                  <a:srgbClr val="00539F"/>
                </a:solidFill>
                <a:latin typeface="Arial"/>
                <a:ea typeface="Arial"/>
                <a:cs typeface="Arial"/>
              </a:defRPr>
            </a:lvl3pPr>
            <a:lvl4pPr>
              <a:defRPr sz="1800" b="1">
                <a:solidFill>
                  <a:srgbClr val="00539F"/>
                </a:solidFill>
                <a:latin typeface="Arial"/>
                <a:ea typeface="Arial"/>
                <a:cs typeface="Arial"/>
              </a:defRPr>
            </a:lvl4pPr>
            <a:lvl5pPr>
              <a:defRPr sz="1800" b="1">
                <a:solidFill>
                  <a:srgbClr val="00539F"/>
                </a:solidFill>
                <a:latin typeface="Arial"/>
                <a:ea typeface="Arial"/>
                <a:cs typeface="Arial"/>
              </a:defRPr>
            </a:lvl5pPr>
            <a:lvl6pPr>
              <a:defRPr sz="1800" b="1">
                <a:solidFill>
                  <a:srgbClr val="00539F"/>
                </a:solidFill>
                <a:latin typeface="Arial"/>
                <a:ea typeface="Arial"/>
                <a:cs typeface="Arial"/>
              </a:defRPr>
            </a:lvl6pPr>
            <a:lvl7pPr>
              <a:defRPr sz="1800" b="1">
                <a:solidFill>
                  <a:srgbClr val="00539F"/>
                </a:solidFill>
                <a:latin typeface="Arial"/>
                <a:ea typeface="Arial"/>
                <a:cs typeface="Arial"/>
              </a:defRPr>
            </a:lvl7pPr>
            <a:lvl8pPr>
              <a:defRPr sz="1800" b="1">
                <a:solidFill>
                  <a:srgbClr val="00539F"/>
                </a:solidFill>
                <a:latin typeface="Arial"/>
                <a:ea typeface="Arial"/>
                <a:cs typeface="Arial"/>
              </a:defRPr>
            </a:lvl8pPr>
            <a:lvl9pPr>
              <a:defRPr sz="1800" b="1">
                <a:solidFill>
                  <a:srgbClr val="00539F"/>
                </a:solidFill>
                <a:latin typeface="Arial"/>
                <a:ea typeface="Arial"/>
                <a:cs typeface="Arial"/>
              </a:defRPr>
            </a:lvl9pPr>
          </a:lstStyle>
          <a:p xmlns:a="http://schemas.openxmlformats.org/drawingml/2006/main">
            <a:pPr>
              <a:defRPr sz="1800" b="1">
                <a:solidFill>
                  <a:srgbClr val="00539F"/>
                </a:solidFill>
                <a:latin typeface="Arial"/>
                <a:ea typeface="Arial"/>
                <a:cs typeface="Arial"/>
              </a:defRPr>
            </a:pPr>
            <a:r>
              <a:rPr sz="1800" b="1">
                <a:solidFill>
                  <a:srgbClr val="00539F"/>
                </a:solidFill>
                <a:latin typeface="Arial"/>
                <a:ea typeface="Arial"/>
                <a:cs typeface="Arial"/>
              </a:rPr>
              <a:t>2</a:t>
            </a:r>
          </a:p>
        </p:txBody>
      </p:sp>
      <p:sp>
        <p:nvSpPr>
          <p:cNvPr id="11" name="Vehicle model">
            <a:extLst xmlns:a="http://schemas.openxmlformats.org/drawingml/2006/main">
              <a:ext uri="{FF2B5EF4-FFF2-40B4-BE49-F238E27FC236}">
                <a16:creationId xmlns:a16="http://schemas.microsoft.com/office/drawing/2014/main" id="{5BB3EE86-A37F-44DD-91ED-6BAFDAAAA5F6}"/>
              </a:ext>
            </a:extLst>
          </p:cNvPr>
          <p:cNvSpPr>
            <a:spLocks xmlns:a="http://schemas.openxmlformats.org/drawingml/2006/main" noGrp="1"/>
          </p:cNvSpPr>
          <p:nvPr/>
        </p:nvSpPr>
        <p:spPr>
          <a:xfrm xmlns:a="http://schemas.openxmlformats.org/drawingml/2006/main">
            <a:off x="3432175" y="2362200"/>
            <a:ext cx="22796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725" b="1">
                <a:solidFill>
                  <a:srgbClr val="00539F"/>
                </a:solidFill>
                <a:latin typeface="Arial"/>
                <a:ea typeface="Arial"/>
                <a:cs typeface="Arial"/>
              </a:defRPr>
            </a:defPPr>
            <a:lvl1pPr>
              <a:defRPr sz="1725" b="1">
                <a:solidFill>
                  <a:srgbClr val="00539F"/>
                </a:solidFill>
                <a:latin typeface="Arial"/>
                <a:ea typeface="Arial"/>
                <a:cs typeface="Arial"/>
              </a:defRPr>
            </a:lvl1pPr>
            <a:lvl2pPr>
              <a:defRPr sz="1725" b="1">
                <a:solidFill>
                  <a:srgbClr val="00539F"/>
                </a:solidFill>
                <a:latin typeface="Arial"/>
                <a:ea typeface="Arial"/>
                <a:cs typeface="Arial"/>
              </a:defRPr>
            </a:lvl2pPr>
            <a:lvl3pPr>
              <a:defRPr sz="1725" b="1">
                <a:solidFill>
                  <a:srgbClr val="00539F"/>
                </a:solidFill>
                <a:latin typeface="Arial"/>
                <a:ea typeface="Arial"/>
                <a:cs typeface="Arial"/>
              </a:defRPr>
            </a:lvl3pPr>
            <a:lvl4pPr>
              <a:defRPr sz="1725" b="1">
                <a:solidFill>
                  <a:srgbClr val="00539F"/>
                </a:solidFill>
                <a:latin typeface="Arial"/>
                <a:ea typeface="Arial"/>
                <a:cs typeface="Arial"/>
              </a:defRPr>
            </a:lvl4pPr>
            <a:lvl5pPr>
              <a:defRPr sz="1725" b="1">
                <a:solidFill>
                  <a:srgbClr val="00539F"/>
                </a:solidFill>
                <a:latin typeface="Arial"/>
                <a:ea typeface="Arial"/>
                <a:cs typeface="Arial"/>
              </a:defRPr>
            </a:lvl5pPr>
            <a:lvl6pPr>
              <a:defRPr sz="1725" b="1">
                <a:solidFill>
                  <a:srgbClr val="00539F"/>
                </a:solidFill>
                <a:latin typeface="Arial"/>
                <a:ea typeface="Arial"/>
                <a:cs typeface="Arial"/>
              </a:defRPr>
            </a:lvl6pPr>
            <a:lvl7pPr>
              <a:defRPr sz="1725" b="1">
                <a:solidFill>
                  <a:srgbClr val="00539F"/>
                </a:solidFill>
                <a:latin typeface="Arial"/>
                <a:ea typeface="Arial"/>
                <a:cs typeface="Arial"/>
              </a:defRPr>
            </a:lvl7pPr>
            <a:lvl8pPr>
              <a:defRPr sz="1725" b="1">
                <a:solidFill>
                  <a:srgbClr val="00539F"/>
                </a:solidFill>
                <a:latin typeface="Arial"/>
                <a:ea typeface="Arial"/>
                <a:cs typeface="Arial"/>
              </a:defRPr>
            </a:lvl8pPr>
            <a:lvl9pPr>
              <a:defRPr sz="1725" b="1">
                <a:solidFill>
                  <a:srgbClr val="00539F"/>
                </a:solidFill>
                <a:latin typeface="Arial"/>
                <a:ea typeface="Arial"/>
                <a:cs typeface="Arial"/>
              </a:defRPr>
            </a:lvl9pPr>
          </a:lstStyle>
          <a:p xmlns:a="http://schemas.openxmlformats.org/drawingml/2006/main">
            <a:pPr>
              <a:defRPr sz="1725" b="1">
                <a:solidFill>
                  <a:srgbClr val="00539F"/>
                </a:solidFill>
                <a:latin typeface="Arial"/>
                <a:ea typeface="Arial"/>
                <a:cs typeface="Arial"/>
              </a:defRPr>
            </a:pPr>
            <a:r>
              <a:rPr sz="1725" b="1">
                <a:solidFill>
                  <a:srgbClr val="00539F"/>
                </a:solidFill>
                <a:latin typeface="Arial"/>
                <a:ea typeface="Arial"/>
                <a:cs typeface="Arial"/>
              </a:rPr>
              <a:t>Vehicle model</a:t>
            </a:r>
          </a:p>
        </p:txBody>
      </p:sp>
      <p:sp>
        <p:nvSpPr>
          <p:cNvPr id="12" name="Predict the next movement">
            <a:extLst xmlns:a="http://schemas.openxmlformats.org/drawingml/2006/main">
              <a:ext uri="{FF2B5EF4-FFF2-40B4-BE49-F238E27FC236}">
                <a16:creationId xmlns:a16="http://schemas.microsoft.com/office/drawing/2014/main" id="{C6E2C04A-48DB-4490-BCBD-88AB302FD556}"/>
              </a:ext>
            </a:extLst>
          </p:cNvPr>
          <p:cNvSpPr>
            <a:spLocks xmlns:a="http://schemas.openxmlformats.org/drawingml/2006/main" noGrp="1"/>
          </p:cNvSpPr>
          <p:nvPr/>
        </p:nvSpPr>
        <p:spPr>
          <a:xfrm xmlns:a="http://schemas.openxmlformats.org/drawingml/2006/main">
            <a:off x="3432175" y="2952750"/>
            <a:ext cx="2279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500" b="0">
                <a:solidFill>
                  <a:srgbClr val="17324D"/>
                </a:solidFill>
                <a:latin typeface="Arial"/>
                <a:ea typeface="Arial"/>
                <a:cs typeface="Arial"/>
              </a:defRPr>
            </a:defPPr>
            <a:lvl1pPr>
              <a:defRPr sz="1500" b="0">
                <a:solidFill>
                  <a:srgbClr val="17324D"/>
                </a:solidFill>
                <a:latin typeface="Arial"/>
                <a:ea typeface="Arial"/>
                <a:cs typeface="Arial"/>
              </a:defRPr>
            </a:lvl1pPr>
            <a:lvl2pPr>
              <a:defRPr sz="1500" b="0">
                <a:solidFill>
                  <a:srgbClr val="17324D"/>
                </a:solidFill>
                <a:latin typeface="Arial"/>
                <a:ea typeface="Arial"/>
                <a:cs typeface="Arial"/>
              </a:defRPr>
            </a:lvl2pPr>
            <a:lvl3pPr>
              <a:defRPr sz="1500" b="0">
                <a:solidFill>
                  <a:srgbClr val="17324D"/>
                </a:solidFill>
                <a:latin typeface="Arial"/>
                <a:ea typeface="Arial"/>
                <a:cs typeface="Arial"/>
              </a:defRPr>
            </a:lvl3pPr>
            <a:lvl4pPr>
              <a:defRPr sz="1500" b="0">
                <a:solidFill>
                  <a:srgbClr val="17324D"/>
                </a:solidFill>
                <a:latin typeface="Arial"/>
                <a:ea typeface="Arial"/>
                <a:cs typeface="Arial"/>
              </a:defRPr>
            </a:lvl4pPr>
            <a:lvl5pPr>
              <a:defRPr sz="1500" b="0">
                <a:solidFill>
                  <a:srgbClr val="17324D"/>
                </a:solidFill>
                <a:latin typeface="Arial"/>
                <a:ea typeface="Arial"/>
                <a:cs typeface="Arial"/>
              </a:defRPr>
            </a:lvl5pPr>
            <a:lvl6pPr>
              <a:defRPr sz="1500" b="0">
                <a:solidFill>
                  <a:srgbClr val="17324D"/>
                </a:solidFill>
                <a:latin typeface="Arial"/>
                <a:ea typeface="Arial"/>
                <a:cs typeface="Arial"/>
              </a:defRPr>
            </a:lvl6pPr>
            <a:lvl7pPr>
              <a:defRPr sz="1500" b="0">
                <a:solidFill>
                  <a:srgbClr val="17324D"/>
                </a:solidFill>
                <a:latin typeface="Arial"/>
                <a:ea typeface="Arial"/>
                <a:cs typeface="Arial"/>
              </a:defRPr>
            </a:lvl7pPr>
            <a:lvl8pPr>
              <a:defRPr sz="1500" b="0">
                <a:solidFill>
                  <a:srgbClr val="17324D"/>
                </a:solidFill>
                <a:latin typeface="Arial"/>
                <a:ea typeface="Arial"/>
                <a:cs typeface="Arial"/>
              </a:defRPr>
            </a:lvl8pPr>
            <a:lvl9pPr>
              <a:defRPr sz="1500" b="0">
                <a:solidFill>
                  <a:srgbClr val="17324D"/>
                </a:solidFill>
                <a:latin typeface="Arial"/>
                <a:ea typeface="Arial"/>
                <a:cs typeface="Arial"/>
              </a:defRPr>
            </a:lvl9pPr>
          </a:lstStyle>
          <a:p xmlns:a="http://schemas.openxmlformats.org/drawingml/2006/main">
            <a:pPr>
              <a:defRPr sz="1500" b="0">
                <a:solidFill>
                  <a:srgbClr val="17324D"/>
                </a:solidFill>
                <a:latin typeface="Arial"/>
                <a:ea typeface="Arial"/>
                <a:cs typeface="Arial"/>
              </a:defRPr>
            </a:pPr>
            <a:r>
              <a:rPr sz="1500" b="0">
                <a:solidFill>
                  <a:srgbClr val="17324D"/>
                </a:solidFill>
                <a:latin typeface="Arial"/>
                <a:ea typeface="Arial"/>
                <a:cs typeface="Arial"/>
              </a:rPr>
              <a:t>Predict the next movement</a:t>
            </a:r>
          </a:p>
        </p:txBody>
      </p:sp>
      <p:sp>
        <p:nvSpPr>
          <p:cNvPr id="13" name="→">
            <a:extLst xmlns:a="http://schemas.openxmlformats.org/drawingml/2006/main">
              <a:ext uri="{FF2B5EF4-FFF2-40B4-BE49-F238E27FC236}">
                <a16:creationId xmlns:a16="http://schemas.microsoft.com/office/drawing/2014/main" id="{BD253B7D-0C43-48B0-BF18-57B246B31966}"/>
              </a:ext>
            </a:extLst>
          </p:cNvPr>
          <p:cNvSpPr>
            <a:spLocks xmlns:a="http://schemas.openxmlformats.org/drawingml/2006/main" noGrp="1"/>
          </p:cNvSpPr>
          <p:nvPr/>
        </p:nvSpPr>
        <p:spPr>
          <a:xfrm xmlns:a="http://schemas.openxmlformats.org/drawingml/2006/main">
            <a:off x="5845175" y="2352675"/>
            <a:ext cx="228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800" b="1">
                <a:solidFill>
                  <a:srgbClr val="00539F"/>
                </a:solidFill>
                <a:latin typeface="Arial"/>
                <a:ea typeface="Arial"/>
                <a:cs typeface="Arial"/>
              </a:defRPr>
            </a:defPPr>
            <a:lvl1pPr>
              <a:defRPr sz="1800" b="1">
                <a:solidFill>
                  <a:srgbClr val="00539F"/>
                </a:solidFill>
                <a:latin typeface="Arial"/>
                <a:ea typeface="Arial"/>
                <a:cs typeface="Arial"/>
              </a:defRPr>
            </a:lvl1pPr>
            <a:lvl2pPr>
              <a:defRPr sz="1800" b="1">
                <a:solidFill>
                  <a:srgbClr val="00539F"/>
                </a:solidFill>
                <a:latin typeface="Arial"/>
                <a:ea typeface="Arial"/>
                <a:cs typeface="Arial"/>
              </a:defRPr>
            </a:lvl2pPr>
            <a:lvl3pPr>
              <a:defRPr sz="1800" b="1">
                <a:solidFill>
                  <a:srgbClr val="00539F"/>
                </a:solidFill>
                <a:latin typeface="Arial"/>
                <a:ea typeface="Arial"/>
                <a:cs typeface="Arial"/>
              </a:defRPr>
            </a:lvl3pPr>
            <a:lvl4pPr>
              <a:defRPr sz="1800" b="1">
                <a:solidFill>
                  <a:srgbClr val="00539F"/>
                </a:solidFill>
                <a:latin typeface="Arial"/>
                <a:ea typeface="Arial"/>
                <a:cs typeface="Arial"/>
              </a:defRPr>
            </a:lvl4pPr>
            <a:lvl5pPr>
              <a:defRPr sz="1800" b="1">
                <a:solidFill>
                  <a:srgbClr val="00539F"/>
                </a:solidFill>
                <a:latin typeface="Arial"/>
                <a:ea typeface="Arial"/>
                <a:cs typeface="Arial"/>
              </a:defRPr>
            </a:lvl5pPr>
            <a:lvl6pPr>
              <a:defRPr sz="1800" b="1">
                <a:solidFill>
                  <a:srgbClr val="00539F"/>
                </a:solidFill>
                <a:latin typeface="Arial"/>
                <a:ea typeface="Arial"/>
                <a:cs typeface="Arial"/>
              </a:defRPr>
            </a:lvl6pPr>
            <a:lvl7pPr>
              <a:defRPr sz="1800" b="1">
                <a:solidFill>
                  <a:srgbClr val="00539F"/>
                </a:solidFill>
                <a:latin typeface="Arial"/>
                <a:ea typeface="Arial"/>
                <a:cs typeface="Arial"/>
              </a:defRPr>
            </a:lvl7pPr>
            <a:lvl8pPr>
              <a:defRPr sz="1800" b="1">
                <a:solidFill>
                  <a:srgbClr val="00539F"/>
                </a:solidFill>
                <a:latin typeface="Arial"/>
                <a:ea typeface="Arial"/>
                <a:cs typeface="Arial"/>
              </a:defRPr>
            </a:lvl8pPr>
            <a:lvl9pPr>
              <a:defRPr sz="1800" b="1">
                <a:solidFill>
                  <a:srgbClr val="00539F"/>
                </a:solidFill>
                <a:latin typeface="Arial"/>
                <a:ea typeface="Arial"/>
                <a:cs typeface="Arial"/>
              </a:defRPr>
            </a:lvl9pPr>
          </a:lstStyle>
          <a:p xmlns:a="http://schemas.openxmlformats.org/drawingml/2006/main">
            <a:pPr>
              <a:defRPr sz="1800" b="1">
                <a:solidFill>
                  <a:srgbClr val="00539F"/>
                </a:solidFill>
                <a:latin typeface="Arial"/>
                <a:ea typeface="Arial"/>
                <a:cs typeface="Arial"/>
              </a:defRPr>
            </a:pPr>
            <a:r>
              <a:rPr sz="1800" b="1">
                <a:solidFill>
                  <a:srgbClr val="00539F"/>
                </a:solidFill>
                <a:latin typeface="Arial"/>
                <a:ea typeface="Arial"/>
                <a:cs typeface="Arial"/>
              </a:rPr>
              <a:t>→</a:t>
            </a:r>
          </a:p>
        </p:txBody>
      </p:sp>
      <p:sp>
        <p:nvSpPr>
          <p:cNvPr id="14" name="">
            <a:extLst xmlns:a="http://schemas.openxmlformats.org/drawingml/2006/main">
              <a:ext uri="{FF2B5EF4-FFF2-40B4-BE49-F238E27FC236}">
                <a16:creationId xmlns:a16="http://schemas.microsoft.com/office/drawing/2014/main" id="{7A73D14F-9192-4DF8-BA31-4E0180FFE38E}"/>
              </a:ext>
            </a:extLst>
          </p:cNvPr>
          <p:cNvSpPr>
            <a:spLocks xmlns:a="http://schemas.openxmlformats.org/drawingml/2006/main" noGrp="1"/>
          </p:cNvSpPr>
          <p:nvPr/>
        </p:nvSpPr>
        <p:spPr>
          <a:xfrm xmlns:a="http://schemas.openxmlformats.org/drawingml/2006/main">
            <a:off x="6073775" y="1819275"/>
            <a:ext cx="2546350" cy="1619250"/>
          </a:xfrm>
          <a:prstGeom xmlns:a="http://schemas.openxmlformats.org/drawingml/2006/main" prst="roundRect">
            <a:avLst>
              <a:gd name="adj" fmla="val 4706"/>
            </a:avLst>
          </a:prstGeom>
          <a:solidFill xmlns:a="http://schemas.openxmlformats.org/drawingml/2006/main">
            <a:srgbClr val="EDF6FC"/>
          </a:solidFill>
          <a:ln xmlns:a="http://schemas.openxmlformats.org/drawingml/2006/main" w="9525">
            <a:solidFill>
              <a:srgbClr val="A9CDDF"/>
            </a:solidFill>
          </a:ln>
        </p:spPr>
      </p:sp>
      <p:sp>
        <p:nvSpPr>
          <p:cNvPr id="15" name="3">
            <a:extLst xmlns:a="http://schemas.openxmlformats.org/drawingml/2006/main">
              <a:ext uri="{FF2B5EF4-FFF2-40B4-BE49-F238E27FC236}">
                <a16:creationId xmlns:a16="http://schemas.microsoft.com/office/drawing/2014/main" id="{0312447E-CD11-4790-BEC0-C5C25AB563EE}"/>
              </a:ext>
            </a:extLst>
          </p:cNvPr>
          <p:cNvSpPr>
            <a:spLocks xmlns:a="http://schemas.openxmlformats.org/drawingml/2006/main" noGrp="1"/>
          </p:cNvSpPr>
          <p:nvPr/>
        </p:nvSpPr>
        <p:spPr>
          <a:xfrm xmlns:a="http://schemas.openxmlformats.org/drawingml/2006/main">
            <a:off x="6207125" y="1971675"/>
            <a:ext cx="22796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800" b="1">
                <a:solidFill>
                  <a:srgbClr val="00539F"/>
                </a:solidFill>
                <a:latin typeface="Arial"/>
                <a:ea typeface="Arial"/>
                <a:cs typeface="Arial"/>
              </a:defRPr>
            </a:defPPr>
            <a:lvl1pPr>
              <a:defRPr sz="1800" b="1">
                <a:solidFill>
                  <a:srgbClr val="00539F"/>
                </a:solidFill>
                <a:latin typeface="Arial"/>
                <a:ea typeface="Arial"/>
                <a:cs typeface="Arial"/>
              </a:defRPr>
            </a:lvl1pPr>
            <a:lvl2pPr>
              <a:defRPr sz="1800" b="1">
                <a:solidFill>
                  <a:srgbClr val="00539F"/>
                </a:solidFill>
                <a:latin typeface="Arial"/>
                <a:ea typeface="Arial"/>
                <a:cs typeface="Arial"/>
              </a:defRPr>
            </a:lvl2pPr>
            <a:lvl3pPr>
              <a:defRPr sz="1800" b="1">
                <a:solidFill>
                  <a:srgbClr val="00539F"/>
                </a:solidFill>
                <a:latin typeface="Arial"/>
                <a:ea typeface="Arial"/>
                <a:cs typeface="Arial"/>
              </a:defRPr>
            </a:lvl3pPr>
            <a:lvl4pPr>
              <a:defRPr sz="1800" b="1">
                <a:solidFill>
                  <a:srgbClr val="00539F"/>
                </a:solidFill>
                <a:latin typeface="Arial"/>
                <a:ea typeface="Arial"/>
                <a:cs typeface="Arial"/>
              </a:defRPr>
            </a:lvl4pPr>
            <a:lvl5pPr>
              <a:defRPr sz="1800" b="1">
                <a:solidFill>
                  <a:srgbClr val="00539F"/>
                </a:solidFill>
                <a:latin typeface="Arial"/>
                <a:ea typeface="Arial"/>
                <a:cs typeface="Arial"/>
              </a:defRPr>
            </a:lvl5pPr>
            <a:lvl6pPr>
              <a:defRPr sz="1800" b="1">
                <a:solidFill>
                  <a:srgbClr val="00539F"/>
                </a:solidFill>
                <a:latin typeface="Arial"/>
                <a:ea typeface="Arial"/>
                <a:cs typeface="Arial"/>
              </a:defRPr>
            </a:lvl6pPr>
            <a:lvl7pPr>
              <a:defRPr sz="1800" b="1">
                <a:solidFill>
                  <a:srgbClr val="00539F"/>
                </a:solidFill>
                <a:latin typeface="Arial"/>
                <a:ea typeface="Arial"/>
                <a:cs typeface="Arial"/>
              </a:defRPr>
            </a:lvl7pPr>
            <a:lvl8pPr>
              <a:defRPr sz="1800" b="1">
                <a:solidFill>
                  <a:srgbClr val="00539F"/>
                </a:solidFill>
                <a:latin typeface="Arial"/>
                <a:ea typeface="Arial"/>
                <a:cs typeface="Arial"/>
              </a:defRPr>
            </a:lvl8pPr>
            <a:lvl9pPr>
              <a:defRPr sz="1800" b="1">
                <a:solidFill>
                  <a:srgbClr val="00539F"/>
                </a:solidFill>
                <a:latin typeface="Arial"/>
                <a:ea typeface="Arial"/>
                <a:cs typeface="Arial"/>
              </a:defRPr>
            </a:lvl9pPr>
          </a:lstStyle>
          <a:p xmlns:a="http://schemas.openxmlformats.org/drawingml/2006/main">
            <a:pPr>
              <a:defRPr sz="1800" b="1">
                <a:solidFill>
                  <a:srgbClr val="00539F"/>
                </a:solidFill>
                <a:latin typeface="Arial"/>
                <a:ea typeface="Arial"/>
                <a:cs typeface="Arial"/>
              </a:defRPr>
            </a:pPr>
            <a:r>
              <a:rPr sz="1800" b="1">
                <a:solidFill>
                  <a:srgbClr val="00539F"/>
                </a:solidFill>
                <a:latin typeface="Arial"/>
                <a:ea typeface="Arial"/>
                <a:cs typeface="Arial"/>
              </a:rPr>
              <a:t>3</a:t>
            </a:r>
          </a:p>
        </p:txBody>
      </p:sp>
      <p:sp>
        <p:nvSpPr>
          <p:cNvPr id="16" name="Predicted motion">
            <a:extLst xmlns:a="http://schemas.openxmlformats.org/drawingml/2006/main">
              <a:ext uri="{FF2B5EF4-FFF2-40B4-BE49-F238E27FC236}">
                <a16:creationId xmlns:a16="http://schemas.microsoft.com/office/drawing/2014/main" id="{F8BEB849-4609-4167-AACB-38624B1BD130}"/>
              </a:ext>
            </a:extLst>
          </p:cNvPr>
          <p:cNvSpPr>
            <a:spLocks xmlns:a="http://schemas.openxmlformats.org/drawingml/2006/main" noGrp="1"/>
          </p:cNvSpPr>
          <p:nvPr/>
        </p:nvSpPr>
        <p:spPr>
          <a:xfrm xmlns:a="http://schemas.openxmlformats.org/drawingml/2006/main">
            <a:off x="6207125" y="2362200"/>
            <a:ext cx="22796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725" b="1">
                <a:solidFill>
                  <a:srgbClr val="00539F"/>
                </a:solidFill>
                <a:latin typeface="Arial"/>
                <a:ea typeface="Arial"/>
                <a:cs typeface="Arial"/>
              </a:defRPr>
            </a:defPPr>
            <a:lvl1pPr>
              <a:defRPr sz="1725" b="1">
                <a:solidFill>
                  <a:srgbClr val="00539F"/>
                </a:solidFill>
                <a:latin typeface="Arial"/>
                <a:ea typeface="Arial"/>
                <a:cs typeface="Arial"/>
              </a:defRPr>
            </a:lvl1pPr>
            <a:lvl2pPr>
              <a:defRPr sz="1725" b="1">
                <a:solidFill>
                  <a:srgbClr val="00539F"/>
                </a:solidFill>
                <a:latin typeface="Arial"/>
                <a:ea typeface="Arial"/>
                <a:cs typeface="Arial"/>
              </a:defRPr>
            </a:lvl2pPr>
            <a:lvl3pPr>
              <a:defRPr sz="1725" b="1">
                <a:solidFill>
                  <a:srgbClr val="00539F"/>
                </a:solidFill>
                <a:latin typeface="Arial"/>
                <a:ea typeface="Arial"/>
                <a:cs typeface="Arial"/>
              </a:defRPr>
            </a:lvl3pPr>
            <a:lvl4pPr>
              <a:defRPr sz="1725" b="1">
                <a:solidFill>
                  <a:srgbClr val="00539F"/>
                </a:solidFill>
                <a:latin typeface="Arial"/>
                <a:ea typeface="Arial"/>
                <a:cs typeface="Arial"/>
              </a:defRPr>
            </a:lvl4pPr>
            <a:lvl5pPr>
              <a:defRPr sz="1725" b="1">
                <a:solidFill>
                  <a:srgbClr val="00539F"/>
                </a:solidFill>
                <a:latin typeface="Arial"/>
                <a:ea typeface="Arial"/>
                <a:cs typeface="Arial"/>
              </a:defRPr>
            </a:lvl5pPr>
            <a:lvl6pPr>
              <a:defRPr sz="1725" b="1">
                <a:solidFill>
                  <a:srgbClr val="00539F"/>
                </a:solidFill>
                <a:latin typeface="Arial"/>
                <a:ea typeface="Arial"/>
                <a:cs typeface="Arial"/>
              </a:defRPr>
            </a:lvl6pPr>
            <a:lvl7pPr>
              <a:defRPr sz="1725" b="1">
                <a:solidFill>
                  <a:srgbClr val="00539F"/>
                </a:solidFill>
                <a:latin typeface="Arial"/>
                <a:ea typeface="Arial"/>
                <a:cs typeface="Arial"/>
              </a:defRPr>
            </a:lvl7pPr>
            <a:lvl8pPr>
              <a:defRPr sz="1725" b="1">
                <a:solidFill>
                  <a:srgbClr val="00539F"/>
                </a:solidFill>
                <a:latin typeface="Arial"/>
                <a:ea typeface="Arial"/>
                <a:cs typeface="Arial"/>
              </a:defRPr>
            </a:lvl8pPr>
            <a:lvl9pPr>
              <a:defRPr sz="1725" b="1">
                <a:solidFill>
                  <a:srgbClr val="00539F"/>
                </a:solidFill>
                <a:latin typeface="Arial"/>
                <a:ea typeface="Arial"/>
                <a:cs typeface="Arial"/>
              </a:defRPr>
            </a:lvl9pPr>
          </a:lstStyle>
          <a:p xmlns:a="http://schemas.openxmlformats.org/drawingml/2006/main">
            <a:pPr>
              <a:defRPr sz="1725" b="1">
                <a:solidFill>
                  <a:srgbClr val="00539F"/>
                </a:solidFill>
                <a:latin typeface="Arial"/>
                <a:ea typeface="Arial"/>
                <a:cs typeface="Arial"/>
              </a:defRPr>
            </a:pPr>
            <a:r>
              <a:rPr sz="1725" b="1">
                <a:solidFill>
                  <a:srgbClr val="00539F"/>
                </a:solidFill>
                <a:latin typeface="Arial"/>
                <a:ea typeface="Arial"/>
                <a:cs typeface="Arial"/>
              </a:rPr>
              <a:t>Predicted motion</a:t>
            </a:r>
          </a:p>
        </p:txBody>
      </p:sp>
      <p:sp>
        <p:nvSpPr>
          <p:cNvPr id="17" name="Useful, but imperfect">
            <a:extLst xmlns:a="http://schemas.openxmlformats.org/drawingml/2006/main">
              <a:ext uri="{FF2B5EF4-FFF2-40B4-BE49-F238E27FC236}">
                <a16:creationId xmlns:a16="http://schemas.microsoft.com/office/drawing/2014/main" id="{DE6DC21E-F9CE-408A-919C-45A021A31334}"/>
              </a:ext>
            </a:extLst>
          </p:cNvPr>
          <p:cNvSpPr>
            <a:spLocks xmlns:a="http://schemas.openxmlformats.org/drawingml/2006/main" noGrp="1"/>
          </p:cNvSpPr>
          <p:nvPr/>
        </p:nvSpPr>
        <p:spPr>
          <a:xfrm xmlns:a="http://schemas.openxmlformats.org/drawingml/2006/main">
            <a:off x="6207125" y="2952750"/>
            <a:ext cx="2279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500" b="0">
                <a:solidFill>
                  <a:srgbClr val="17324D"/>
                </a:solidFill>
                <a:latin typeface="Arial"/>
                <a:ea typeface="Arial"/>
                <a:cs typeface="Arial"/>
              </a:defRPr>
            </a:defPPr>
            <a:lvl1pPr>
              <a:defRPr sz="1500" b="0">
                <a:solidFill>
                  <a:srgbClr val="17324D"/>
                </a:solidFill>
                <a:latin typeface="Arial"/>
                <a:ea typeface="Arial"/>
                <a:cs typeface="Arial"/>
              </a:defRPr>
            </a:lvl1pPr>
            <a:lvl2pPr>
              <a:defRPr sz="1500" b="0">
                <a:solidFill>
                  <a:srgbClr val="17324D"/>
                </a:solidFill>
                <a:latin typeface="Arial"/>
                <a:ea typeface="Arial"/>
                <a:cs typeface="Arial"/>
              </a:defRPr>
            </a:lvl2pPr>
            <a:lvl3pPr>
              <a:defRPr sz="1500" b="0">
                <a:solidFill>
                  <a:srgbClr val="17324D"/>
                </a:solidFill>
                <a:latin typeface="Arial"/>
                <a:ea typeface="Arial"/>
                <a:cs typeface="Arial"/>
              </a:defRPr>
            </a:lvl3pPr>
            <a:lvl4pPr>
              <a:defRPr sz="1500" b="0">
                <a:solidFill>
                  <a:srgbClr val="17324D"/>
                </a:solidFill>
                <a:latin typeface="Arial"/>
                <a:ea typeface="Arial"/>
                <a:cs typeface="Arial"/>
              </a:defRPr>
            </a:lvl4pPr>
            <a:lvl5pPr>
              <a:defRPr sz="1500" b="0">
                <a:solidFill>
                  <a:srgbClr val="17324D"/>
                </a:solidFill>
                <a:latin typeface="Arial"/>
                <a:ea typeface="Arial"/>
                <a:cs typeface="Arial"/>
              </a:defRPr>
            </a:lvl5pPr>
            <a:lvl6pPr>
              <a:defRPr sz="1500" b="0">
                <a:solidFill>
                  <a:srgbClr val="17324D"/>
                </a:solidFill>
                <a:latin typeface="Arial"/>
                <a:ea typeface="Arial"/>
                <a:cs typeface="Arial"/>
              </a:defRPr>
            </a:lvl6pPr>
            <a:lvl7pPr>
              <a:defRPr sz="1500" b="0">
                <a:solidFill>
                  <a:srgbClr val="17324D"/>
                </a:solidFill>
                <a:latin typeface="Arial"/>
                <a:ea typeface="Arial"/>
                <a:cs typeface="Arial"/>
              </a:defRPr>
            </a:lvl7pPr>
            <a:lvl8pPr>
              <a:defRPr sz="1500" b="0">
                <a:solidFill>
                  <a:srgbClr val="17324D"/>
                </a:solidFill>
                <a:latin typeface="Arial"/>
                <a:ea typeface="Arial"/>
                <a:cs typeface="Arial"/>
              </a:defRPr>
            </a:lvl8pPr>
            <a:lvl9pPr>
              <a:defRPr sz="1500" b="0">
                <a:solidFill>
                  <a:srgbClr val="17324D"/>
                </a:solidFill>
                <a:latin typeface="Arial"/>
                <a:ea typeface="Arial"/>
                <a:cs typeface="Arial"/>
              </a:defRPr>
            </a:lvl9pPr>
          </a:lstStyle>
          <a:p xmlns:a="http://schemas.openxmlformats.org/drawingml/2006/main">
            <a:pPr>
              <a:defRPr sz="1500" b="0">
                <a:solidFill>
                  <a:srgbClr val="17324D"/>
                </a:solidFill>
                <a:latin typeface="Arial"/>
                <a:ea typeface="Arial"/>
                <a:cs typeface="Arial"/>
              </a:defRPr>
            </a:pPr>
            <a:r>
              <a:rPr sz="1500" b="0">
                <a:solidFill>
                  <a:srgbClr val="17324D"/>
                </a:solidFill>
                <a:latin typeface="Arial"/>
                <a:ea typeface="Arial"/>
                <a:cs typeface="Arial"/>
              </a:rPr>
              <a:t>Useful, but imperfect</a:t>
            </a:r>
          </a:p>
        </p:txBody>
      </p:sp>
      <p:sp>
        <p:nvSpPr>
          <p:cNvPr id="18" name="A prediction helps choose an action; new measurements reveal wha">
            <a:extLst xmlns:a="http://schemas.openxmlformats.org/drawingml/2006/main">
              <a:ext uri="{FF2B5EF4-FFF2-40B4-BE49-F238E27FC236}">
                <a16:creationId xmlns:a16="http://schemas.microsoft.com/office/drawing/2014/main" id="{D556D611-9C50-483E-9B4A-171634AAF581}"/>
              </a:ext>
            </a:extLst>
          </p:cNvPr>
          <p:cNvSpPr>
            <a:spLocks xmlns:a="http://schemas.openxmlformats.org/drawingml/2006/main" noGrp="1"/>
          </p:cNvSpPr>
          <p:nvPr/>
        </p:nvSpPr>
        <p:spPr>
          <a:xfrm xmlns:a="http://schemas.openxmlformats.org/drawingml/2006/main">
            <a:off x="619125" y="3886200"/>
            <a:ext cx="7905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800" b="0">
                <a:solidFill>
                  <a:srgbClr val="17324D"/>
                </a:solidFill>
                <a:latin typeface="Arial"/>
                <a:ea typeface="Arial"/>
                <a:cs typeface="Arial"/>
              </a:defRPr>
            </a:defPPr>
            <a:lvl1pPr>
              <a:defRPr sz="1800" b="0">
                <a:solidFill>
                  <a:srgbClr val="17324D"/>
                </a:solidFill>
                <a:latin typeface="Arial"/>
                <a:ea typeface="Arial"/>
                <a:cs typeface="Arial"/>
              </a:defRPr>
            </a:lvl1pPr>
            <a:lvl2pPr>
              <a:defRPr sz="1800" b="0">
                <a:solidFill>
                  <a:srgbClr val="17324D"/>
                </a:solidFill>
                <a:latin typeface="Arial"/>
                <a:ea typeface="Arial"/>
                <a:cs typeface="Arial"/>
              </a:defRPr>
            </a:lvl2pPr>
            <a:lvl3pPr>
              <a:defRPr sz="1800" b="0">
                <a:solidFill>
                  <a:srgbClr val="17324D"/>
                </a:solidFill>
                <a:latin typeface="Arial"/>
                <a:ea typeface="Arial"/>
                <a:cs typeface="Arial"/>
              </a:defRPr>
            </a:lvl3pPr>
            <a:lvl4pPr>
              <a:defRPr sz="1800" b="0">
                <a:solidFill>
                  <a:srgbClr val="17324D"/>
                </a:solidFill>
                <a:latin typeface="Arial"/>
                <a:ea typeface="Arial"/>
                <a:cs typeface="Arial"/>
              </a:defRPr>
            </a:lvl4pPr>
            <a:lvl5pPr>
              <a:defRPr sz="1800" b="0">
                <a:solidFill>
                  <a:srgbClr val="17324D"/>
                </a:solidFill>
                <a:latin typeface="Arial"/>
                <a:ea typeface="Arial"/>
                <a:cs typeface="Arial"/>
              </a:defRPr>
            </a:lvl5pPr>
            <a:lvl6pPr>
              <a:defRPr sz="1800" b="0">
                <a:solidFill>
                  <a:srgbClr val="17324D"/>
                </a:solidFill>
                <a:latin typeface="Arial"/>
                <a:ea typeface="Arial"/>
                <a:cs typeface="Arial"/>
              </a:defRPr>
            </a:lvl6pPr>
            <a:lvl7pPr>
              <a:defRPr sz="1800" b="0">
                <a:solidFill>
                  <a:srgbClr val="17324D"/>
                </a:solidFill>
                <a:latin typeface="Arial"/>
                <a:ea typeface="Arial"/>
                <a:cs typeface="Arial"/>
              </a:defRPr>
            </a:lvl7pPr>
            <a:lvl8pPr>
              <a:defRPr sz="1800" b="0">
                <a:solidFill>
                  <a:srgbClr val="17324D"/>
                </a:solidFill>
                <a:latin typeface="Arial"/>
                <a:ea typeface="Arial"/>
                <a:cs typeface="Arial"/>
              </a:defRPr>
            </a:lvl8pPr>
            <a:lvl9pPr>
              <a:defRPr sz="1800" b="0">
                <a:solidFill>
                  <a:srgbClr val="17324D"/>
                </a:solidFill>
                <a:latin typeface="Arial"/>
                <a:ea typeface="Arial"/>
                <a:cs typeface="Arial"/>
              </a:defRPr>
            </a:lvl9pPr>
          </a:lstStyle>
          <a:p xmlns:a="http://schemas.openxmlformats.org/drawingml/2006/main">
            <a:pPr>
              <a:defRPr sz="1800" b="0">
                <a:solidFill>
                  <a:srgbClr val="17324D"/>
                </a:solidFill>
                <a:latin typeface="Arial"/>
                <a:ea typeface="Arial"/>
                <a:cs typeface="Arial"/>
              </a:defRPr>
            </a:pPr>
            <a:r>
              <a:rPr sz="1800" b="0">
                <a:solidFill>
                  <a:srgbClr val="17324D"/>
                </a:solidFill>
                <a:latin typeface="Arial"/>
                <a:ea typeface="Arial"/>
                <a:cs typeface="Arial"/>
              </a:rPr>
              <a:t>A prediction helps choose an action; new measurements reveal what really happened.</a:t>
            </a:r>
          </a:p>
        </p:txBody>
      </p:sp>
    </p:spTree>
    <p:extLst>
      <p:ext uri="{BB962C8B-B14F-4D97-AF65-F5344CB8AC3E}">
        <p14:creationId xmlns:p14="http://schemas.microsoft.com/office/powerpoint/2010/main" val="773630169"/>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5" name="">
            <a:extLst xmlns:a="http://schemas.openxmlformats.org/drawingml/2006/main">
              <a:ext uri="{FF2B5EF4-FFF2-40B4-BE49-F238E27FC236}">
                <a16:creationId xmlns:a16="http://schemas.microsoft.com/office/drawing/2014/main" id="{ACB941DD-7BCE-483F-B315-14B70483BD62}"/>
              </a:ext>
            </a:extLst>
          </p:cNvPr>
          <p:cNvPicPr>
            <a:picLocks xmlns:a="http://schemas.openxmlformats.org/drawingml/2006/main" noChangeAspect="1"/>
          </p:cNvPicPr>
          <p:nvPr/>
        </p:nvPicPr>
        <p:blipFill>
          <a:blip xmlns:r="http://schemas.openxmlformats.org/officeDocument/2006/relationships" xmlns:a="http://schemas.openxmlformats.org/drawingml/2006/main" r:embed="Rd7fad0fcd2534a36"/>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What does good control look like?">
            <a:extLst xmlns:a="http://schemas.openxmlformats.org/drawingml/2006/main">
              <a:ext uri="{FF2B5EF4-FFF2-40B4-BE49-F238E27FC236}">
                <a16:creationId xmlns:a16="http://schemas.microsoft.com/office/drawing/2014/main" id="{20A1519F-68FB-4B27-B008-3F451326CE19}"/>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550" b="0">
                <a:solidFill>
                  <a:srgbClr val="00A0DF"/>
                </a:solidFill>
                <a:latin typeface="Arial"/>
                <a:ea typeface="Arial"/>
                <a:cs typeface="Arial"/>
              </a:defRPr>
            </a:defPPr>
            <a:lvl1pPr>
              <a:defRPr sz="2550" b="0">
                <a:solidFill>
                  <a:srgbClr val="00A0DF"/>
                </a:solidFill>
                <a:latin typeface="Arial"/>
                <a:ea typeface="Arial"/>
                <a:cs typeface="Arial"/>
              </a:defRPr>
            </a:lvl1pPr>
            <a:lvl2pPr>
              <a:defRPr sz="2550" b="0">
                <a:solidFill>
                  <a:srgbClr val="00A0DF"/>
                </a:solidFill>
                <a:latin typeface="Arial"/>
                <a:ea typeface="Arial"/>
                <a:cs typeface="Arial"/>
              </a:defRPr>
            </a:lvl2pPr>
            <a:lvl3pPr>
              <a:defRPr sz="2550" b="0">
                <a:solidFill>
                  <a:srgbClr val="00A0DF"/>
                </a:solidFill>
                <a:latin typeface="Arial"/>
                <a:ea typeface="Arial"/>
                <a:cs typeface="Arial"/>
              </a:defRPr>
            </a:lvl3pPr>
            <a:lvl4pPr>
              <a:defRPr sz="2550" b="0">
                <a:solidFill>
                  <a:srgbClr val="00A0DF"/>
                </a:solidFill>
                <a:latin typeface="Arial"/>
                <a:ea typeface="Arial"/>
                <a:cs typeface="Arial"/>
              </a:defRPr>
            </a:lvl4pPr>
            <a:lvl5pPr>
              <a:defRPr sz="2550" b="0">
                <a:solidFill>
                  <a:srgbClr val="00A0DF"/>
                </a:solidFill>
                <a:latin typeface="Arial"/>
                <a:ea typeface="Arial"/>
                <a:cs typeface="Arial"/>
              </a:defRPr>
            </a:lvl5pPr>
            <a:lvl6pPr>
              <a:defRPr sz="2550" b="0">
                <a:solidFill>
                  <a:srgbClr val="00A0DF"/>
                </a:solidFill>
                <a:latin typeface="Arial"/>
                <a:ea typeface="Arial"/>
                <a:cs typeface="Arial"/>
              </a:defRPr>
            </a:lvl6pPr>
            <a:lvl7pPr>
              <a:defRPr sz="2550" b="0">
                <a:solidFill>
                  <a:srgbClr val="00A0DF"/>
                </a:solidFill>
                <a:latin typeface="Arial"/>
                <a:ea typeface="Arial"/>
                <a:cs typeface="Arial"/>
              </a:defRPr>
            </a:lvl7pPr>
            <a:lvl8pPr>
              <a:defRPr sz="2550" b="0">
                <a:solidFill>
                  <a:srgbClr val="00A0DF"/>
                </a:solidFill>
                <a:latin typeface="Arial"/>
                <a:ea typeface="Arial"/>
                <a:cs typeface="Arial"/>
              </a:defRPr>
            </a:lvl8pPr>
            <a:lvl9pPr>
              <a:defRPr sz="2550" b="0">
                <a:solidFill>
                  <a:srgbClr val="00A0DF"/>
                </a:solidFill>
                <a:latin typeface="Arial"/>
                <a:ea typeface="Arial"/>
                <a:cs typeface="Arial"/>
              </a:defRPr>
            </a:lvl9pPr>
          </a:lstStyle>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What does good control look like?</a:t>
            </a:r>
          </a:p>
        </p:txBody>
      </p:sp>
      <p:sp>
        <p:nvSpPr>
          <p:cNvPr id="3" name="7">
            <a:extLst xmlns:a="http://schemas.openxmlformats.org/drawingml/2006/main">
              <a:ext uri="{FF2B5EF4-FFF2-40B4-BE49-F238E27FC236}">
                <a16:creationId xmlns:a16="http://schemas.microsoft.com/office/drawing/2014/main" id="{7AB52DAD-6C5B-4F28-8F1B-C7AC5E8EB45F}"/>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00539F"/>
                </a:solidFill>
                <a:latin typeface="Arial"/>
                <a:ea typeface="Arial"/>
                <a:cs typeface="Arial"/>
              </a:defRPr>
            </a:defPPr>
            <a:lvl1pPr>
              <a:defRPr sz="1200" b="0">
                <a:solidFill>
                  <a:srgbClr val="00539F"/>
                </a:solidFill>
                <a:latin typeface="Arial"/>
                <a:ea typeface="Arial"/>
                <a:cs typeface="Arial"/>
              </a:defRPr>
            </a:lvl1pPr>
            <a:lvl2pPr>
              <a:defRPr sz="1200" b="0">
                <a:solidFill>
                  <a:srgbClr val="00539F"/>
                </a:solidFill>
                <a:latin typeface="Arial"/>
                <a:ea typeface="Arial"/>
                <a:cs typeface="Arial"/>
              </a:defRPr>
            </a:lvl2pPr>
            <a:lvl3pPr>
              <a:defRPr sz="1200" b="0">
                <a:solidFill>
                  <a:srgbClr val="00539F"/>
                </a:solidFill>
                <a:latin typeface="Arial"/>
                <a:ea typeface="Arial"/>
                <a:cs typeface="Arial"/>
              </a:defRPr>
            </a:lvl3pPr>
            <a:lvl4pPr>
              <a:defRPr sz="1200" b="0">
                <a:solidFill>
                  <a:srgbClr val="00539F"/>
                </a:solidFill>
                <a:latin typeface="Arial"/>
                <a:ea typeface="Arial"/>
                <a:cs typeface="Arial"/>
              </a:defRPr>
            </a:lvl4pPr>
            <a:lvl5pPr>
              <a:defRPr sz="1200" b="0">
                <a:solidFill>
                  <a:srgbClr val="00539F"/>
                </a:solidFill>
                <a:latin typeface="Arial"/>
                <a:ea typeface="Arial"/>
                <a:cs typeface="Arial"/>
              </a:defRPr>
            </a:lvl5pPr>
            <a:lvl6pPr>
              <a:defRPr sz="1200" b="0">
                <a:solidFill>
                  <a:srgbClr val="00539F"/>
                </a:solidFill>
                <a:latin typeface="Arial"/>
                <a:ea typeface="Arial"/>
                <a:cs typeface="Arial"/>
              </a:defRPr>
            </a:lvl6pPr>
            <a:lvl7pPr>
              <a:defRPr sz="1200" b="0">
                <a:solidFill>
                  <a:srgbClr val="00539F"/>
                </a:solidFill>
                <a:latin typeface="Arial"/>
                <a:ea typeface="Arial"/>
                <a:cs typeface="Arial"/>
              </a:defRPr>
            </a:lvl7pPr>
            <a:lvl8pPr>
              <a:defRPr sz="1200" b="0">
                <a:solidFill>
                  <a:srgbClr val="00539F"/>
                </a:solidFill>
                <a:latin typeface="Arial"/>
                <a:ea typeface="Arial"/>
                <a:cs typeface="Arial"/>
              </a:defRPr>
            </a:lvl8pPr>
            <a:lvl9pPr>
              <a:defRPr sz="1200" b="0">
                <a:solidFill>
                  <a:srgbClr val="00539F"/>
                </a:solidFill>
                <a:latin typeface="Arial"/>
                <a:ea typeface="Arial"/>
                <a:cs typeface="Arial"/>
              </a:defRPr>
            </a:lvl9pPr>
          </a:lstStyle>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7</a:t>
            </a:r>
          </a:p>
        </p:txBody>
      </p:sp>
      <p:graphicFrame>
        <p:nvGraphicFramePr>
          <p:cNvPr id="4" name="">
            <a:extLst xmlns:a="http://schemas.openxmlformats.org/drawingml/2006/main">
              <a:ext uri="{FF2B5EF4-FFF2-40B4-BE49-F238E27FC236}">
                <a16:creationId xmlns:a16="http://schemas.microsoft.com/office/drawing/2014/main" id="{C46BECE1-CC3B-4498-B0FF-41399EAE9539}"/>
              </a:ext>
            </a:extLst>
          </p:cNvPr>
          <p:cNvGraphicFramePr/>
          <p:nvPr/>
        </p:nvGraphicFramePr>
        <p:xfrm>
          <a:off xmlns:a="http://schemas.openxmlformats.org/drawingml/2006/main" x="523875" y="1457325"/>
          <a:ext xmlns:a="http://schemas.openxmlformats.org/drawingml/2006/main" cx="8096250" cy="3048000"/>
        </p:xfrm>
        <a:graphic xmlns:a="http://schemas.openxmlformats.org/drawingml/2006/main">
          <a:graphicData uri="http://schemas.openxmlformats.org/drawingml/2006/table">
            <a:tbl>
              <a:tblPr/>
              <a:tblGrid>
                <a:gridCol w="1762125"/>
                <a:gridCol w="3000375"/>
                <a:gridCol w="3333750"/>
              </a:tblGrid>
              <a:tr h="609600">
                <a:tc>
                  <a:txBody>
                    <a:bodyPr lIns="114300" tIns="76200" rIns="114300" bIns="76200">
                      <a:noAutofit/>
                    </a:bodyPr>
                    <a:lstStyle/>
                    <a:p>
                      <a:r>
                        <a:rPr sz="1425" b="1">
                          <a:solidFill>
                            <a:srgbClr val="FFFFFF"/>
                          </a:solidFill>
                          <a:latin typeface="Arial"/>
                          <a:ea typeface="Arial"/>
                          <a:cs typeface="Arial"/>
                        </a:rPr>
                        <a:t>Look at</a:t>
                      </a:r>
                    </a:p>
                  </a:txBody>
                  <a:tcPr marL="91440" marR="91440" marT="45720" marB="45720" anchor="ctr">
                    <a:lnL w="5715">
                      <a:solidFill>
                        <a:srgbClr val="D8E4ED"/>
                      </a:solidFill>
                      <a:prstDash val="solid"/>
                    </a:lnL>
                    <a:lnR w="5715">
                      <a:solidFill>
                        <a:srgbClr val="D8E4ED"/>
                      </a:solidFill>
                      <a:prstDash val="solid"/>
                    </a:lnR>
                    <a:lnT w="5715">
                      <a:solidFill>
                        <a:srgbClr val="D8E4ED"/>
                      </a:solidFill>
                      <a:prstDash val="solid"/>
                    </a:lnT>
                    <a:lnB w="5715">
                      <a:solidFill>
                        <a:srgbClr val="D8E4ED"/>
                      </a:solidFill>
                      <a:prstDash val="solid"/>
                    </a:lnB>
                    <a:solidFill>
                      <a:srgbClr val="00539F"/>
                    </a:solidFill>
                  </a:tcPr>
                </a:tc>
                <a:tc>
                  <a:txBody>
                    <a:bodyPr lIns="114300" tIns="76200" rIns="114300" bIns="76200">
                      <a:noAutofit/>
                    </a:bodyPr>
                    <a:lstStyle/>
                    <a:p>
                      <a:r>
                        <a:rPr sz="1425" b="1">
                          <a:solidFill>
                            <a:srgbClr val="FFFFFF"/>
                          </a:solidFill>
                          <a:latin typeface="Arial"/>
                          <a:ea typeface="Arial"/>
                          <a:cs typeface="Arial"/>
                        </a:rPr>
                        <a:t>Ask</a:t>
                      </a:r>
                    </a:p>
                  </a:txBody>
                  <a:tcPr marL="91440" marR="91440" marT="45720" marB="45720" anchor="ctr">
                    <a:lnR w="5715">
                      <a:solidFill>
                        <a:srgbClr val="D8E4ED"/>
                      </a:solidFill>
                      <a:prstDash val="solid"/>
                    </a:lnR>
                    <a:lnT w="5715">
                      <a:solidFill>
                        <a:srgbClr val="D8E4ED"/>
                      </a:solidFill>
                      <a:prstDash val="solid"/>
                    </a:lnT>
                    <a:lnB w="5715">
                      <a:solidFill>
                        <a:srgbClr val="D8E4ED"/>
                      </a:solidFill>
                      <a:prstDash val="solid"/>
                    </a:lnB>
                    <a:solidFill>
                      <a:srgbClr val="00539F"/>
                    </a:solidFill>
                  </a:tcPr>
                </a:tc>
                <a:tc>
                  <a:txBody>
                    <a:bodyPr lIns="114300" tIns="76200" rIns="114300" bIns="76200">
                      <a:noAutofit/>
                    </a:bodyPr>
                    <a:lstStyle/>
                    <a:p>
                      <a:r>
                        <a:rPr sz="1425" b="1">
                          <a:solidFill>
                            <a:srgbClr val="FFFFFF"/>
                          </a:solidFill>
                          <a:latin typeface="Arial"/>
                          <a:ea typeface="Arial"/>
                          <a:cs typeface="Arial"/>
                        </a:rPr>
                        <a:t>Do not overlook</a:t>
                      </a:r>
                    </a:p>
                  </a:txBody>
                  <a:tcPr marL="91440" marR="91440" marT="45720" marB="45720" anchor="ctr">
                    <a:lnR w="5715">
                      <a:solidFill>
                        <a:srgbClr val="D8E4ED"/>
                      </a:solidFill>
                      <a:prstDash val="solid"/>
                    </a:lnR>
                    <a:lnT w="5715">
                      <a:solidFill>
                        <a:srgbClr val="D8E4ED"/>
                      </a:solidFill>
                      <a:prstDash val="solid"/>
                    </a:lnT>
                    <a:lnB w="5715">
                      <a:solidFill>
                        <a:srgbClr val="D8E4ED"/>
                      </a:solidFill>
                      <a:prstDash val="solid"/>
                    </a:lnB>
                    <a:solidFill>
                      <a:srgbClr val="00539F"/>
                    </a:solidFill>
                  </a:tcPr>
                </a:tc>
              </a:tr>
              <a:tr h="609600">
                <a:tc>
                  <a:txBody>
                    <a:bodyPr lIns="114300" tIns="76200" rIns="114300" bIns="76200">
                      <a:noAutofit/>
                    </a:bodyPr>
                    <a:lstStyle/>
                    <a:p>
                      <a:r>
                        <a:rPr sz="1425" b="0">
                          <a:solidFill>
                            <a:srgbClr val="17324D"/>
                          </a:solidFill>
                          <a:latin typeface="Arial"/>
                          <a:ea typeface="Arial"/>
                          <a:cs typeface="Arial"/>
                        </a:rPr>
                        <a:t>Following the plan</a:t>
                      </a:r>
                    </a:p>
                  </a:txBody>
                  <a:tcPr marL="91440" marR="91440" marT="45720" marB="45720" anchor="ctr">
                    <a:lnL w="5715">
                      <a:solidFill>
                        <a:srgbClr val="D8E4ED"/>
                      </a:solidFill>
                      <a:prstDash val="solid"/>
                    </a:lnL>
                    <a:lnR w="5715">
                      <a:solidFill>
                        <a:srgbClr val="D8E4ED"/>
                      </a:solidFill>
                      <a:prstDash val="solid"/>
                    </a:lnR>
                    <a:lnB w="5715">
                      <a:solidFill>
                        <a:srgbClr val="D8E4ED"/>
                      </a:solidFill>
                      <a:prstDash val="solid"/>
                    </a:lnB>
                    <a:solidFill>
                      <a:srgbClr val="FFFFFF"/>
                    </a:solidFill>
                  </a:tcPr>
                </a:tc>
                <a:tc>
                  <a:txBody>
                    <a:bodyPr lIns="114300" tIns="76200" rIns="114300" bIns="76200">
                      <a:noAutofit/>
                    </a:bodyPr>
                    <a:lstStyle/>
                    <a:p>
                      <a:r>
                        <a:rPr sz="1425" b="0">
                          <a:solidFill>
                            <a:srgbClr val="17324D"/>
                          </a:solidFill>
                          <a:latin typeface="Arial"/>
                          <a:ea typeface="Arial"/>
                          <a:cs typeface="Arial"/>
                        </a:rPr>
                        <a:t>Does it stay close?</a:t>
                      </a:r>
                    </a:p>
                  </a:txBody>
                  <a:tcPr marL="91440" marR="91440" marT="45720" marB="45720" anchor="ctr">
                    <a:lnR w="5715">
                      <a:solidFill>
                        <a:srgbClr val="D8E4ED"/>
                      </a:solidFill>
                      <a:prstDash val="solid"/>
                    </a:lnR>
                    <a:lnB w="5715">
                      <a:solidFill>
                        <a:srgbClr val="D8E4ED"/>
                      </a:solidFill>
                      <a:prstDash val="solid"/>
                    </a:lnB>
                    <a:solidFill>
                      <a:srgbClr val="FFFFFF"/>
                    </a:solidFill>
                  </a:tcPr>
                </a:tc>
                <a:tc>
                  <a:txBody>
                    <a:bodyPr lIns="114300" tIns="76200" rIns="114300" bIns="76200">
                      <a:noAutofit/>
                    </a:bodyPr>
                    <a:lstStyle/>
                    <a:p>
                      <a:r>
                        <a:rPr sz="1425" b="0">
                          <a:solidFill>
                            <a:srgbClr val="17324D"/>
                          </a:solidFill>
                          <a:latin typeface="Arial"/>
                          <a:ea typeface="Arial"/>
                          <a:cs typeface="Arial"/>
                        </a:rPr>
                        <a:t>A brief large miss</a:t>
                      </a:r>
                    </a:p>
                  </a:txBody>
                  <a:tcPr marL="91440" marR="91440" marT="45720" marB="45720" anchor="ctr">
                    <a:lnR w="5715">
                      <a:solidFill>
                        <a:srgbClr val="D8E4ED"/>
                      </a:solidFill>
                      <a:prstDash val="solid"/>
                    </a:lnR>
                    <a:lnB w="5715">
                      <a:solidFill>
                        <a:srgbClr val="D8E4ED"/>
                      </a:solidFill>
                      <a:prstDash val="solid"/>
                    </a:lnB>
                    <a:solidFill>
                      <a:srgbClr val="FFFFFF"/>
                    </a:solidFill>
                  </a:tcPr>
                </a:tc>
              </a:tr>
              <a:tr h="609600">
                <a:tc>
                  <a:txBody>
                    <a:bodyPr lIns="114300" tIns="76200" rIns="114300" bIns="76200">
                      <a:noAutofit/>
                    </a:bodyPr>
                    <a:lstStyle/>
                    <a:p>
                      <a:r>
                        <a:rPr sz="1425" b="0">
                          <a:solidFill>
                            <a:srgbClr val="17324D"/>
                          </a:solidFill>
                          <a:latin typeface="Arial"/>
                          <a:ea typeface="Arial"/>
                          <a:cs typeface="Arial"/>
                        </a:rPr>
                        <a:t>Recovery</a:t>
                      </a:r>
                    </a:p>
                  </a:txBody>
                  <a:tcPr marL="91440" marR="91440" marT="45720" marB="45720" anchor="ctr">
                    <a:lnL w="5715">
                      <a:solidFill>
                        <a:srgbClr val="D8E4ED"/>
                      </a:solidFill>
                      <a:prstDash val="solid"/>
                    </a:lnL>
                    <a:lnR w="5715">
                      <a:solidFill>
                        <a:srgbClr val="D8E4ED"/>
                      </a:solidFill>
                      <a:prstDash val="solid"/>
                    </a:lnR>
                    <a:lnB w="5715">
                      <a:solidFill>
                        <a:srgbClr val="D8E4ED"/>
                      </a:solidFill>
                      <a:prstDash val="solid"/>
                    </a:lnB>
                    <a:solidFill>
                      <a:srgbClr val="F1F6FA"/>
                    </a:solidFill>
                  </a:tcPr>
                </a:tc>
                <a:tc>
                  <a:txBody>
                    <a:bodyPr lIns="114300" tIns="76200" rIns="114300" bIns="76200">
                      <a:noAutofit/>
                    </a:bodyPr>
                    <a:lstStyle/>
                    <a:p>
                      <a:r>
                        <a:rPr sz="1425" b="0">
                          <a:solidFill>
                            <a:srgbClr val="17324D"/>
                          </a:solidFill>
                          <a:latin typeface="Arial"/>
                          <a:ea typeface="Arial"/>
                          <a:cs typeface="Arial"/>
                        </a:rPr>
                        <a:t>Does the error fade away?</a:t>
                      </a:r>
                    </a:p>
                  </a:txBody>
                  <a:tcPr marL="91440" marR="91440" marT="45720" marB="45720" anchor="ctr">
                    <a:lnR w="5715">
                      <a:solidFill>
                        <a:srgbClr val="D8E4ED"/>
                      </a:solidFill>
                      <a:prstDash val="solid"/>
                    </a:lnR>
                    <a:lnB w="5715">
                      <a:solidFill>
                        <a:srgbClr val="D8E4ED"/>
                      </a:solidFill>
                      <a:prstDash val="solid"/>
                    </a:lnB>
                    <a:solidFill>
                      <a:srgbClr val="F1F6FA"/>
                    </a:solidFill>
                  </a:tcPr>
                </a:tc>
                <a:tc>
                  <a:txBody>
                    <a:bodyPr lIns="114300" tIns="76200" rIns="114300" bIns="76200">
                      <a:noAutofit/>
                    </a:bodyPr>
                    <a:lstStyle/>
                    <a:p>
                      <a:r>
                        <a:rPr sz="1425" b="0">
                          <a:solidFill>
                            <a:srgbClr val="17324D"/>
                          </a:solidFill>
                          <a:latin typeface="Arial"/>
                          <a:ea typeface="Arial"/>
                          <a:cs typeface="Arial"/>
                        </a:rPr>
                        <a:t>Repeated side-to-side motion</a:t>
                      </a:r>
                    </a:p>
                  </a:txBody>
                  <a:tcPr marL="91440" marR="91440" marT="45720" marB="45720" anchor="ctr">
                    <a:lnR w="5715">
                      <a:solidFill>
                        <a:srgbClr val="D8E4ED"/>
                      </a:solidFill>
                      <a:prstDash val="solid"/>
                    </a:lnR>
                    <a:lnB w="5715">
                      <a:solidFill>
                        <a:srgbClr val="D8E4ED"/>
                      </a:solidFill>
                      <a:prstDash val="solid"/>
                    </a:lnB>
                    <a:solidFill>
                      <a:srgbClr val="F1F6FA"/>
                    </a:solidFill>
                  </a:tcPr>
                </a:tc>
              </a:tr>
              <a:tr h="609600">
                <a:tc>
                  <a:txBody>
                    <a:bodyPr lIns="114300" tIns="76200" rIns="114300" bIns="76200">
                      <a:noAutofit/>
                    </a:bodyPr>
                    <a:lstStyle/>
                    <a:p>
                      <a:r>
                        <a:rPr sz="1425" b="0">
                          <a:solidFill>
                            <a:srgbClr val="17324D"/>
                          </a:solidFill>
                          <a:latin typeface="Arial"/>
                          <a:ea typeface="Arial"/>
                          <a:cs typeface="Arial"/>
                        </a:rPr>
                        <a:t>Control action</a:t>
                      </a:r>
                    </a:p>
                  </a:txBody>
                  <a:tcPr marL="91440" marR="91440" marT="45720" marB="45720" anchor="ctr">
                    <a:lnL w="5715">
                      <a:solidFill>
                        <a:srgbClr val="D8E4ED"/>
                      </a:solidFill>
                      <a:prstDash val="solid"/>
                    </a:lnL>
                    <a:lnR w="5715">
                      <a:solidFill>
                        <a:srgbClr val="D8E4ED"/>
                      </a:solidFill>
                      <a:prstDash val="solid"/>
                    </a:lnR>
                    <a:lnB w="5715">
                      <a:solidFill>
                        <a:srgbClr val="D8E4ED"/>
                      </a:solidFill>
                      <a:prstDash val="solid"/>
                    </a:lnB>
                    <a:solidFill>
                      <a:srgbClr val="FFFFFF"/>
                    </a:solidFill>
                  </a:tcPr>
                </a:tc>
                <a:tc>
                  <a:txBody>
                    <a:bodyPr lIns="114300" tIns="76200" rIns="114300" bIns="76200">
                      <a:noAutofit/>
                    </a:bodyPr>
                    <a:lstStyle/>
                    <a:p>
                      <a:r>
                        <a:rPr sz="1425" b="0">
                          <a:solidFill>
                            <a:srgbClr val="17324D"/>
                          </a:solidFill>
                          <a:latin typeface="Arial"/>
                          <a:ea typeface="Arial"/>
                          <a:cs typeface="Arial"/>
                        </a:rPr>
                        <a:t>Is steering reasonably gentle?</a:t>
                      </a:r>
                    </a:p>
                  </a:txBody>
                  <a:tcPr marL="91440" marR="91440" marT="45720" marB="45720" anchor="ctr">
                    <a:lnR w="5715">
                      <a:solidFill>
                        <a:srgbClr val="D8E4ED"/>
                      </a:solidFill>
                      <a:prstDash val="solid"/>
                    </a:lnR>
                    <a:lnB w="5715">
                      <a:solidFill>
                        <a:srgbClr val="D8E4ED"/>
                      </a:solidFill>
                      <a:prstDash val="solid"/>
                    </a:lnB>
                    <a:solidFill>
                      <a:srgbClr val="FFFFFF"/>
                    </a:solidFill>
                  </a:tcPr>
                </a:tc>
                <a:tc>
                  <a:txBody>
                    <a:bodyPr lIns="114300" tIns="76200" rIns="114300" bIns="76200">
                      <a:noAutofit/>
                    </a:bodyPr>
                    <a:lstStyle/>
                    <a:p>
                      <a:r>
                        <a:rPr sz="1425" b="0">
                          <a:solidFill>
                            <a:srgbClr val="17324D"/>
                          </a:solidFill>
                          <a:latin typeface="Arial"/>
                          <a:ea typeface="Arial"/>
                          <a:cs typeface="Arial"/>
                        </a:rPr>
                        <a:t>Large or rapidly changing requests</a:t>
                      </a:r>
                    </a:p>
                  </a:txBody>
                  <a:tcPr marL="91440" marR="91440" marT="45720" marB="45720" anchor="ctr">
                    <a:lnR w="5715">
                      <a:solidFill>
                        <a:srgbClr val="D8E4ED"/>
                      </a:solidFill>
                      <a:prstDash val="solid"/>
                    </a:lnR>
                    <a:lnB w="5715">
                      <a:solidFill>
                        <a:srgbClr val="D8E4ED"/>
                      </a:solidFill>
                      <a:prstDash val="solid"/>
                    </a:lnB>
                    <a:solidFill>
                      <a:srgbClr val="FFFFFF"/>
                    </a:solidFill>
                  </a:tcPr>
                </a:tc>
              </a:tr>
              <a:tr h="609600">
                <a:tc>
                  <a:txBody>
                    <a:bodyPr lIns="114300" tIns="76200" rIns="114300" bIns="76200">
                      <a:noAutofit/>
                    </a:bodyPr>
                    <a:lstStyle/>
                    <a:p>
                      <a:r>
                        <a:rPr sz="1425" b="0">
                          <a:solidFill>
                            <a:srgbClr val="17324D"/>
                          </a:solidFill>
                          <a:latin typeface="Arial"/>
                          <a:ea typeface="Arial"/>
                          <a:cs typeface="Arial"/>
                        </a:rPr>
                        <a:t>Physical response</a:t>
                      </a:r>
                    </a:p>
                  </a:txBody>
                  <a:tcPr marL="91440" marR="91440" marT="45720" marB="45720" anchor="ctr">
                    <a:lnL w="5715">
                      <a:solidFill>
                        <a:srgbClr val="D8E4ED"/>
                      </a:solidFill>
                      <a:prstDash val="solid"/>
                    </a:lnL>
                    <a:lnR w="5715">
                      <a:solidFill>
                        <a:srgbClr val="D8E4ED"/>
                      </a:solidFill>
                      <a:prstDash val="solid"/>
                    </a:lnR>
                    <a:lnB w="5715">
                      <a:solidFill>
                        <a:srgbClr val="D8E4ED"/>
                      </a:solidFill>
                      <a:prstDash val="solid"/>
                    </a:lnB>
                    <a:solidFill>
                      <a:srgbClr val="F1F6FA"/>
                    </a:solidFill>
                  </a:tcPr>
                </a:tc>
                <a:tc>
                  <a:txBody>
                    <a:bodyPr lIns="114300" tIns="76200" rIns="114300" bIns="76200">
                      <a:noAutofit/>
                    </a:bodyPr>
                    <a:lstStyle/>
                    <a:p>
                      <a:r>
                        <a:rPr sz="1425" b="0">
                          <a:solidFill>
                            <a:srgbClr val="17324D"/>
                          </a:solidFill>
                          <a:latin typeface="Arial"/>
                          <a:ea typeface="Arial"/>
                          <a:cs typeface="Arial"/>
                        </a:rPr>
                        <a:t>Can the actuator keep up?</a:t>
                      </a:r>
                    </a:p>
                  </a:txBody>
                  <a:tcPr marL="91440" marR="91440" marT="45720" marB="45720" anchor="ctr">
                    <a:lnR w="5715">
                      <a:solidFill>
                        <a:srgbClr val="D8E4ED"/>
                      </a:solidFill>
                      <a:prstDash val="solid"/>
                    </a:lnR>
                    <a:lnB w="5715">
                      <a:solidFill>
                        <a:srgbClr val="D8E4ED"/>
                      </a:solidFill>
                      <a:prstDash val="solid"/>
                    </a:lnB>
                    <a:solidFill>
                      <a:srgbClr val="F1F6FA"/>
                    </a:solidFill>
                  </a:tcPr>
                </a:tc>
                <a:tc>
                  <a:txBody>
                    <a:bodyPr lIns="114300" tIns="76200" rIns="114300" bIns="76200">
                      <a:noAutofit/>
                    </a:bodyPr>
                    <a:lstStyle/>
                    <a:p>
                      <a:r>
                        <a:rPr sz="1425" b="0">
                          <a:solidFill>
                            <a:srgbClr val="17324D"/>
                          </a:solidFill>
                          <a:latin typeface="Arial"/>
                          <a:ea typeface="Arial"/>
                          <a:cs typeface="Arial"/>
                        </a:rPr>
                        <a:t>Delay and limited steering</a:t>
                      </a:r>
                    </a:p>
                  </a:txBody>
                  <a:tcPr marL="91440" marR="91440" marT="45720" marB="45720" anchor="ctr">
                    <a:lnR w="5715">
                      <a:solidFill>
                        <a:srgbClr val="D8E4ED"/>
                      </a:solidFill>
                      <a:prstDash val="solid"/>
                    </a:lnR>
                    <a:lnB w="5715">
                      <a:solidFill>
                        <a:srgbClr val="D8E4ED"/>
                      </a:solidFill>
                      <a:prstDash val="solid"/>
                    </a:lnB>
                    <a:solidFill>
                      <a:srgbClr val="F1F6FA"/>
                    </a:solidFill>
                  </a:tcPr>
                </a:tc>
              </a:tr>
            </a:tbl>
          </a:graphicData>
        </a:graphic>
      </p:graphicFrame>
    </p:spTree>
    <p:extLst>
      <p:ext uri="{BB962C8B-B14F-4D97-AF65-F5344CB8AC3E}">
        <p14:creationId xmlns:p14="http://schemas.microsoft.com/office/powerpoint/2010/main" val="95155012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6D845219-40B8-4B29-96AA-639A85706110}"/>
              </a:ext>
            </a:extLst>
          </p:cNvPr>
          <p:cNvPicPr>
            <a:picLocks xmlns:a="http://schemas.openxmlformats.org/drawingml/2006/main" noChangeAspect="1"/>
          </p:cNvPicPr>
          <p:nvPr/>
        </p:nvPicPr>
        <p:blipFill>
          <a:blip xmlns:r="http://schemas.openxmlformats.org/officeDocument/2006/relationships" xmlns:a="http://schemas.openxmlformats.org/drawingml/2006/main" r:embed="R2167631a1f5c4843"/>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How we will watch the demonstrations">
            <a:extLst xmlns:a="http://schemas.openxmlformats.org/drawingml/2006/main">
              <a:ext uri="{FF2B5EF4-FFF2-40B4-BE49-F238E27FC236}">
                <a16:creationId xmlns:a16="http://schemas.microsoft.com/office/drawing/2014/main" id="{FC263D20-C4B0-4457-9A3A-9D2548C5B6E7}"/>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550" b="0">
                <a:solidFill>
                  <a:srgbClr val="00A0DF"/>
                </a:solidFill>
                <a:latin typeface="Arial"/>
                <a:ea typeface="Arial"/>
                <a:cs typeface="Arial"/>
              </a:defRPr>
            </a:defPPr>
            <a:lvl1pPr>
              <a:defRPr sz="2550" b="0">
                <a:solidFill>
                  <a:srgbClr val="00A0DF"/>
                </a:solidFill>
                <a:latin typeface="Arial"/>
                <a:ea typeface="Arial"/>
                <a:cs typeface="Arial"/>
              </a:defRPr>
            </a:lvl1pPr>
            <a:lvl2pPr>
              <a:defRPr sz="2550" b="0">
                <a:solidFill>
                  <a:srgbClr val="00A0DF"/>
                </a:solidFill>
                <a:latin typeface="Arial"/>
                <a:ea typeface="Arial"/>
                <a:cs typeface="Arial"/>
              </a:defRPr>
            </a:lvl2pPr>
            <a:lvl3pPr>
              <a:defRPr sz="2550" b="0">
                <a:solidFill>
                  <a:srgbClr val="00A0DF"/>
                </a:solidFill>
                <a:latin typeface="Arial"/>
                <a:ea typeface="Arial"/>
                <a:cs typeface="Arial"/>
              </a:defRPr>
            </a:lvl3pPr>
            <a:lvl4pPr>
              <a:defRPr sz="2550" b="0">
                <a:solidFill>
                  <a:srgbClr val="00A0DF"/>
                </a:solidFill>
                <a:latin typeface="Arial"/>
                <a:ea typeface="Arial"/>
                <a:cs typeface="Arial"/>
              </a:defRPr>
            </a:lvl4pPr>
            <a:lvl5pPr>
              <a:defRPr sz="2550" b="0">
                <a:solidFill>
                  <a:srgbClr val="00A0DF"/>
                </a:solidFill>
                <a:latin typeface="Arial"/>
                <a:ea typeface="Arial"/>
                <a:cs typeface="Arial"/>
              </a:defRPr>
            </a:lvl5pPr>
            <a:lvl6pPr>
              <a:defRPr sz="2550" b="0">
                <a:solidFill>
                  <a:srgbClr val="00A0DF"/>
                </a:solidFill>
                <a:latin typeface="Arial"/>
                <a:ea typeface="Arial"/>
                <a:cs typeface="Arial"/>
              </a:defRPr>
            </a:lvl6pPr>
            <a:lvl7pPr>
              <a:defRPr sz="2550" b="0">
                <a:solidFill>
                  <a:srgbClr val="00A0DF"/>
                </a:solidFill>
                <a:latin typeface="Arial"/>
                <a:ea typeface="Arial"/>
                <a:cs typeface="Arial"/>
              </a:defRPr>
            </a:lvl7pPr>
            <a:lvl8pPr>
              <a:defRPr sz="2550" b="0">
                <a:solidFill>
                  <a:srgbClr val="00A0DF"/>
                </a:solidFill>
                <a:latin typeface="Arial"/>
                <a:ea typeface="Arial"/>
                <a:cs typeface="Arial"/>
              </a:defRPr>
            </a:lvl8pPr>
            <a:lvl9pPr>
              <a:defRPr sz="2550" b="0">
                <a:solidFill>
                  <a:srgbClr val="00A0DF"/>
                </a:solidFill>
                <a:latin typeface="Arial"/>
                <a:ea typeface="Arial"/>
                <a:cs typeface="Arial"/>
              </a:defRPr>
            </a:lvl9pPr>
          </a:lstStyle>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How we will watch the demonstrations</a:t>
            </a:r>
          </a:p>
        </p:txBody>
      </p:sp>
      <p:sp>
        <p:nvSpPr>
          <p:cNvPr id="3" name="8">
            <a:extLst xmlns:a="http://schemas.openxmlformats.org/drawingml/2006/main">
              <a:ext uri="{FF2B5EF4-FFF2-40B4-BE49-F238E27FC236}">
                <a16:creationId xmlns:a16="http://schemas.microsoft.com/office/drawing/2014/main" id="{7139A07E-A753-4DC5-A83D-17C40C4CAF3C}"/>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00539F"/>
                </a:solidFill>
                <a:latin typeface="Arial"/>
                <a:ea typeface="Arial"/>
                <a:cs typeface="Arial"/>
              </a:defRPr>
            </a:defPPr>
            <a:lvl1pPr>
              <a:defRPr sz="1200" b="0">
                <a:solidFill>
                  <a:srgbClr val="00539F"/>
                </a:solidFill>
                <a:latin typeface="Arial"/>
                <a:ea typeface="Arial"/>
                <a:cs typeface="Arial"/>
              </a:defRPr>
            </a:lvl1pPr>
            <a:lvl2pPr>
              <a:defRPr sz="1200" b="0">
                <a:solidFill>
                  <a:srgbClr val="00539F"/>
                </a:solidFill>
                <a:latin typeface="Arial"/>
                <a:ea typeface="Arial"/>
                <a:cs typeface="Arial"/>
              </a:defRPr>
            </a:lvl2pPr>
            <a:lvl3pPr>
              <a:defRPr sz="1200" b="0">
                <a:solidFill>
                  <a:srgbClr val="00539F"/>
                </a:solidFill>
                <a:latin typeface="Arial"/>
                <a:ea typeface="Arial"/>
                <a:cs typeface="Arial"/>
              </a:defRPr>
            </a:lvl3pPr>
            <a:lvl4pPr>
              <a:defRPr sz="1200" b="0">
                <a:solidFill>
                  <a:srgbClr val="00539F"/>
                </a:solidFill>
                <a:latin typeface="Arial"/>
                <a:ea typeface="Arial"/>
                <a:cs typeface="Arial"/>
              </a:defRPr>
            </a:lvl4pPr>
            <a:lvl5pPr>
              <a:defRPr sz="1200" b="0">
                <a:solidFill>
                  <a:srgbClr val="00539F"/>
                </a:solidFill>
                <a:latin typeface="Arial"/>
                <a:ea typeface="Arial"/>
                <a:cs typeface="Arial"/>
              </a:defRPr>
            </a:lvl5pPr>
            <a:lvl6pPr>
              <a:defRPr sz="1200" b="0">
                <a:solidFill>
                  <a:srgbClr val="00539F"/>
                </a:solidFill>
                <a:latin typeface="Arial"/>
                <a:ea typeface="Arial"/>
                <a:cs typeface="Arial"/>
              </a:defRPr>
            </a:lvl6pPr>
            <a:lvl7pPr>
              <a:defRPr sz="1200" b="0">
                <a:solidFill>
                  <a:srgbClr val="00539F"/>
                </a:solidFill>
                <a:latin typeface="Arial"/>
                <a:ea typeface="Arial"/>
                <a:cs typeface="Arial"/>
              </a:defRPr>
            </a:lvl7pPr>
            <a:lvl8pPr>
              <a:defRPr sz="1200" b="0">
                <a:solidFill>
                  <a:srgbClr val="00539F"/>
                </a:solidFill>
                <a:latin typeface="Arial"/>
                <a:ea typeface="Arial"/>
                <a:cs typeface="Arial"/>
              </a:defRPr>
            </a:lvl8pPr>
            <a:lvl9pPr>
              <a:defRPr sz="1200" b="0">
                <a:solidFill>
                  <a:srgbClr val="00539F"/>
                </a:solidFill>
                <a:latin typeface="Arial"/>
                <a:ea typeface="Arial"/>
                <a:cs typeface="Arial"/>
              </a:defRPr>
            </a:lvl9pPr>
          </a:lstStyle>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8</a:t>
            </a:r>
          </a:p>
        </p:txBody>
      </p:sp>
      <p:sp>
        <p:nvSpPr>
          <p:cNvPr id="4" name="Choose a named case and press Play.">
            <a:extLst xmlns:a="http://schemas.openxmlformats.org/drawingml/2006/main">
              <a:ext uri="{FF2B5EF4-FFF2-40B4-BE49-F238E27FC236}">
                <a16:creationId xmlns:a16="http://schemas.microsoft.com/office/drawing/2014/main" id="{0ADF10E0-FBAA-4374-81D7-5E5FE77D3654}"/>
              </a:ext>
            </a:extLst>
          </p:cNvPr>
          <p:cNvSpPr>
            <a:spLocks xmlns:a="http://schemas.openxmlformats.org/drawingml/2006/main" noGrp="1"/>
          </p:cNvSpPr>
          <p:nvPr/>
        </p:nvSpPr>
        <p:spPr>
          <a:xfrm xmlns:a="http://schemas.openxmlformats.org/drawingml/2006/main">
            <a:off x="619125" y="1438275"/>
            <a:ext cx="7905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950" b="0">
                <a:solidFill>
                  <a:srgbClr val="17324D"/>
                </a:solidFill>
                <a:latin typeface="Arial"/>
                <a:ea typeface="Arial"/>
                <a:cs typeface="Arial"/>
              </a:defRPr>
            </a:defPPr>
            <a:lvl1pPr>
              <a:defRPr sz="1950" b="0">
                <a:solidFill>
                  <a:srgbClr val="17324D"/>
                </a:solidFill>
                <a:latin typeface="Arial"/>
                <a:ea typeface="Arial"/>
                <a:cs typeface="Arial"/>
              </a:defRPr>
            </a:lvl1pPr>
            <a:lvl2pPr>
              <a:defRPr sz="1950" b="0">
                <a:solidFill>
                  <a:srgbClr val="17324D"/>
                </a:solidFill>
                <a:latin typeface="Arial"/>
                <a:ea typeface="Arial"/>
                <a:cs typeface="Arial"/>
              </a:defRPr>
            </a:lvl2pPr>
            <a:lvl3pPr>
              <a:defRPr sz="1950" b="0">
                <a:solidFill>
                  <a:srgbClr val="17324D"/>
                </a:solidFill>
                <a:latin typeface="Arial"/>
                <a:ea typeface="Arial"/>
                <a:cs typeface="Arial"/>
              </a:defRPr>
            </a:lvl3pPr>
            <a:lvl4pPr>
              <a:defRPr sz="1950" b="0">
                <a:solidFill>
                  <a:srgbClr val="17324D"/>
                </a:solidFill>
                <a:latin typeface="Arial"/>
                <a:ea typeface="Arial"/>
                <a:cs typeface="Arial"/>
              </a:defRPr>
            </a:lvl4pPr>
            <a:lvl5pPr>
              <a:defRPr sz="1950" b="0">
                <a:solidFill>
                  <a:srgbClr val="17324D"/>
                </a:solidFill>
                <a:latin typeface="Arial"/>
                <a:ea typeface="Arial"/>
                <a:cs typeface="Arial"/>
              </a:defRPr>
            </a:lvl5pPr>
            <a:lvl6pPr>
              <a:defRPr sz="1950" b="0">
                <a:solidFill>
                  <a:srgbClr val="17324D"/>
                </a:solidFill>
                <a:latin typeface="Arial"/>
                <a:ea typeface="Arial"/>
                <a:cs typeface="Arial"/>
              </a:defRPr>
            </a:lvl6pPr>
            <a:lvl7pPr>
              <a:defRPr sz="1950" b="0">
                <a:solidFill>
                  <a:srgbClr val="17324D"/>
                </a:solidFill>
                <a:latin typeface="Arial"/>
                <a:ea typeface="Arial"/>
                <a:cs typeface="Arial"/>
              </a:defRPr>
            </a:lvl7pPr>
            <a:lvl8pPr>
              <a:defRPr sz="1950" b="0">
                <a:solidFill>
                  <a:srgbClr val="17324D"/>
                </a:solidFill>
                <a:latin typeface="Arial"/>
                <a:ea typeface="Arial"/>
                <a:cs typeface="Arial"/>
              </a:defRPr>
            </a:lvl8pPr>
            <a:lvl9pPr>
              <a:defRPr sz="1950" b="0">
                <a:solidFill>
                  <a:srgbClr val="17324D"/>
                </a:solidFill>
                <a:latin typeface="Arial"/>
                <a:ea typeface="Arial"/>
                <a:cs typeface="Arial"/>
              </a:defRPr>
            </a:lvl9pPr>
          </a:lstStyle>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Choose a named case and press Play.</a:t>
            </a:r>
          </a:p>
        </p:txBody>
      </p:sp>
      <p:sp>
        <p:nvSpPr>
          <p:cNvPr id="5" name="Watch one feature: speed, target point, steering, or prediction.">
            <a:extLst xmlns:a="http://schemas.openxmlformats.org/drawingml/2006/main">
              <a:ext uri="{FF2B5EF4-FFF2-40B4-BE49-F238E27FC236}">
                <a16:creationId xmlns:a16="http://schemas.microsoft.com/office/drawing/2014/main" id="{DFA67A98-3A2B-4D31-948F-347E3A061AF3}"/>
              </a:ext>
            </a:extLst>
          </p:cNvPr>
          <p:cNvSpPr>
            <a:spLocks xmlns:a="http://schemas.openxmlformats.org/drawingml/2006/main" noGrp="1"/>
          </p:cNvSpPr>
          <p:nvPr/>
        </p:nvSpPr>
        <p:spPr>
          <a:xfrm xmlns:a="http://schemas.openxmlformats.org/drawingml/2006/main">
            <a:off x="619125" y="2371725"/>
            <a:ext cx="7905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950" b="0">
                <a:solidFill>
                  <a:srgbClr val="17324D"/>
                </a:solidFill>
                <a:latin typeface="Arial"/>
                <a:ea typeface="Arial"/>
                <a:cs typeface="Arial"/>
              </a:defRPr>
            </a:defPPr>
            <a:lvl1pPr>
              <a:defRPr sz="1950" b="0">
                <a:solidFill>
                  <a:srgbClr val="17324D"/>
                </a:solidFill>
                <a:latin typeface="Arial"/>
                <a:ea typeface="Arial"/>
                <a:cs typeface="Arial"/>
              </a:defRPr>
            </a:lvl1pPr>
            <a:lvl2pPr>
              <a:defRPr sz="1950" b="0">
                <a:solidFill>
                  <a:srgbClr val="17324D"/>
                </a:solidFill>
                <a:latin typeface="Arial"/>
                <a:ea typeface="Arial"/>
                <a:cs typeface="Arial"/>
              </a:defRPr>
            </a:lvl2pPr>
            <a:lvl3pPr>
              <a:defRPr sz="1950" b="0">
                <a:solidFill>
                  <a:srgbClr val="17324D"/>
                </a:solidFill>
                <a:latin typeface="Arial"/>
                <a:ea typeface="Arial"/>
                <a:cs typeface="Arial"/>
              </a:defRPr>
            </a:lvl3pPr>
            <a:lvl4pPr>
              <a:defRPr sz="1950" b="0">
                <a:solidFill>
                  <a:srgbClr val="17324D"/>
                </a:solidFill>
                <a:latin typeface="Arial"/>
                <a:ea typeface="Arial"/>
                <a:cs typeface="Arial"/>
              </a:defRPr>
            </a:lvl4pPr>
            <a:lvl5pPr>
              <a:defRPr sz="1950" b="0">
                <a:solidFill>
                  <a:srgbClr val="17324D"/>
                </a:solidFill>
                <a:latin typeface="Arial"/>
                <a:ea typeface="Arial"/>
                <a:cs typeface="Arial"/>
              </a:defRPr>
            </a:lvl5pPr>
            <a:lvl6pPr>
              <a:defRPr sz="1950" b="0">
                <a:solidFill>
                  <a:srgbClr val="17324D"/>
                </a:solidFill>
                <a:latin typeface="Arial"/>
                <a:ea typeface="Arial"/>
                <a:cs typeface="Arial"/>
              </a:defRPr>
            </a:lvl6pPr>
            <a:lvl7pPr>
              <a:defRPr sz="1950" b="0">
                <a:solidFill>
                  <a:srgbClr val="17324D"/>
                </a:solidFill>
                <a:latin typeface="Arial"/>
                <a:ea typeface="Arial"/>
                <a:cs typeface="Arial"/>
              </a:defRPr>
            </a:lvl7pPr>
            <a:lvl8pPr>
              <a:defRPr sz="1950" b="0">
                <a:solidFill>
                  <a:srgbClr val="17324D"/>
                </a:solidFill>
                <a:latin typeface="Arial"/>
                <a:ea typeface="Arial"/>
                <a:cs typeface="Arial"/>
              </a:defRPr>
            </a:lvl8pPr>
            <a:lvl9pPr>
              <a:defRPr sz="1950" b="0">
                <a:solidFill>
                  <a:srgbClr val="17324D"/>
                </a:solidFill>
                <a:latin typeface="Arial"/>
                <a:ea typeface="Arial"/>
                <a:cs typeface="Arial"/>
              </a:defRPr>
            </a:lvl9pPr>
          </a:lstStyle>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Watch one feature: speed, target point, steering, or prediction.</a:t>
            </a:r>
          </a:p>
        </p:txBody>
      </p:sp>
      <p:sp>
        <p:nvSpPr>
          <p:cNvPr id="6" name="Switch to a contrasting case and explain what changed.">
            <a:extLst xmlns:a="http://schemas.openxmlformats.org/drawingml/2006/main">
              <a:ext uri="{FF2B5EF4-FFF2-40B4-BE49-F238E27FC236}">
                <a16:creationId xmlns:a16="http://schemas.microsoft.com/office/drawing/2014/main" id="{52B45DD5-9FDB-47F9-A017-BDF15A58C150}"/>
              </a:ext>
            </a:extLst>
          </p:cNvPr>
          <p:cNvSpPr>
            <a:spLocks xmlns:a="http://schemas.openxmlformats.org/drawingml/2006/main" noGrp="1"/>
          </p:cNvSpPr>
          <p:nvPr/>
        </p:nvSpPr>
        <p:spPr>
          <a:xfrm xmlns:a="http://schemas.openxmlformats.org/drawingml/2006/main">
            <a:off x="619125" y="3305175"/>
            <a:ext cx="7905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950" b="0">
                <a:solidFill>
                  <a:srgbClr val="17324D"/>
                </a:solidFill>
                <a:latin typeface="Arial"/>
                <a:ea typeface="Arial"/>
                <a:cs typeface="Arial"/>
              </a:defRPr>
            </a:defPPr>
            <a:lvl1pPr>
              <a:defRPr sz="1950" b="0">
                <a:solidFill>
                  <a:srgbClr val="17324D"/>
                </a:solidFill>
                <a:latin typeface="Arial"/>
                <a:ea typeface="Arial"/>
                <a:cs typeface="Arial"/>
              </a:defRPr>
            </a:lvl1pPr>
            <a:lvl2pPr>
              <a:defRPr sz="1950" b="0">
                <a:solidFill>
                  <a:srgbClr val="17324D"/>
                </a:solidFill>
                <a:latin typeface="Arial"/>
                <a:ea typeface="Arial"/>
                <a:cs typeface="Arial"/>
              </a:defRPr>
            </a:lvl2pPr>
            <a:lvl3pPr>
              <a:defRPr sz="1950" b="0">
                <a:solidFill>
                  <a:srgbClr val="17324D"/>
                </a:solidFill>
                <a:latin typeface="Arial"/>
                <a:ea typeface="Arial"/>
                <a:cs typeface="Arial"/>
              </a:defRPr>
            </a:lvl3pPr>
            <a:lvl4pPr>
              <a:defRPr sz="1950" b="0">
                <a:solidFill>
                  <a:srgbClr val="17324D"/>
                </a:solidFill>
                <a:latin typeface="Arial"/>
                <a:ea typeface="Arial"/>
                <a:cs typeface="Arial"/>
              </a:defRPr>
            </a:lvl4pPr>
            <a:lvl5pPr>
              <a:defRPr sz="1950" b="0">
                <a:solidFill>
                  <a:srgbClr val="17324D"/>
                </a:solidFill>
                <a:latin typeface="Arial"/>
                <a:ea typeface="Arial"/>
                <a:cs typeface="Arial"/>
              </a:defRPr>
            </a:lvl5pPr>
            <a:lvl6pPr>
              <a:defRPr sz="1950" b="0">
                <a:solidFill>
                  <a:srgbClr val="17324D"/>
                </a:solidFill>
                <a:latin typeface="Arial"/>
                <a:ea typeface="Arial"/>
                <a:cs typeface="Arial"/>
              </a:defRPr>
            </a:lvl6pPr>
            <a:lvl7pPr>
              <a:defRPr sz="1950" b="0">
                <a:solidFill>
                  <a:srgbClr val="17324D"/>
                </a:solidFill>
                <a:latin typeface="Arial"/>
                <a:ea typeface="Arial"/>
                <a:cs typeface="Arial"/>
              </a:defRPr>
            </a:lvl7pPr>
            <a:lvl8pPr>
              <a:defRPr sz="1950" b="0">
                <a:solidFill>
                  <a:srgbClr val="17324D"/>
                </a:solidFill>
                <a:latin typeface="Arial"/>
                <a:ea typeface="Arial"/>
                <a:cs typeface="Arial"/>
              </a:defRPr>
            </a:lvl8pPr>
            <a:lvl9pPr>
              <a:defRPr sz="1950" b="0">
                <a:solidFill>
                  <a:srgbClr val="17324D"/>
                </a:solidFill>
                <a:latin typeface="Arial"/>
                <a:ea typeface="Arial"/>
                <a:cs typeface="Arial"/>
              </a:defRPr>
            </a:lvl9pPr>
          </a:lstStyle>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Switch to a contrasting case and explain what changed.</a:t>
            </a:r>
          </a:p>
        </p:txBody>
      </p:sp>
      <p:sp>
        <p:nvSpPr>
          <p:cNvPr id="7" name="Open interactive demonstration">
            <a:extLst xmlns:a="http://schemas.openxmlformats.org/drawingml/2006/main">
              <a:ext uri="{FF2B5EF4-FFF2-40B4-BE49-F238E27FC236}">
                <a16:creationId xmlns:a16="http://schemas.microsoft.com/office/drawing/2014/main" id="{C05EA06D-1798-49BD-9F61-1D4773B12B3C}"/>
              </a:ext>
            </a:extLst>
          </p:cNvPr>
          <p:cNvSpPr>
            <a:spLocks xmlns:a="http://schemas.openxmlformats.org/drawingml/2006/main" noGrp="1"/>
          </p:cNvSpPr>
          <p:nvPr/>
        </p:nvSpPr>
        <p:spPr>
          <a:xfrm xmlns:a="http://schemas.openxmlformats.org/drawingml/2006/main">
            <a:off x="619125" y="4543425"/>
            <a:ext cx="7905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425" b="0">
                <a:solidFill>
                  <a:srgbClr val="00539F"/>
                </a:solidFill>
                <a:latin typeface="Arial"/>
                <a:ea typeface="Arial"/>
                <a:cs typeface="Arial"/>
              </a:defRPr>
            </a:defPPr>
            <a:lvl1pPr>
              <a:defRPr sz="1425" b="0">
                <a:solidFill>
                  <a:srgbClr val="00539F"/>
                </a:solidFill>
                <a:latin typeface="Arial"/>
                <a:ea typeface="Arial"/>
                <a:cs typeface="Arial"/>
              </a:defRPr>
            </a:lvl1pPr>
            <a:lvl2pPr>
              <a:defRPr sz="1425" b="0">
                <a:solidFill>
                  <a:srgbClr val="00539F"/>
                </a:solidFill>
                <a:latin typeface="Arial"/>
                <a:ea typeface="Arial"/>
                <a:cs typeface="Arial"/>
              </a:defRPr>
            </a:lvl2pPr>
            <a:lvl3pPr>
              <a:defRPr sz="1425" b="0">
                <a:solidFill>
                  <a:srgbClr val="00539F"/>
                </a:solidFill>
                <a:latin typeface="Arial"/>
                <a:ea typeface="Arial"/>
                <a:cs typeface="Arial"/>
              </a:defRPr>
            </a:lvl3pPr>
            <a:lvl4pPr>
              <a:defRPr sz="1425" b="0">
                <a:solidFill>
                  <a:srgbClr val="00539F"/>
                </a:solidFill>
                <a:latin typeface="Arial"/>
                <a:ea typeface="Arial"/>
                <a:cs typeface="Arial"/>
              </a:defRPr>
            </a:lvl4pPr>
            <a:lvl5pPr>
              <a:defRPr sz="1425" b="0">
                <a:solidFill>
                  <a:srgbClr val="00539F"/>
                </a:solidFill>
                <a:latin typeface="Arial"/>
                <a:ea typeface="Arial"/>
                <a:cs typeface="Arial"/>
              </a:defRPr>
            </a:lvl5pPr>
            <a:lvl6pPr>
              <a:defRPr sz="1425" b="0">
                <a:solidFill>
                  <a:srgbClr val="00539F"/>
                </a:solidFill>
                <a:latin typeface="Arial"/>
                <a:ea typeface="Arial"/>
                <a:cs typeface="Arial"/>
              </a:defRPr>
            </a:lvl6pPr>
            <a:lvl7pPr>
              <a:defRPr sz="1425" b="0">
                <a:solidFill>
                  <a:srgbClr val="00539F"/>
                </a:solidFill>
                <a:latin typeface="Arial"/>
                <a:ea typeface="Arial"/>
                <a:cs typeface="Arial"/>
              </a:defRPr>
            </a:lvl7pPr>
            <a:lvl8pPr>
              <a:defRPr sz="1425" b="0">
                <a:solidFill>
                  <a:srgbClr val="00539F"/>
                </a:solidFill>
                <a:latin typeface="Arial"/>
                <a:ea typeface="Arial"/>
                <a:cs typeface="Arial"/>
              </a:defRPr>
            </a:lvl8pPr>
            <a:lvl9pPr>
              <a:defRPr sz="1425" b="0">
                <a:solidFill>
                  <a:srgbClr val="00539F"/>
                </a:solidFill>
                <a:latin typeface="Arial"/>
                <a:ea typeface="Arial"/>
                <a:cs typeface="Arial"/>
              </a:defRPr>
            </a:lvl9pPr>
          </a:lstStyle>
          <a:p xmlns:a="http://schemas.openxmlformats.org/drawingml/2006/main">
            <a:pPr>
              <a:defRPr sz="1425" b="0">
                <a:solidFill>
                  <a:srgbClr val="00539F"/>
                </a:solidFill>
                <a:latin typeface="Arial"/>
                <a:ea typeface="Arial"/>
                <a:cs typeface="Arial"/>
              </a:defRPr>
            </a:pPr>
            <a:r>
              <a:rPr u="sng">
                <a:hlinkClick xmlns:r="http://schemas.openxmlformats.org/officeDocument/2006/relationships" r:id="Rb33f8d539de04aa3"/>
              </a:rPr>
              <a:t>Open interactive demonstration</a:t>
            </a:r>
          </a:p>
        </p:txBody>
      </p:sp>
    </p:spTree>
    <p:extLst>
      <p:ext uri="{BB962C8B-B14F-4D97-AF65-F5344CB8AC3E}">
        <p14:creationId xmlns:p14="http://schemas.microsoft.com/office/powerpoint/2010/main" val="105667336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9EF35034-A338-405A-9443-274A2F8B8ABD}"/>
              </a:ext>
            </a:extLst>
          </p:cNvPr>
          <p:cNvPicPr>
            <a:picLocks xmlns:a="http://schemas.openxmlformats.org/drawingml/2006/main" noChangeAspect="1"/>
          </p:cNvPicPr>
          <p:nvPr/>
        </p:nvPicPr>
        <p:blipFill>
          <a:blip xmlns:r="http://schemas.openxmlformats.org/officeDocument/2006/relationships" xmlns:a="http://schemas.openxmlformats.org/drawingml/2006/main" r:embed="Reec9f8b7b75b48a0"/>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PID: three ways to correct speed">
            <a:extLst xmlns:a="http://schemas.openxmlformats.org/drawingml/2006/main">
              <a:ext uri="{FF2B5EF4-FFF2-40B4-BE49-F238E27FC236}">
                <a16:creationId xmlns:a16="http://schemas.microsoft.com/office/drawing/2014/main" id="{275C20E6-5776-4921-B3BD-10A04F6E668A}"/>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550" b="0">
                <a:solidFill>
                  <a:srgbClr val="00A0DF"/>
                </a:solidFill>
                <a:latin typeface="Arial"/>
                <a:ea typeface="Arial"/>
                <a:cs typeface="Arial"/>
              </a:defRPr>
            </a:defPPr>
            <a:lvl1pPr>
              <a:defRPr sz="2550" b="0">
                <a:solidFill>
                  <a:srgbClr val="00A0DF"/>
                </a:solidFill>
                <a:latin typeface="Arial"/>
                <a:ea typeface="Arial"/>
                <a:cs typeface="Arial"/>
              </a:defRPr>
            </a:lvl1pPr>
            <a:lvl2pPr>
              <a:defRPr sz="2550" b="0">
                <a:solidFill>
                  <a:srgbClr val="00A0DF"/>
                </a:solidFill>
                <a:latin typeface="Arial"/>
                <a:ea typeface="Arial"/>
                <a:cs typeface="Arial"/>
              </a:defRPr>
            </a:lvl2pPr>
            <a:lvl3pPr>
              <a:defRPr sz="2550" b="0">
                <a:solidFill>
                  <a:srgbClr val="00A0DF"/>
                </a:solidFill>
                <a:latin typeface="Arial"/>
                <a:ea typeface="Arial"/>
                <a:cs typeface="Arial"/>
              </a:defRPr>
            </a:lvl3pPr>
            <a:lvl4pPr>
              <a:defRPr sz="2550" b="0">
                <a:solidFill>
                  <a:srgbClr val="00A0DF"/>
                </a:solidFill>
                <a:latin typeface="Arial"/>
                <a:ea typeface="Arial"/>
                <a:cs typeface="Arial"/>
              </a:defRPr>
            </a:lvl4pPr>
            <a:lvl5pPr>
              <a:defRPr sz="2550" b="0">
                <a:solidFill>
                  <a:srgbClr val="00A0DF"/>
                </a:solidFill>
                <a:latin typeface="Arial"/>
                <a:ea typeface="Arial"/>
                <a:cs typeface="Arial"/>
              </a:defRPr>
            </a:lvl5pPr>
            <a:lvl6pPr>
              <a:defRPr sz="2550" b="0">
                <a:solidFill>
                  <a:srgbClr val="00A0DF"/>
                </a:solidFill>
                <a:latin typeface="Arial"/>
                <a:ea typeface="Arial"/>
                <a:cs typeface="Arial"/>
              </a:defRPr>
            </a:lvl6pPr>
            <a:lvl7pPr>
              <a:defRPr sz="2550" b="0">
                <a:solidFill>
                  <a:srgbClr val="00A0DF"/>
                </a:solidFill>
                <a:latin typeface="Arial"/>
                <a:ea typeface="Arial"/>
                <a:cs typeface="Arial"/>
              </a:defRPr>
            </a:lvl7pPr>
            <a:lvl8pPr>
              <a:defRPr sz="2550" b="0">
                <a:solidFill>
                  <a:srgbClr val="00A0DF"/>
                </a:solidFill>
                <a:latin typeface="Arial"/>
                <a:ea typeface="Arial"/>
                <a:cs typeface="Arial"/>
              </a:defRPr>
            </a:lvl8pPr>
            <a:lvl9pPr>
              <a:defRPr sz="2550" b="0">
                <a:solidFill>
                  <a:srgbClr val="00A0DF"/>
                </a:solidFill>
                <a:latin typeface="Arial"/>
                <a:ea typeface="Arial"/>
                <a:cs typeface="Arial"/>
              </a:defRPr>
            </a:lvl9pPr>
          </a:lstStyle>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PID: three ways to correct speed</a:t>
            </a:r>
          </a:p>
        </p:txBody>
      </p:sp>
      <p:sp>
        <p:nvSpPr>
          <p:cNvPr id="3" name="9">
            <a:extLst xmlns:a="http://schemas.openxmlformats.org/drawingml/2006/main">
              <a:ext uri="{FF2B5EF4-FFF2-40B4-BE49-F238E27FC236}">
                <a16:creationId xmlns:a16="http://schemas.microsoft.com/office/drawing/2014/main" id="{7FE3C710-20E6-4FC7-91A7-F511EE16482F}"/>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00539F"/>
                </a:solidFill>
                <a:latin typeface="Arial"/>
                <a:ea typeface="Arial"/>
                <a:cs typeface="Arial"/>
              </a:defRPr>
            </a:defPPr>
            <a:lvl1pPr>
              <a:defRPr sz="1200" b="0">
                <a:solidFill>
                  <a:srgbClr val="00539F"/>
                </a:solidFill>
                <a:latin typeface="Arial"/>
                <a:ea typeface="Arial"/>
                <a:cs typeface="Arial"/>
              </a:defRPr>
            </a:lvl1pPr>
            <a:lvl2pPr>
              <a:defRPr sz="1200" b="0">
                <a:solidFill>
                  <a:srgbClr val="00539F"/>
                </a:solidFill>
                <a:latin typeface="Arial"/>
                <a:ea typeface="Arial"/>
                <a:cs typeface="Arial"/>
              </a:defRPr>
            </a:lvl2pPr>
            <a:lvl3pPr>
              <a:defRPr sz="1200" b="0">
                <a:solidFill>
                  <a:srgbClr val="00539F"/>
                </a:solidFill>
                <a:latin typeface="Arial"/>
                <a:ea typeface="Arial"/>
                <a:cs typeface="Arial"/>
              </a:defRPr>
            </a:lvl3pPr>
            <a:lvl4pPr>
              <a:defRPr sz="1200" b="0">
                <a:solidFill>
                  <a:srgbClr val="00539F"/>
                </a:solidFill>
                <a:latin typeface="Arial"/>
                <a:ea typeface="Arial"/>
                <a:cs typeface="Arial"/>
              </a:defRPr>
            </a:lvl4pPr>
            <a:lvl5pPr>
              <a:defRPr sz="1200" b="0">
                <a:solidFill>
                  <a:srgbClr val="00539F"/>
                </a:solidFill>
                <a:latin typeface="Arial"/>
                <a:ea typeface="Arial"/>
                <a:cs typeface="Arial"/>
              </a:defRPr>
            </a:lvl5pPr>
            <a:lvl6pPr>
              <a:defRPr sz="1200" b="0">
                <a:solidFill>
                  <a:srgbClr val="00539F"/>
                </a:solidFill>
                <a:latin typeface="Arial"/>
                <a:ea typeface="Arial"/>
                <a:cs typeface="Arial"/>
              </a:defRPr>
            </a:lvl6pPr>
            <a:lvl7pPr>
              <a:defRPr sz="1200" b="0">
                <a:solidFill>
                  <a:srgbClr val="00539F"/>
                </a:solidFill>
                <a:latin typeface="Arial"/>
                <a:ea typeface="Arial"/>
                <a:cs typeface="Arial"/>
              </a:defRPr>
            </a:lvl7pPr>
            <a:lvl8pPr>
              <a:defRPr sz="1200" b="0">
                <a:solidFill>
                  <a:srgbClr val="00539F"/>
                </a:solidFill>
                <a:latin typeface="Arial"/>
                <a:ea typeface="Arial"/>
                <a:cs typeface="Arial"/>
              </a:defRPr>
            </a:lvl8pPr>
            <a:lvl9pPr>
              <a:defRPr sz="1200" b="0">
                <a:solidFill>
                  <a:srgbClr val="00539F"/>
                </a:solidFill>
                <a:latin typeface="Arial"/>
                <a:ea typeface="Arial"/>
                <a:cs typeface="Arial"/>
              </a:defRPr>
            </a:lvl9pPr>
          </a:lstStyle>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9</a:t>
            </a:r>
          </a:p>
        </p:txBody>
      </p:sp>
      <p:pic>
        <p:nvPicPr>
          <p:cNvPr id="4" name="">
            <a:extLst xmlns:a="http://schemas.openxmlformats.org/drawingml/2006/main">
              <a:ext uri="{FF2B5EF4-FFF2-40B4-BE49-F238E27FC236}">
                <a16:creationId xmlns:a16="http://schemas.microsoft.com/office/drawing/2014/main" id="{73CD98A8-60FD-4300-94CE-355A29616240}"/>
              </a:ext>
            </a:extLst>
          </p:cNvPr>
          <p:cNvPicPr>
            <a:picLocks xmlns:a="http://schemas.openxmlformats.org/drawingml/2006/main" noChangeAspect="1"/>
          </p:cNvPicPr>
          <p:nvPr/>
        </p:nvPicPr>
        <p:blipFill>
          <a:blip xmlns:r="http://schemas.openxmlformats.org/officeDocument/2006/relationships" xmlns:a="http://schemas.openxmlformats.org/drawingml/2006/main" r:embed="Rb1889d23d7304116"/>
          <a:stretch xmlns:a="http://schemas.openxmlformats.org/drawingml/2006/main"/>
        </p:blipFill>
        <p:spPr>
          <a:xfrm xmlns:a="http://schemas.openxmlformats.org/drawingml/2006/main">
            <a:off x="495300" y="1942148"/>
            <a:ext cx="5524500" cy="1878330"/>
          </a:xfrm>
          <a:prstGeom xmlns:a="http://schemas.openxmlformats.org/drawingml/2006/main" prst="rect">
            <a:avLst/>
          </a:prstGeom>
        </p:spPr>
      </p:pic>
      <p:sp>
        <p:nvSpPr>
          <p:cNvPr id="5" name="P reacts to how far speed is from the target.&#10;&#10;I builds a correc">
            <a:extLst xmlns:a="http://schemas.openxmlformats.org/drawingml/2006/main">
              <a:ext uri="{FF2B5EF4-FFF2-40B4-BE49-F238E27FC236}">
                <a16:creationId xmlns:a16="http://schemas.microsoft.com/office/drawing/2014/main" id="{73A404CE-0C0B-4915-948D-04A1424A5D56}"/>
              </a:ext>
            </a:extLst>
          </p:cNvPr>
          <p:cNvSpPr>
            <a:spLocks xmlns:a="http://schemas.openxmlformats.org/drawingml/2006/main" noGrp="1"/>
          </p:cNvSpPr>
          <p:nvPr/>
        </p:nvSpPr>
        <p:spPr>
          <a:xfrm xmlns:a="http://schemas.openxmlformats.org/drawingml/2006/main">
            <a:off x="6286500" y="1476375"/>
            <a:ext cx="236220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650" b="0">
                <a:solidFill>
                  <a:srgbClr val="17324D"/>
                </a:solidFill>
                <a:latin typeface="Arial"/>
                <a:ea typeface="Arial"/>
                <a:cs typeface="Arial"/>
              </a:defRPr>
            </a:defPPr>
            <a:lvl1pPr>
              <a:defRPr sz="1650" b="0">
                <a:solidFill>
                  <a:srgbClr val="17324D"/>
                </a:solidFill>
                <a:latin typeface="Arial"/>
                <a:ea typeface="Arial"/>
                <a:cs typeface="Arial"/>
              </a:defRPr>
            </a:lvl1pPr>
            <a:lvl2pPr>
              <a:defRPr sz="1650" b="0">
                <a:solidFill>
                  <a:srgbClr val="17324D"/>
                </a:solidFill>
                <a:latin typeface="Arial"/>
                <a:ea typeface="Arial"/>
                <a:cs typeface="Arial"/>
              </a:defRPr>
            </a:lvl2pPr>
            <a:lvl3pPr>
              <a:defRPr sz="1650" b="0">
                <a:solidFill>
                  <a:srgbClr val="17324D"/>
                </a:solidFill>
                <a:latin typeface="Arial"/>
                <a:ea typeface="Arial"/>
                <a:cs typeface="Arial"/>
              </a:defRPr>
            </a:lvl3pPr>
            <a:lvl4pPr>
              <a:defRPr sz="1650" b="0">
                <a:solidFill>
                  <a:srgbClr val="17324D"/>
                </a:solidFill>
                <a:latin typeface="Arial"/>
                <a:ea typeface="Arial"/>
                <a:cs typeface="Arial"/>
              </a:defRPr>
            </a:lvl4pPr>
            <a:lvl5pPr>
              <a:defRPr sz="1650" b="0">
                <a:solidFill>
                  <a:srgbClr val="17324D"/>
                </a:solidFill>
                <a:latin typeface="Arial"/>
                <a:ea typeface="Arial"/>
                <a:cs typeface="Arial"/>
              </a:defRPr>
            </a:lvl5pPr>
            <a:lvl6pPr>
              <a:defRPr sz="1650" b="0">
                <a:solidFill>
                  <a:srgbClr val="17324D"/>
                </a:solidFill>
                <a:latin typeface="Arial"/>
                <a:ea typeface="Arial"/>
                <a:cs typeface="Arial"/>
              </a:defRPr>
            </a:lvl6pPr>
            <a:lvl7pPr>
              <a:defRPr sz="1650" b="0">
                <a:solidFill>
                  <a:srgbClr val="17324D"/>
                </a:solidFill>
                <a:latin typeface="Arial"/>
                <a:ea typeface="Arial"/>
                <a:cs typeface="Arial"/>
              </a:defRPr>
            </a:lvl7pPr>
            <a:lvl8pPr>
              <a:defRPr sz="1650" b="0">
                <a:solidFill>
                  <a:srgbClr val="17324D"/>
                </a:solidFill>
                <a:latin typeface="Arial"/>
                <a:ea typeface="Arial"/>
                <a:cs typeface="Arial"/>
              </a:defRPr>
            </a:lvl8pPr>
            <a:lvl9pPr>
              <a:defRPr sz="1650" b="0">
                <a:solidFill>
                  <a:srgbClr val="17324D"/>
                </a:solidFill>
                <a:latin typeface="Arial"/>
                <a:ea typeface="Arial"/>
                <a:cs typeface="Arial"/>
              </a:defRPr>
            </a:lvl9pPr>
          </a:lstStyle>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P reacts to how far speed is from the target.</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I builds a correction for a persistent shortfall.</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D damps rapid changes in measured speed.</a:t>
            </a:r>
          </a:p>
        </p:txBody>
      </p:sp>
      <p:sp>
        <p:nvSpPr>
          <p:cNvPr id="6" name="Open interactive demonstration">
            <a:extLst xmlns:a="http://schemas.openxmlformats.org/drawingml/2006/main">
              <a:ext uri="{FF2B5EF4-FFF2-40B4-BE49-F238E27FC236}">
                <a16:creationId xmlns:a16="http://schemas.microsoft.com/office/drawing/2014/main" id="{7813E9EA-A9E0-4ED1-861C-3B3B8F27296A}"/>
              </a:ext>
            </a:extLst>
          </p:cNvPr>
          <p:cNvSpPr>
            <a:spLocks xmlns:a="http://schemas.openxmlformats.org/drawingml/2006/main" noGrp="1"/>
          </p:cNvSpPr>
          <p:nvPr/>
        </p:nvSpPr>
        <p:spPr>
          <a:xfrm xmlns:a="http://schemas.openxmlformats.org/drawingml/2006/main">
            <a:off x="523875" y="4543425"/>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425" b="0">
                <a:solidFill>
                  <a:srgbClr val="00539F"/>
                </a:solidFill>
                <a:latin typeface="Arial"/>
                <a:ea typeface="Arial"/>
                <a:cs typeface="Arial"/>
              </a:defRPr>
            </a:defPPr>
            <a:lvl1pPr>
              <a:defRPr sz="1425" b="0">
                <a:solidFill>
                  <a:srgbClr val="00539F"/>
                </a:solidFill>
                <a:latin typeface="Arial"/>
                <a:ea typeface="Arial"/>
                <a:cs typeface="Arial"/>
              </a:defRPr>
            </a:lvl1pPr>
            <a:lvl2pPr>
              <a:defRPr sz="1425" b="0">
                <a:solidFill>
                  <a:srgbClr val="00539F"/>
                </a:solidFill>
                <a:latin typeface="Arial"/>
                <a:ea typeface="Arial"/>
                <a:cs typeface="Arial"/>
              </a:defRPr>
            </a:lvl2pPr>
            <a:lvl3pPr>
              <a:defRPr sz="1425" b="0">
                <a:solidFill>
                  <a:srgbClr val="00539F"/>
                </a:solidFill>
                <a:latin typeface="Arial"/>
                <a:ea typeface="Arial"/>
                <a:cs typeface="Arial"/>
              </a:defRPr>
            </a:lvl3pPr>
            <a:lvl4pPr>
              <a:defRPr sz="1425" b="0">
                <a:solidFill>
                  <a:srgbClr val="00539F"/>
                </a:solidFill>
                <a:latin typeface="Arial"/>
                <a:ea typeface="Arial"/>
                <a:cs typeface="Arial"/>
              </a:defRPr>
            </a:lvl4pPr>
            <a:lvl5pPr>
              <a:defRPr sz="1425" b="0">
                <a:solidFill>
                  <a:srgbClr val="00539F"/>
                </a:solidFill>
                <a:latin typeface="Arial"/>
                <a:ea typeface="Arial"/>
                <a:cs typeface="Arial"/>
              </a:defRPr>
            </a:lvl5pPr>
            <a:lvl6pPr>
              <a:defRPr sz="1425" b="0">
                <a:solidFill>
                  <a:srgbClr val="00539F"/>
                </a:solidFill>
                <a:latin typeface="Arial"/>
                <a:ea typeface="Arial"/>
                <a:cs typeface="Arial"/>
              </a:defRPr>
            </a:lvl6pPr>
            <a:lvl7pPr>
              <a:defRPr sz="1425" b="0">
                <a:solidFill>
                  <a:srgbClr val="00539F"/>
                </a:solidFill>
                <a:latin typeface="Arial"/>
                <a:ea typeface="Arial"/>
                <a:cs typeface="Arial"/>
              </a:defRPr>
            </a:lvl7pPr>
            <a:lvl8pPr>
              <a:defRPr sz="1425" b="0">
                <a:solidFill>
                  <a:srgbClr val="00539F"/>
                </a:solidFill>
                <a:latin typeface="Arial"/>
                <a:ea typeface="Arial"/>
                <a:cs typeface="Arial"/>
              </a:defRPr>
            </a:lvl8pPr>
            <a:lvl9pPr>
              <a:defRPr sz="1425" b="0">
                <a:solidFill>
                  <a:srgbClr val="00539F"/>
                </a:solidFill>
                <a:latin typeface="Arial"/>
                <a:ea typeface="Arial"/>
                <a:cs typeface="Arial"/>
              </a:defRPr>
            </a:lvl9pPr>
          </a:lstStyle>
          <a:p xmlns:a="http://schemas.openxmlformats.org/drawingml/2006/main">
            <a:pPr>
              <a:defRPr sz="1425" b="0">
                <a:solidFill>
                  <a:srgbClr val="00539F"/>
                </a:solidFill>
                <a:latin typeface="Arial"/>
                <a:ea typeface="Arial"/>
                <a:cs typeface="Arial"/>
              </a:defRPr>
            </a:pPr>
            <a:r>
              <a:rPr u="sng">
                <a:hlinkClick xmlns:r="http://schemas.openxmlformats.org/officeDocument/2006/relationships" r:id="Rabf6ca286dbc465f"/>
              </a:rPr>
              <a:t>Open interactive demonstration</a:t>
            </a:r>
          </a:p>
        </p:txBody>
      </p:sp>
    </p:spTree>
    <p:extLst>
      <p:ext uri="{BB962C8B-B14F-4D97-AF65-F5344CB8AC3E}">
        <p14:creationId xmlns:p14="http://schemas.microsoft.com/office/powerpoint/2010/main" val="5543424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6B60BF89-A983-43F3-8B22-6F8318CFA738}"/>
              </a:ext>
            </a:extLst>
          </p:cNvPr>
          <p:cNvPicPr>
            <a:picLocks xmlns:a="http://schemas.openxmlformats.org/drawingml/2006/main" noChangeAspect="1"/>
          </p:cNvPicPr>
          <p:nvPr/>
        </p:nvPicPr>
        <p:blipFill>
          <a:blip xmlns:r="http://schemas.openxmlformats.org/officeDocument/2006/relationships" xmlns:a="http://schemas.openxmlformats.org/drawingml/2006/main" r:embed="R7ca8902b61904881"/>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Watch: holding speed on a hill">
            <a:extLst xmlns:a="http://schemas.openxmlformats.org/drawingml/2006/main">
              <a:ext uri="{FF2B5EF4-FFF2-40B4-BE49-F238E27FC236}">
                <a16:creationId xmlns:a16="http://schemas.microsoft.com/office/drawing/2014/main" id="{7A32E9DC-EB38-4D8F-80DB-6676EA6F0AEB}"/>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550" b="0">
                <a:solidFill>
                  <a:srgbClr val="00A0DF"/>
                </a:solidFill>
                <a:latin typeface="Arial"/>
                <a:ea typeface="Arial"/>
                <a:cs typeface="Arial"/>
              </a:defRPr>
            </a:defPPr>
            <a:lvl1pPr>
              <a:defRPr sz="2550" b="0">
                <a:solidFill>
                  <a:srgbClr val="00A0DF"/>
                </a:solidFill>
                <a:latin typeface="Arial"/>
                <a:ea typeface="Arial"/>
                <a:cs typeface="Arial"/>
              </a:defRPr>
            </a:lvl1pPr>
            <a:lvl2pPr>
              <a:defRPr sz="2550" b="0">
                <a:solidFill>
                  <a:srgbClr val="00A0DF"/>
                </a:solidFill>
                <a:latin typeface="Arial"/>
                <a:ea typeface="Arial"/>
                <a:cs typeface="Arial"/>
              </a:defRPr>
            </a:lvl2pPr>
            <a:lvl3pPr>
              <a:defRPr sz="2550" b="0">
                <a:solidFill>
                  <a:srgbClr val="00A0DF"/>
                </a:solidFill>
                <a:latin typeface="Arial"/>
                <a:ea typeface="Arial"/>
                <a:cs typeface="Arial"/>
              </a:defRPr>
            </a:lvl3pPr>
            <a:lvl4pPr>
              <a:defRPr sz="2550" b="0">
                <a:solidFill>
                  <a:srgbClr val="00A0DF"/>
                </a:solidFill>
                <a:latin typeface="Arial"/>
                <a:ea typeface="Arial"/>
                <a:cs typeface="Arial"/>
              </a:defRPr>
            </a:lvl4pPr>
            <a:lvl5pPr>
              <a:defRPr sz="2550" b="0">
                <a:solidFill>
                  <a:srgbClr val="00A0DF"/>
                </a:solidFill>
                <a:latin typeface="Arial"/>
                <a:ea typeface="Arial"/>
                <a:cs typeface="Arial"/>
              </a:defRPr>
            </a:lvl5pPr>
            <a:lvl6pPr>
              <a:defRPr sz="2550" b="0">
                <a:solidFill>
                  <a:srgbClr val="00A0DF"/>
                </a:solidFill>
                <a:latin typeface="Arial"/>
                <a:ea typeface="Arial"/>
                <a:cs typeface="Arial"/>
              </a:defRPr>
            </a:lvl6pPr>
            <a:lvl7pPr>
              <a:defRPr sz="2550" b="0">
                <a:solidFill>
                  <a:srgbClr val="00A0DF"/>
                </a:solidFill>
                <a:latin typeface="Arial"/>
                <a:ea typeface="Arial"/>
                <a:cs typeface="Arial"/>
              </a:defRPr>
            </a:lvl7pPr>
            <a:lvl8pPr>
              <a:defRPr sz="2550" b="0">
                <a:solidFill>
                  <a:srgbClr val="00A0DF"/>
                </a:solidFill>
                <a:latin typeface="Arial"/>
                <a:ea typeface="Arial"/>
                <a:cs typeface="Arial"/>
              </a:defRPr>
            </a:lvl8pPr>
            <a:lvl9pPr>
              <a:defRPr sz="2550" b="0">
                <a:solidFill>
                  <a:srgbClr val="00A0DF"/>
                </a:solidFill>
                <a:latin typeface="Arial"/>
                <a:ea typeface="Arial"/>
                <a:cs typeface="Arial"/>
              </a:defRPr>
            </a:lvl9pPr>
          </a:lstStyle>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Watch: holding speed on a hill</a:t>
            </a:r>
          </a:p>
        </p:txBody>
      </p:sp>
      <p:sp>
        <p:nvSpPr>
          <p:cNvPr id="3" name="10">
            <a:extLst xmlns:a="http://schemas.openxmlformats.org/drawingml/2006/main">
              <a:ext uri="{FF2B5EF4-FFF2-40B4-BE49-F238E27FC236}">
                <a16:creationId xmlns:a16="http://schemas.microsoft.com/office/drawing/2014/main" id="{5EF85C12-E689-4B45-A0D5-327875B09AFD}"/>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00539F"/>
                </a:solidFill>
                <a:latin typeface="Arial"/>
                <a:ea typeface="Arial"/>
                <a:cs typeface="Arial"/>
              </a:defRPr>
            </a:defPPr>
            <a:lvl1pPr>
              <a:defRPr sz="1200" b="0">
                <a:solidFill>
                  <a:srgbClr val="00539F"/>
                </a:solidFill>
                <a:latin typeface="Arial"/>
                <a:ea typeface="Arial"/>
                <a:cs typeface="Arial"/>
              </a:defRPr>
            </a:lvl1pPr>
            <a:lvl2pPr>
              <a:defRPr sz="1200" b="0">
                <a:solidFill>
                  <a:srgbClr val="00539F"/>
                </a:solidFill>
                <a:latin typeface="Arial"/>
                <a:ea typeface="Arial"/>
                <a:cs typeface="Arial"/>
              </a:defRPr>
            </a:lvl2pPr>
            <a:lvl3pPr>
              <a:defRPr sz="1200" b="0">
                <a:solidFill>
                  <a:srgbClr val="00539F"/>
                </a:solidFill>
                <a:latin typeface="Arial"/>
                <a:ea typeface="Arial"/>
                <a:cs typeface="Arial"/>
              </a:defRPr>
            </a:lvl3pPr>
            <a:lvl4pPr>
              <a:defRPr sz="1200" b="0">
                <a:solidFill>
                  <a:srgbClr val="00539F"/>
                </a:solidFill>
                <a:latin typeface="Arial"/>
                <a:ea typeface="Arial"/>
                <a:cs typeface="Arial"/>
              </a:defRPr>
            </a:lvl4pPr>
            <a:lvl5pPr>
              <a:defRPr sz="1200" b="0">
                <a:solidFill>
                  <a:srgbClr val="00539F"/>
                </a:solidFill>
                <a:latin typeface="Arial"/>
                <a:ea typeface="Arial"/>
                <a:cs typeface="Arial"/>
              </a:defRPr>
            </a:lvl5pPr>
            <a:lvl6pPr>
              <a:defRPr sz="1200" b="0">
                <a:solidFill>
                  <a:srgbClr val="00539F"/>
                </a:solidFill>
                <a:latin typeface="Arial"/>
                <a:ea typeface="Arial"/>
                <a:cs typeface="Arial"/>
              </a:defRPr>
            </a:lvl6pPr>
            <a:lvl7pPr>
              <a:defRPr sz="1200" b="0">
                <a:solidFill>
                  <a:srgbClr val="00539F"/>
                </a:solidFill>
                <a:latin typeface="Arial"/>
                <a:ea typeface="Arial"/>
                <a:cs typeface="Arial"/>
              </a:defRPr>
            </a:lvl7pPr>
            <a:lvl8pPr>
              <a:defRPr sz="1200" b="0">
                <a:solidFill>
                  <a:srgbClr val="00539F"/>
                </a:solidFill>
                <a:latin typeface="Arial"/>
                <a:ea typeface="Arial"/>
                <a:cs typeface="Arial"/>
              </a:defRPr>
            </a:lvl8pPr>
            <a:lvl9pPr>
              <a:defRPr sz="1200" b="0">
                <a:solidFill>
                  <a:srgbClr val="00539F"/>
                </a:solidFill>
                <a:latin typeface="Arial"/>
                <a:ea typeface="Arial"/>
                <a:cs typeface="Arial"/>
              </a:defRPr>
            </a:lvl9pPr>
          </a:lstStyle>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10</a:t>
            </a:r>
          </a:p>
        </p:txBody>
      </p:sp>
      <p:pic>
        <p:nvPicPr>
          <p:cNvPr id="4" name="">
            <a:extLst xmlns:a="http://schemas.openxmlformats.org/drawingml/2006/main">
              <a:ext uri="{FF2B5EF4-FFF2-40B4-BE49-F238E27FC236}">
                <a16:creationId xmlns:a16="http://schemas.microsoft.com/office/drawing/2014/main" id="{EF052A44-524B-4E3D-98DC-EB9C2A1AB6F4}"/>
              </a:ext>
            </a:extLst>
          </p:cNvPr>
          <p:cNvPicPr>
            <a:picLocks xmlns:a="http://schemas.openxmlformats.org/drawingml/2006/main" noChangeAspect="1"/>
          </p:cNvPicPr>
          <p:nvPr/>
        </p:nvPicPr>
        <p:blipFill>
          <a:blip xmlns:r="http://schemas.openxmlformats.org/officeDocument/2006/relationships" xmlns:a="http://schemas.openxmlformats.org/drawingml/2006/main" r:embed="Rc6c228c047ea4753"/>
          <a:stretch xmlns:a="http://schemas.openxmlformats.org/drawingml/2006/main"/>
        </p:blipFill>
        <p:spPr>
          <a:xfrm xmlns:a="http://schemas.openxmlformats.org/drawingml/2006/main">
            <a:off x="495300" y="1500188"/>
            <a:ext cx="5524500" cy="2762250"/>
          </a:xfrm>
          <a:prstGeom xmlns:a="http://schemas.openxmlformats.org/drawingml/2006/main" prst="rect">
            <a:avLst/>
          </a:prstGeom>
        </p:spPr>
      </p:pic>
      <p:sp>
        <p:nvSpPr>
          <p:cNvPr id="5" name="With P alone, speed settles below the target.&#10;&#10;Adding I builds t">
            <a:extLst xmlns:a="http://schemas.openxmlformats.org/drawingml/2006/main">
              <a:ext uri="{FF2B5EF4-FFF2-40B4-BE49-F238E27FC236}">
                <a16:creationId xmlns:a16="http://schemas.microsoft.com/office/drawing/2014/main" id="{AA4341B6-E4B1-4F96-B0C3-82BD3DB74C27}"/>
              </a:ext>
            </a:extLst>
          </p:cNvPr>
          <p:cNvSpPr>
            <a:spLocks xmlns:a="http://schemas.openxmlformats.org/drawingml/2006/main" noGrp="1"/>
          </p:cNvSpPr>
          <p:nvPr/>
        </p:nvSpPr>
        <p:spPr>
          <a:xfrm xmlns:a="http://schemas.openxmlformats.org/drawingml/2006/main">
            <a:off x="6286500" y="1476375"/>
            <a:ext cx="236220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650" b="0">
                <a:solidFill>
                  <a:srgbClr val="17324D"/>
                </a:solidFill>
                <a:latin typeface="Arial"/>
                <a:ea typeface="Arial"/>
                <a:cs typeface="Arial"/>
              </a:defRPr>
            </a:defPPr>
            <a:lvl1pPr>
              <a:defRPr sz="1650" b="0">
                <a:solidFill>
                  <a:srgbClr val="17324D"/>
                </a:solidFill>
                <a:latin typeface="Arial"/>
                <a:ea typeface="Arial"/>
                <a:cs typeface="Arial"/>
              </a:defRPr>
            </a:lvl1pPr>
            <a:lvl2pPr>
              <a:defRPr sz="1650" b="0">
                <a:solidFill>
                  <a:srgbClr val="17324D"/>
                </a:solidFill>
                <a:latin typeface="Arial"/>
                <a:ea typeface="Arial"/>
                <a:cs typeface="Arial"/>
              </a:defRPr>
            </a:lvl2pPr>
            <a:lvl3pPr>
              <a:defRPr sz="1650" b="0">
                <a:solidFill>
                  <a:srgbClr val="17324D"/>
                </a:solidFill>
                <a:latin typeface="Arial"/>
                <a:ea typeface="Arial"/>
                <a:cs typeface="Arial"/>
              </a:defRPr>
            </a:lvl3pPr>
            <a:lvl4pPr>
              <a:defRPr sz="1650" b="0">
                <a:solidFill>
                  <a:srgbClr val="17324D"/>
                </a:solidFill>
                <a:latin typeface="Arial"/>
                <a:ea typeface="Arial"/>
                <a:cs typeface="Arial"/>
              </a:defRPr>
            </a:lvl4pPr>
            <a:lvl5pPr>
              <a:defRPr sz="1650" b="0">
                <a:solidFill>
                  <a:srgbClr val="17324D"/>
                </a:solidFill>
                <a:latin typeface="Arial"/>
                <a:ea typeface="Arial"/>
                <a:cs typeface="Arial"/>
              </a:defRPr>
            </a:lvl5pPr>
            <a:lvl6pPr>
              <a:defRPr sz="1650" b="0">
                <a:solidFill>
                  <a:srgbClr val="17324D"/>
                </a:solidFill>
                <a:latin typeface="Arial"/>
                <a:ea typeface="Arial"/>
                <a:cs typeface="Arial"/>
              </a:defRPr>
            </a:lvl6pPr>
            <a:lvl7pPr>
              <a:defRPr sz="1650" b="0">
                <a:solidFill>
                  <a:srgbClr val="17324D"/>
                </a:solidFill>
                <a:latin typeface="Arial"/>
                <a:ea typeface="Arial"/>
                <a:cs typeface="Arial"/>
              </a:defRPr>
            </a:lvl7pPr>
            <a:lvl8pPr>
              <a:defRPr sz="1650" b="0">
                <a:solidFill>
                  <a:srgbClr val="17324D"/>
                </a:solidFill>
                <a:latin typeface="Arial"/>
                <a:ea typeface="Arial"/>
                <a:cs typeface="Arial"/>
              </a:defRPr>
            </a:lvl8pPr>
            <a:lvl9pPr>
              <a:defRPr sz="1650" b="0">
                <a:solidFill>
                  <a:srgbClr val="17324D"/>
                </a:solidFill>
                <a:latin typeface="Arial"/>
                <a:ea typeface="Arial"/>
                <a:cs typeface="Arial"/>
              </a:defRPr>
            </a:lvl9pPr>
          </a:lstStyle>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With P alone, speed settles below the target.</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Adding I builds the extra push that is missing.</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Watch the gap close after the hill begins.</a:t>
            </a:r>
          </a:p>
        </p:txBody>
      </p:sp>
      <p:sp>
        <p:nvSpPr>
          <p:cNvPr id="6" name="Open interactive demonstration">
            <a:extLst xmlns:a="http://schemas.openxmlformats.org/drawingml/2006/main">
              <a:ext uri="{FF2B5EF4-FFF2-40B4-BE49-F238E27FC236}">
                <a16:creationId xmlns:a16="http://schemas.microsoft.com/office/drawing/2014/main" id="{5C44BB62-E535-4616-8CEE-E040BE08132B}"/>
              </a:ext>
            </a:extLst>
          </p:cNvPr>
          <p:cNvSpPr>
            <a:spLocks xmlns:a="http://schemas.openxmlformats.org/drawingml/2006/main" noGrp="1"/>
          </p:cNvSpPr>
          <p:nvPr/>
        </p:nvSpPr>
        <p:spPr>
          <a:xfrm xmlns:a="http://schemas.openxmlformats.org/drawingml/2006/main">
            <a:off x="523875" y="4543425"/>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425" b="0">
                <a:solidFill>
                  <a:srgbClr val="00539F"/>
                </a:solidFill>
                <a:latin typeface="Arial"/>
                <a:ea typeface="Arial"/>
                <a:cs typeface="Arial"/>
              </a:defRPr>
            </a:defPPr>
            <a:lvl1pPr>
              <a:defRPr sz="1425" b="0">
                <a:solidFill>
                  <a:srgbClr val="00539F"/>
                </a:solidFill>
                <a:latin typeface="Arial"/>
                <a:ea typeface="Arial"/>
                <a:cs typeface="Arial"/>
              </a:defRPr>
            </a:lvl1pPr>
            <a:lvl2pPr>
              <a:defRPr sz="1425" b="0">
                <a:solidFill>
                  <a:srgbClr val="00539F"/>
                </a:solidFill>
                <a:latin typeface="Arial"/>
                <a:ea typeface="Arial"/>
                <a:cs typeface="Arial"/>
              </a:defRPr>
            </a:lvl2pPr>
            <a:lvl3pPr>
              <a:defRPr sz="1425" b="0">
                <a:solidFill>
                  <a:srgbClr val="00539F"/>
                </a:solidFill>
                <a:latin typeface="Arial"/>
                <a:ea typeface="Arial"/>
                <a:cs typeface="Arial"/>
              </a:defRPr>
            </a:lvl3pPr>
            <a:lvl4pPr>
              <a:defRPr sz="1425" b="0">
                <a:solidFill>
                  <a:srgbClr val="00539F"/>
                </a:solidFill>
                <a:latin typeface="Arial"/>
                <a:ea typeface="Arial"/>
                <a:cs typeface="Arial"/>
              </a:defRPr>
            </a:lvl4pPr>
            <a:lvl5pPr>
              <a:defRPr sz="1425" b="0">
                <a:solidFill>
                  <a:srgbClr val="00539F"/>
                </a:solidFill>
                <a:latin typeface="Arial"/>
                <a:ea typeface="Arial"/>
                <a:cs typeface="Arial"/>
              </a:defRPr>
            </a:lvl5pPr>
            <a:lvl6pPr>
              <a:defRPr sz="1425" b="0">
                <a:solidFill>
                  <a:srgbClr val="00539F"/>
                </a:solidFill>
                <a:latin typeface="Arial"/>
                <a:ea typeface="Arial"/>
                <a:cs typeface="Arial"/>
              </a:defRPr>
            </a:lvl6pPr>
            <a:lvl7pPr>
              <a:defRPr sz="1425" b="0">
                <a:solidFill>
                  <a:srgbClr val="00539F"/>
                </a:solidFill>
                <a:latin typeface="Arial"/>
                <a:ea typeface="Arial"/>
                <a:cs typeface="Arial"/>
              </a:defRPr>
            </a:lvl7pPr>
            <a:lvl8pPr>
              <a:defRPr sz="1425" b="0">
                <a:solidFill>
                  <a:srgbClr val="00539F"/>
                </a:solidFill>
                <a:latin typeface="Arial"/>
                <a:ea typeface="Arial"/>
                <a:cs typeface="Arial"/>
              </a:defRPr>
            </a:lvl8pPr>
            <a:lvl9pPr>
              <a:defRPr sz="1425" b="0">
                <a:solidFill>
                  <a:srgbClr val="00539F"/>
                </a:solidFill>
                <a:latin typeface="Arial"/>
                <a:ea typeface="Arial"/>
                <a:cs typeface="Arial"/>
              </a:defRPr>
            </a:lvl9pPr>
          </a:lstStyle>
          <a:p xmlns:a="http://schemas.openxmlformats.org/drawingml/2006/main">
            <a:pPr>
              <a:defRPr sz="1425" b="0">
                <a:solidFill>
                  <a:srgbClr val="00539F"/>
                </a:solidFill>
                <a:latin typeface="Arial"/>
                <a:ea typeface="Arial"/>
                <a:cs typeface="Arial"/>
              </a:defRPr>
            </a:pPr>
            <a:r>
              <a:rPr u="sng">
                <a:hlinkClick xmlns:r="http://schemas.openxmlformats.org/officeDocument/2006/relationships" r:id="R3a33c33dda9c48a3"/>
              </a:rPr>
              <a:t>Open interactive demonstration</a:t>
            </a:r>
          </a:p>
        </p:txBody>
      </p:sp>
    </p:spTree>
    <p:extLst>
      <p:ext uri="{BB962C8B-B14F-4D97-AF65-F5344CB8AC3E}">
        <p14:creationId xmlns:p14="http://schemas.microsoft.com/office/powerpoint/2010/main" val="1201392627"/>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6" name="">
            <a:extLst xmlns:a="http://schemas.openxmlformats.org/drawingml/2006/main">
              <a:ext uri="{FF2B5EF4-FFF2-40B4-BE49-F238E27FC236}">
                <a16:creationId xmlns:a16="http://schemas.microsoft.com/office/drawing/2014/main" id="{E9F20923-EF1C-4410-85D1-196E073515E1}"/>
              </a:ext>
            </a:extLst>
          </p:cNvPr>
          <p:cNvPicPr>
            <a:picLocks xmlns:a="http://schemas.openxmlformats.org/drawingml/2006/main" noChangeAspect="1"/>
          </p:cNvPicPr>
          <p:nvPr/>
        </p:nvPicPr>
        <p:blipFill>
          <a:blip xmlns:r="http://schemas.openxmlformats.org/officeDocument/2006/relationships" xmlns:a="http://schemas.openxmlformats.org/drawingml/2006/main" r:embed="R773f0190ac634ec1"/>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When correction keeps building up">
            <a:extLst xmlns:a="http://schemas.openxmlformats.org/drawingml/2006/main">
              <a:ext uri="{FF2B5EF4-FFF2-40B4-BE49-F238E27FC236}">
                <a16:creationId xmlns:a16="http://schemas.microsoft.com/office/drawing/2014/main" id="{5A54EDF2-AE34-4ED5-9111-CB73310425E5}"/>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550" b="0">
                <a:solidFill>
                  <a:srgbClr val="00A0DF"/>
                </a:solidFill>
                <a:latin typeface="Arial"/>
                <a:ea typeface="Arial"/>
                <a:cs typeface="Arial"/>
              </a:defRPr>
            </a:defPPr>
            <a:lvl1pPr>
              <a:defRPr sz="2550" b="0">
                <a:solidFill>
                  <a:srgbClr val="00A0DF"/>
                </a:solidFill>
                <a:latin typeface="Arial"/>
                <a:ea typeface="Arial"/>
                <a:cs typeface="Arial"/>
              </a:defRPr>
            </a:lvl1pPr>
            <a:lvl2pPr>
              <a:defRPr sz="2550" b="0">
                <a:solidFill>
                  <a:srgbClr val="00A0DF"/>
                </a:solidFill>
                <a:latin typeface="Arial"/>
                <a:ea typeface="Arial"/>
                <a:cs typeface="Arial"/>
              </a:defRPr>
            </a:lvl2pPr>
            <a:lvl3pPr>
              <a:defRPr sz="2550" b="0">
                <a:solidFill>
                  <a:srgbClr val="00A0DF"/>
                </a:solidFill>
                <a:latin typeface="Arial"/>
                <a:ea typeface="Arial"/>
                <a:cs typeface="Arial"/>
              </a:defRPr>
            </a:lvl3pPr>
            <a:lvl4pPr>
              <a:defRPr sz="2550" b="0">
                <a:solidFill>
                  <a:srgbClr val="00A0DF"/>
                </a:solidFill>
                <a:latin typeface="Arial"/>
                <a:ea typeface="Arial"/>
                <a:cs typeface="Arial"/>
              </a:defRPr>
            </a:lvl4pPr>
            <a:lvl5pPr>
              <a:defRPr sz="2550" b="0">
                <a:solidFill>
                  <a:srgbClr val="00A0DF"/>
                </a:solidFill>
                <a:latin typeface="Arial"/>
                <a:ea typeface="Arial"/>
                <a:cs typeface="Arial"/>
              </a:defRPr>
            </a:lvl5pPr>
            <a:lvl6pPr>
              <a:defRPr sz="2550" b="0">
                <a:solidFill>
                  <a:srgbClr val="00A0DF"/>
                </a:solidFill>
                <a:latin typeface="Arial"/>
                <a:ea typeface="Arial"/>
                <a:cs typeface="Arial"/>
              </a:defRPr>
            </a:lvl6pPr>
            <a:lvl7pPr>
              <a:defRPr sz="2550" b="0">
                <a:solidFill>
                  <a:srgbClr val="00A0DF"/>
                </a:solidFill>
                <a:latin typeface="Arial"/>
                <a:ea typeface="Arial"/>
                <a:cs typeface="Arial"/>
              </a:defRPr>
            </a:lvl7pPr>
            <a:lvl8pPr>
              <a:defRPr sz="2550" b="0">
                <a:solidFill>
                  <a:srgbClr val="00A0DF"/>
                </a:solidFill>
                <a:latin typeface="Arial"/>
                <a:ea typeface="Arial"/>
                <a:cs typeface="Arial"/>
              </a:defRPr>
            </a:lvl8pPr>
            <a:lvl9pPr>
              <a:defRPr sz="2550" b="0">
                <a:solidFill>
                  <a:srgbClr val="00A0DF"/>
                </a:solidFill>
                <a:latin typeface="Arial"/>
                <a:ea typeface="Arial"/>
                <a:cs typeface="Arial"/>
              </a:defRPr>
            </a:lvl9pPr>
          </a:lstStyle>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When correction keeps building up</a:t>
            </a:r>
          </a:p>
        </p:txBody>
      </p:sp>
      <p:sp>
        <p:nvSpPr>
          <p:cNvPr id="3" name="11">
            <a:extLst xmlns:a="http://schemas.openxmlformats.org/drawingml/2006/main">
              <a:ext uri="{FF2B5EF4-FFF2-40B4-BE49-F238E27FC236}">
                <a16:creationId xmlns:a16="http://schemas.microsoft.com/office/drawing/2014/main" id="{7575AF23-EB79-4C8F-85ED-93B604901754}"/>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00539F"/>
                </a:solidFill>
                <a:latin typeface="Arial"/>
                <a:ea typeface="Arial"/>
                <a:cs typeface="Arial"/>
              </a:defRPr>
            </a:defPPr>
            <a:lvl1pPr>
              <a:defRPr sz="1200" b="0">
                <a:solidFill>
                  <a:srgbClr val="00539F"/>
                </a:solidFill>
                <a:latin typeface="Arial"/>
                <a:ea typeface="Arial"/>
                <a:cs typeface="Arial"/>
              </a:defRPr>
            </a:lvl1pPr>
            <a:lvl2pPr>
              <a:defRPr sz="1200" b="0">
                <a:solidFill>
                  <a:srgbClr val="00539F"/>
                </a:solidFill>
                <a:latin typeface="Arial"/>
                <a:ea typeface="Arial"/>
                <a:cs typeface="Arial"/>
              </a:defRPr>
            </a:lvl2pPr>
            <a:lvl3pPr>
              <a:defRPr sz="1200" b="0">
                <a:solidFill>
                  <a:srgbClr val="00539F"/>
                </a:solidFill>
                <a:latin typeface="Arial"/>
                <a:ea typeface="Arial"/>
                <a:cs typeface="Arial"/>
              </a:defRPr>
            </a:lvl3pPr>
            <a:lvl4pPr>
              <a:defRPr sz="1200" b="0">
                <a:solidFill>
                  <a:srgbClr val="00539F"/>
                </a:solidFill>
                <a:latin typeface="Arial"/>
                <a:ea typeface="Arial"/>
                <a:cs typeface="Arial"/>
              </a:defRPr>
            </a:lvl4pPr>
            <a:lvl5pPr>
              <a:defRPr sz="1200" b="0">
                <a:solidFill>
                  <a:srgbClr val="00539F"/>
                </a:solidFill>
                <a:latin typeface="Arial"/>
                <a:ea typeface="Arial"/>
                <a:cs typeface="Arial"/>
              </a:defRPr>
            </a:lvl5pPr>
            <a:lvl6pPr>
              <a:defRPr sz="1200" b="0">
                <a:solidFill>
                  <a:srgbClr val="00539F"/>
                </a:solidFill>
                <a:latin typeface="Arial"/>
                <a:ea typeface="Arial"/>
                <a:cs typeface="Arial"/>
              </a:defRPr>
            </a:lvl6pPr>
            <a:lvl7pPr>
              <a:defRPr sz="1200" b="0">
                <a:solidFill>
                  <a:srgbClr val="00539F"/>
                </a:solidFill>
                <a:latin typeface="Arial"/>
                <a:ea typeface="Arial"/>
                <a:cs typeface="Arial"/>
              </a:defRPr>
            </a:lvl7pPr>
            <a:lvl8pPr>
              <a:defRPr sz="1200" b="0">
                <a:solidFill>
                  <a:srgbClr val="00539F"/>
                </a:solidFill>
                <a:latin typeface="Arial"/>
                <a:ea typeface="Arial"/>
                <a:cs typeface="Arial"/>
              </a:defRPr>
            </a:lvl8pPr>
            <a:lvl9pPr>
              <a:defRPr sz="1200" b="0">
                <a:solidFill>
                  <a:srgbClr val="00539F"/>
                </a:solidFill>
                <a:latin typeface="Arial"/>
                <a:ea typeface="Arial"/>
                <a:cs typeface="Arial"/>
              </a:defRPr>
            </a:lvl9pPr>
          </a:lstStyle>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11</a:t>
            </a:r>
          </a:p>
        </p:txBody>
      </p:sp>
      <p:pic>
        <p:nvPicPr>
          <p:cNvPr id="4" name="">
            <a:extLst xmlns:a="http://schemas.openxmlformats.org/drawingml/2006/main">
              <a:ext uri="{FF2B5EF4-FFF2-40B4-BE49-F238E27FC236}">
                <a16:creationId xmlns:a16="http://schemas.microsoft.com/office/drawing/2014/main" id="{4D5A1BE5-491E-40F1-AD53-18C7B682CA0D}"/>
              </a:ext>
            </a:extLst>
          </p:cNvPr>
          <p:cNvPicPr>
            <a:picLocks xmlns:a="http://schemas.openxmlformats.org/drawingml/2006/main" noChangeAspect="1"/>
          </p:cNvPicPr>
          <p:nvPr/>
        </p:nvPicPr>
        <p:blipFill>
          <a:blip xmlns:r="http://schemas.openxmlformats.org/officeDocument/2006/relationships" xmlns:a="http://schemas.openxmlformats.org/drawingml/2006/main" r:embed="Rd93c4c926bac4a78"/>
          <a:stretch xmlns:a="http://schemas.openxmlformats.org/drawingml/2006/main"/>
        </p:blipFill>
        <p:spPr>
          <a:xfrm xmlns:a="http://schemas.openxmlformats.org/drawingml/2006/main">
            <a:off x="495300" y="1500188"/>
            <a:ext cx="5524500" cy="2762250"/>
          </a:xfrm>
          <a:prstGeom xmlns:a="http://schemas.openxmlformats.org/drawingml/2006/main" prst="rect">
            <a:avLst/>
          </a:prstGeom>
        </p:spPr>
      </p:pic>
      <p:sp>
        <p:nvSpPr>
          <p:cNvPr id="5" name="The actuator is already doing all it can.&#10;&#10;The controller keeps ">
            <a:extLst xmlns:a="http://schemas.openxmlformats.org/drawingml/2006/main">
              <a:ext uri="{FF2B5EF4-FFF2-40B4-BE49-F238E27FC236}">
                <a16:creationId xmlns:a16="http://schemas.microsoft.com/office/drawing/2014/main" id="{CC7E28F3-A59C-4CA6-812B-98247E278678}"/>
              </a:ext>
            </a:extLst>
          </p:cNvPr>
          <p:cNvSpPr>
            <a:spLocks xmlns:a="http://schemas.openxmlformats.org/drawingml/2006/main" noGrp="1"/>
          </p:cNvSpPr>
          <p:nvPr/>
        </p:nvSpPr>
        <p:spPr>
          <a:xfrm xmlns:a="http://schemas.openxmlformats.org/drawingml/2006/main">
            <a:off x="6286500" y="1476375"/>
            <a:ext cx="236220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650" b="0">
                <a:solidFill>
                  <a:srgbClr val="17324D"/>
                </a:solidFill>
                <a:latin typeface="Arial"/>
                <a:ea typeface="Arial"/>
                <a:cs typeface="Arial"/>
              </a:defRPr>
            </a:defPPr>
            <a:lvl1pPr>
              <a:defRPr sz="1650" b="0">
                <a:solidFill>
                  <a:srgbClr val="17324D"/>
                </a:solidFill>
                <a:latin typeface="Arial"/>
                <a:ea typeface="Arial"/>
                <a:cs typeface="Arial"/>
              </a:defRPr>
            </a:lvl1pPr>
            <a:lvl2pPr>
              <a:defRPr sz="1650" b="0">
                <a:solidFill>
                  <a:srgbClr val="17324D"/>
                </a:solidFill>
                <a:latin typeface="Arial"/>
                <a:ea typeface="Arial"/>
                <a:cs typeface="Arial"/>
              </a:defRPr>
            </a:lvl2pPr>
            <a:lvl3pPr>
              <a:defRPr sz="1650" b="0">
                <a:solidFill>
                  <a:srgbClr val="17324D"/>
                </a:solidFill>
                <a:latin typeface="Arial"/>
                <a:ea typeface="Arial"/>
                <a:cs typeface="Arial"/>
              </a:defRPr>
            </a:lvl3pPr>
            <a:lvl4pPr>
              <a:defRPr sz="1650" b="0">
                <a:solidFill>
                  <a:srgbClr val="17324D"/>
                </a:solidFill>
                <a:latin typeface="Arial"/>
                <a:ea typeface="Arial"/>
                <a:cs typeface="Arial"/>
              </a:defRPr>
            </a:lvl4pPr>
            <a:lvl5pPr>
              <a:defRPr sz="1650" b="0">
                <a:solidFill>
                  <a:srgbClr val="17324D"/>
                </a:solidFill>
                <a:latin typeface="Arial"/>
                <a:ea typeface="Arial"/>
                <a:cs typeface="Arial"/>
              </a:defRPr>
            </a:lvl5pPr>
            <a:lvl6pPr>
              <a:defRPr sz="1650" b="0">
                <a:solidFill>
                  <a:srgbClr val="17324D"/>
                </a:solidFill>
                <a:latin typeface="Arial"/>
                <a:ea typeface="Arial"/>
                <a:cs typeface="Arial"/>
              </a:defRPr>
            </a:lvl6pPr>
            <a:lvl7pPr>
              <a:defRPr sz="1650" b="0">
                <a:solidFill>
                  <a:srgbClr val="17324D"/>
                </a:solidFill>
                <a:latin typeface="Arial"/>
                <a:ea typeface="Arial"/>
                <a:cs typeface="Arial"/>
              </a:defRPr>
            </a:lvl7pPr>
            <a:lvl8pPr>
              <a:defRPr sz="1650" b="0">
                <a:solidFill>
                  <a:srgbClr val="17324D"/>
                </a:solidFill>
                <a:latin typeface="Arial"/>
                <a:ea typeface="Arial"/>
                <a:cs typeface="Arial"/>
              </a:defRPr>
            </a:lvl8pPr>
            <a:lvl9pPr>
              <a:defRPr sz="1650" b="0">
                <a:solidFill>
                  <a:srgbClr val="17324D"/>
                </a:solidFill>
                <a:latin typeface="Arial"/>
                <a:ea typeface="Arial"/>
                <a:cs typeface="Arial"/>
              </a:defRPr>
            </a:lvl9pPr>
          </a:lstStyle>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The actuator is already doing all it can.</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The controller keeps remembering the shortfall.</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That stored correction can delay recovery.</a:t>
            </a:r>
          </a:p>
        </p:txBody>
      </p:sp>
    </p:spTree>
    <p:extLst>
      <p:ext uri="{BB962C8B-B14F-4D97-AF65-F5344CB8AC3E}">
        <p14:creationId xmlns:p14="http://schemas.microsoft.com/office/powerpoint/2010/main" val="2038201210"/>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072BF093-F593-429C-B019-B0FB6EC85A2F}"/>
              </a:ext>
            </a:extLst>
          </p:cNvPr>
          <p:cNvPicPr>
            <a:picLocks xmlns:a="http://schemas.openxmlformats.org/drawingml/2006/main" noChangeAspect="1"/>
          </p:cNvPicPr>
          <p:nvPr/>
        </p:nvPicPr>
        <p:blipFill>
          <a:blip xmlns:r="http://schemas.openxmlformats.org/officeDocument/2006/relationships" xmlns:a="http://schemas.openxmlformats.org/drawingml/2006/main" r:embed="R4a397b9f158349b1"/>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Anti-windup respects the actuator">
            <a:extLst xmlns:a="http://schemas.openxmlformats.org/drawingml/2006/main">
              <a:ext uri="{FF2B5EF4-FFF2-40B4-BE49-F238E27FC236}">
                <a16:creationId xmlns:a16="http://schemas.microsoft.com/office/drawing/2014/main" id="{096DF804-50B2-49E5-94F8-51EAC5FECC48}"/>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550" b="0">
                <a:solidFill>
                  <a:srgbClr val="00A0DF"/>
                </a:solidFill>
                <a:latin typeface="Arial"/>
                <a:ea typeface="Arial"/>
                <a:cs typeface="Arial"/>
              </a:defRPr>
            </a:defPPr>
            <a:lvl1pPr>
              <a:defRPr sz="2550" b="0">
                <a:solidFill>
                  <a:srgbClr val="00A0DF"/>
                </a:solidFill>
                <a:latin typeface="Arial"/>
                <a:ea typeface="Arial"/>
                <a:cs typeface="Arial"/>
              </a:defRPr>
            </a:lvl1pPr>
            <a:lvl2pPr>
              <a:defRPr sz="2550" b="0">
                <a:solidFill>
                  <a:srgbClr val="00A0DF"/>
                </a:solidFill>
                <a:latin typeface="Arial"/>
                <a:ea typeface="Arial"/>
                <a:cs typeface="Arial"/>
              </a:defRPr>
            </a:lvl2pPr>
            <a:lvl3pPr>
              <a:defRPr sz="2550" b="0">
                <a:solidFill>
                  <a:srgbClr val="00A0DF"/>
                </a:solidFill>
                <a:latin typeface="Arial"/>
                <a:ea typeface="Arial"/>
                <a:cs typeface="Arial"/>
              </a:defRPr>
            </a:lvl3pPr>
            <a:lvl4pPr>
              <a:defRPr sz="2550" b="0">
                <a:solidFill>
                  <a:srgbClr val="00A0DF"/>
                </a:solidFill>
                <a:latin typeface="Arial"/>
                <a:ea typeface="Arial"/>
                <a:cs typeface="Arial"/>
              </a:defRPr>
            </a:lvl4pPr>
            <a:lvl5pPr>
              <a:defRPr sz="2550" b="0">
                <a:solidFill>
                  <a:srgbClr val="00A0DF"/>
                </a:solidFill>
                <a:latin typeface="Arial"/>
                <a:ea typeface="Arial"/>
                <a:cs typeface="Arial"/>
              </a:defRPr>
            </a:lvl5pPr>
            <a:lvl6pPr>
              <a:defRPr sz="2550" b="0">
                <a:solidFill>
                  <a:srgbClr val="00A0DF"/>
                </a:solidFill>
                <a:latin typeface="Arial"/>
                <a:ea typeface="Arial"/>
                <a:cs typeface="Arial"/>
              </a:defRPr>
            </a:lvl6pPr>
            <a:lvl7pPr>
              <a:defRPr sz="2550" b="0">
                <a:solidFill>
                  <a:srgbClr val="00A0DF"/>
                </a:solidFill>
                <a:latin typeface="Arial"/>
                <a:ea typeface="Arial"/>
                <a:cs typeface="Arial"/>
              </a:defRPr>
            </a:lvl7pPr>
            <a:lvl8pPr>
              <a:defRPr sz="2550" b="0">
                <a:solidFill>
                  <a:srgbClr val="00A0DF"/>
                </a:solidFill>
                <a:latin typeface="Arial"/>
                <a:ea typeface="Arial"/>
                <a:cs typeface="Arial"/>
              </a:defRPr>
            </a:lvl8pPr>
            <a:lvl9pPr>
              <a:defRPr sz="2550" b="0">
                <a:solidFill>
                  <a:srgbClr val="00A0DF"/>
                </a:solidFill>
                <a:latin typeface="Arial"/>
                <a:ea typeface="Arial"/>
                <a:cs typeface="Arial"/>
              </a:defRPr>
            </a:lvl9pPr>
          </a:lstStyle>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Anti-windup respects the actuator</a:t>
            </a:r>
          </a:p>
        </p:txBody>
      </p:sp>
      <p:sp>
        <p:nvSpPr>
          <p:cNvPr id="3" name="12">
            <a:extLst xmlns:a="http://schemas.openxmlformats.org/drawingml/2006/main">
              <a:ext uri="{FF2B5EF4-FFF2-40B4-BE49-F238E27FC236}">
                <a16:creationId xmlns:a16="http://schemas.microsoft.com/office/drawing/2014/main" id="{62E6DE61-F03C-4063-B864-3B9D8747DEED}"/>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00539F"/>
                </a:solidFill>
                <a:latin typeface="Arial"/>
                <a:ea typeface="Arial"/>
                <a:cs typeface="Arial"/>
              </a:defRPr>
            </a:defPPr>
            <a:lvl1pPr>
              <a:defRPr sz="1200" b="0">
                <a:solidFill>
                  <a:srgbClr val="00539F"/>
                </a:solidFill>
                <a:latin typeface="Arial"/>
                <a:ea typeface="Arial"/>
                <a:cs typeface="Arial"/>
              </a:defRPr>
            </a:lvl1pPr>
            <a:lvl2pPr>
              <a:defRPr sz="1200" b="0">
                <a:solidFill>
                  <a:srgbClr val="00539F"/>
                </a:solidFill>
                <a:latin typeface="Arial"/>
                <a:ea typeface="Arial"/>
                <a:cs typeface="Arial"/>
              </a:defRPr>
            </a:lvl2pPr>
            <a:lvl3pPr>
              <a:defRPr sz="1200" b="0">
                <a:solidFill>
                  <a:srgbClr val="00539F"/>
                </a:solidFill>
                <a:latin typeface="Arial"/>
                <a:ea typeface="Arial"/>
                <a:cs typeface="Arial"/>
              </a:defRPr>
            </a:lvl3pPr>
            <a:lvl4pPr>
              <a:defRPr sz="1200" b="0">
                <a:solidFill>
                  <a:srgbClr val="00539F"/>
                </a:solidFill>
                <a:latin typeface="Arial"/>
                <a:ea typeface="Arial"/>
                <a:cs typeface="Arial"/>
              </a:defRPr>
            </a:lvl4pPr>
            <a:lvl5pPr>
              <a:defRPr sz="1200" b="0">
                <a:solidFill>
                  <a:srgbClr val="00539F"/>
                </a:solidFill>
                <a:latin typeface="Arial"/>
                <a:ea typeface="Arial"/>
                <a:cs typeface="Arial"/>
              </a:defRPr>
            </a:lvl5pPr>
            <a:lvl6pPr>
              <a:defRPr sz="1200" b="0">
                <a:solidFill>
                  <a:srgbClr val="00539F"/>
                </a:solidFill>
                <a:latin typeface="Arial"/>
                <a:ea typeface="Arial"/>
                <a:cs typeface="Arial"/>
              </a:defRPr>
            </a:lvl6pPr>
            <a:lvl7pPr>
              <a:defRPr sz="1200" b="0">
                <a:solidFill>
                  <a:srgbClr val="00539F"/>
                </a:solidFill>
                <a:latin typeface="Arial"/>
                <a:ea typeface="Arial"/>
                <a:cs typeface="Arial"/>
              </a:defRPr>
            </a:lvl7pPr>
            <a:lvl8pPr>
              <a:defRPr sz="1200" b="0">
                <a:solidFill>
                  <a:srgbClr val="00539F"/>
                </a:solidFill>
                <a:latin typeface="Arial"/>
                <a:ea typeface="Arial"/>
                <a:cs typeface="Arial"/>
              </a:defRPr>
            </a:lvl8pPr>
            <a:lvl9pPr>
              <a:defRPr sz="1200" b="0">
                <a:solidFill>
                  <a:srgbClr val="00539F"/>
                </a:solidFill>
                <a:latin typeface="Arial"/>
                <a:ea typeface="Arial"/>
                <a:cs typeface="Arial"/>
              </a:defRPr>
            </a:lvl9pPr>
          </a:lstStyle>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12</a:t>
            </a:r>
          </a:p>
        </p:txBody>
      </p:sp>
      <p:pic>
        <p:nvPicPr>
          <p:cNvPr id="4" name="">
            <a:extLst xmlns:a="http://schemas.openxmlformats.org/drawingml/2006/main">
              <a:ext uri="{FF2B5EF4-FFF2-40B4-BE49-F238E27FC236}">
                <a16:creationId xmlns:a16="http://schemas.microsoft.com/office/drawing/2014/main" id="{CAF15395-7508-430D-B375-342CF8FEAC7B}"/>
              </a:ext>
            </a:extLst>
          </p:cNvPr>
          <p:cNvPicPr>
            <a:picLocks xmlns:a="http://schemas.openxmlformats.org/drawingml/2006/main" noChangeAspect="1"/>
          </p:cNvPicPr>
          <p:nvPr/>
        </p:nvPicPr>
        <p:blipFill>
          <a:blip xmlns:r="http://schemas.openxmlformats.org/officeDocument/2006/relationships" xmlns:a="http://schemas.openxmlformats.org/drawingml/2006/main" r:embed="Re3b0819ea6dd4ded"/>
          <a:stretch xmlns:a="http://schemas.openxmlformats.org/drawingml/2006/main"/>
        </p:blipFill>
        <p:spPr>
          <a:xfrm xmlns:a="http://schemas.openxmlformats.org/drawingml/2006/main">
            <a:off x="495300" y="1500188"/>
            <a:ext cx="5524500" cy="2762250"/>
          </a:xfrm>
          <a:prstGeom xmlns:a="http://schemas.openxmlformats.org/drawingml/2006/main" prst="rect">
            <a:avLst/>
          </a:prstGeom>
        </p:spPr>
      </p:pic>
      <p:sp>
        <p:nvSpPr>
          <p:cNvPr id="5" name="Pause the buildup when it makes saturation worse.&#10;&#10;Keep useful c">
            <a:extLst xmlns:a="http://schemas.openxmlformats.org/drawingml/2006/main">
              <a:ext uri="{FF2B5EF4-FFF2-40B4-BE49-F238E27FC236}">
                <a16:creationId xmlns:a16="http://schemas.microsoft.com/office/drawing/2014/main" id="{6DB47FDB-10A7-439F-9BAB-8EF7933651FF}"/>
              </a:ext>
            </a:extLst>
          </p:cNvPr>
          <p:cNvSpPr>
            <a:spLocks xmlns:a="http://schemas.openxmlformats.org/drawingml/2006/main" noGrp="1"/>
          </p:cNvSpPr>
          <p:nvPr/>
        </p:nvSpPr>
        <p:spPr>
          <a:xfrm xmlns:a="http://schemas.openxmlformats.org/drawingml/2006/main">
            <a:off x="6286500" y="1476375"/>
            <a:ext cx="236220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650" b="0">
                <a:solidFill>
                  <a:srgbClr val="17324D"/>
                </a:solidFill>
                <a:latin typeface="Arial"/>
                <a:ea typeface="Arial"/>
                <a:cs typeface="Arial"/>
              </a:defRPr>
            </a:defPPr>
            <a:lvl1pPr>
              <a:defRPr sz="1650" b="0">
                <a:solidFill>
                  <a:srgbClr val="17324D"/>
                </a:solidFill>
                <a:latin typeface="Arial"/>
                <a:ea typeface="Arial"/>
                <a:cs typeface="Arial"/>
              </a:defRPr>
            </a:lvl1pPr>
            <a:lvl2pPr>
              <a:defRPr sz="1650" b="0">
                <a:solidFill>
                  <a:srgbClr val="17324D"/>
                </a:solidFill>
                <a:latin typeface="Arial"/>
                <a:ea typeface="Arial"/>
                <a:cs typeface="Arial"/>
              </a:defRPr>
            </a:lvl2pPr>
            <a:lvl3pPr>
              <a:defRPr sz="1650" b="0">
                <a:solidFill>
                  <a:srgbClr val="17324D"/>
                </a:solidFill>
                <a:latin typeface="Arial"/>
                <a:ea typeface="Arial"/>
                <a:cs typeface="Arial"/>
              </a:defRPr>
            </a:lvl3pPr>
            <a:lvl4pPr>
              <a:defRPr sz="1650" b="0">
                <a:solidFill>
                  <a:srgbClr val="17324D"/>
                </a:solidFill>
                <a:latin typeface="Arial"/>
                <a:ea typeface="Arial"/>
                <a:cs typeface="Arial"/>
              </a:defRPr>
            </a:lvl4pPr>
            <a:lvl5pPr>
              <a:defRPr sz="1650" b="0">
                <a:solidFill>
                  <a:srgbClr val="17324D"/>
                </a:solidFill>
                <a:latin typeface="Arial"/>
                <a:ea typeface="Arial"/>
                <a:cs typeface="Arial"/>
              </a:defRPr>
            </a:lvl5pPr>
            <a:lvl6pPr>
              <a:defRPr sz="1650" b="0">
                <a:solidFill>
                  <a:srgbClr val="17324D"/>
                </a:solidFill>
                <a:latin typeface="Arial"/>
                <a:ea typeface="Arial"/>
                <a:cs typeface="Arial"/>
              </a:defRPr>
            </a:lvl6pPr>
            <a:lvl7pPr>
              <a:defRPr sz="1650" b="0">
                <a:solidFill>
                  <a:srgbClr val="17324D"/>
                </a:solidFill>
                <a:latin typeface="Arial"/>
                <a:ea typeface="Arial"/>
                <a:cs typeface="Arial"/>
              </a:defRPr>
            </a:lvl7pPr>
            <a:lvl8pPr>
              <a:defRPr sz="1650" b="0">
                <a:solidFill>
                  <a:srgbClr val="17324D"/>
                </a:solidFill>
                <a:latin typeface="Arial"/>
                <a:ea typeface="Arial"/>
                <a:cs typeface="Arial"/>
              </a:defRPr>
            </a:lvl8pPr>
            <a:lvl9pPr>
              <a:defRPr sz="1650" b="0">
                <a:solidFill>
                  <a:srgbClr val="17324D"/>
                </a:solidFill>
                <a:latin typeface="Arial"/>
                <a:ea typeface="Arial"/>
                <a:cs typeface="Arial"/>
              </a:defRPr>
            </a:lvl9pPr>
          </a:lstStyle>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Pause the buildup when it makes saturation worse.</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Keep useful correction without storing as much excess.</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Braking still takes time.</a:t>
            </a:r>
          </a:p>
        </p:txBody>
      </p:sp>
      <p:sp>
        <p:nvSpPr>
          <p:cNvPr id="6" name="Open interactive demonstration">
            <a:extLst xmlns:a="http://schemas.openxmlformats.org/drawingml/2006/main">
              <a:ext uri="{FF2B5EF4-FFF2-40B4-BE49-F238E27FC236}">
                <a16:creationId xmlns:a16="http://schemas.microsoft.com/office/drawing/2014/main" id="{3EFA5DB1-DC66-4871-A7CB-22CF3E7260F7}"/>
              </a:ext>
            </a:extLst>
          </p:cNvPr>
          <p:cNvSpPr>
            <a:spLocks xmlns:a="http://schemas.openxmlformats.org/drawingml/2006/main" noGrp="1"/>
          </p:cNvSpPr>
          <p:nvPr/>
        </p:nvSpPr>
        <p:spPr>
          <a:xfrm xmlns:a="http://schemas.openxmlformats.org/drawingml/2006/main">
            <a:off x="523875" y="4543425"/>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425" b="0">
                <a:solidFill>
                  <a:srgbClr val="00539F"/>
                </a:solidFill>
                <a:latin typeface="Arial"/>
                <a:ea typeface="Arial"/>
                <a:cs typeface="Arial"/>
              </a:defRPr>
            </a:defPPr>
            <a:lvl1pPr>
              <a:defRPr sz="1425" b="0">
                <a:solidFill>
                  <a:srgbClr val="00539F"/>
                </a:solidFill>
                <a:latin typeface="Arial"/>
                <a:ea typeface="Arial"/>
                <a:cs typeface="Arial"/>
              </a:defRPr>
            </a:lvl1pPr>
            <a:lvl2pPr>
              <a:defRPr sz="1425" b="0">
                <a:solidFill>
                  <a:srgbClr val="00539F"/>
                </a:solidFill>
                <a:latin typeface="Arial"/>
                <a:ea typeface="Arial"/>
                <a:cs typeface="Arial"/>
              </a:defRPr>
            </a:lvl2pPr>
            <a:lvl3pPr>
              <a:defRPr sz="1425" b="0">
                <a:solidFill>
                  <a:srgbClr val="00539F"/>
                </a:solidFill>
                <a:latin typeface="Arial"/>
                <a:ea typeface="Arial"/>
                <a:cs typeface="Arial"/>
              </a:defRPr>
            </a:lvl3pPr>
            <a:lvl4pPr>
              <a:defRPr sz="1425" b="0">
                <a:solidFill>
                  <a:srgbClr val="00539F"/>
                </a:solidFill>
                <a:latin typeface="Arial"/>
                <a:ea typeface="Arial"/>
                <a:cs typeface="Arial"/>
              </a:defRPr>
            </a:lvl4pPr>
            <a:lvl5pPr>
              <a:defRPr sz="1425" b="0">
                <a:solidFill>
                  <a:srgbClr val="00539F"/>
                </a:solidFill>
                <a:latin typeface="Arial"/>
                <a:ea typeface="Arial"/>
                <a:cs typeface="Arial"/>
              </a:defRPr>
            </a:lvl5pPr>
            <a:lvl6pPr>
              <a:defRPr sz="1425" b="0">
                <a:solidFill>
                  <a:srgbClr val="00539F"/>
                </a:solidFill>
                <a:latin typeface="Arial"/>
                <a:ea typeface="Arial"/>
                <a:cs typeface="Arial"/>
              </a:defRPr>
            </a:lvl6pPr>
            <a:lvl7pPr>
              <a:defRPr sz="1425" b="0">
                <a:solidFill>
                  <a:srgbClr val="00539F"/>
                </a:solidFill>
                <a:latin typeface="Arial"/>
                <a:ea typeface="Arial"/>
                <a:cs typeface="Arial"/>
              </a:defRPr>
            </a:lvl7pPr>
            <a:lvl8pPr>
              <a:defRPr sz="1425" b="0">
                <a:solidFill>
                  <a:srgbClr val="00539F"/>
                </a:solidFill>
                <a:latin typeface="Arial"/>
                <a:ea typeface="Arial"/>
                <a:cs typeface="Arial"/>
              </a:defRPr>
            </a:lvl8pPr>
            <a:lvl9pPr>
              <a:defRPr sz="1425" b="0">
                <a:solidFill>
                  <a:srgbClr val="00539F"/>
                </a:solidFill>
                <a:latin typeface="Arial"/>
                <a:ea typeface="Arial"/>
                <a:cs typeface="Arial"/>
              </a:defRPr>
            </a:lvl9pPr>
          </a:lstStyle>
          <a:p xmlns:a="http://schemas.openxmlformats.org/drawingml/2006/main">
            <a:pPr>
              <a:defRPr sz="1425" b="0">
                <a:solidFill>
                  <a:srgbClr val="00539F"/>
                </a:solidFill>
                <a:latin typeface="Arial"/>
                <a:ea typeface="Arial"/>
                <a:cs typeface="Arial"/>
              </a:defRPr>
            </a:pPr>
            <a:r>
              <a:rPr u="sng">
                <a:hlinkClick xmlns:r="http://schemas.openxmlformats.org/officeDocument/2006/relationships" r:id="Rca62dbedce6646f7"/>
              </a:rPr>
              <a:t>Open interactive demonstration</a:t>
            </a:r>
          </a:p>
        </p:txBody>
      </p:sp>
    </p:spTree>
    <p:extLst>
      <p:ext uri="{BB962C8B-B14F-4D97-AF65-F5344CB8AC3E}">
        <p14:creationId xmlns:p14="http://schemas.microsoft.com/office/powerpoint/2010/main" val="1837150629"/>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5" name="">
            <a:extLst xmlns:a="http://schemas.openxmlformats.org/drawingml/2006/main">
              <a:ext uri="{FF2B5EF4-FFF2-40B4-BE49-F238E27FC236}">
                <a16:creationId xmlns:a16="http://schemas.microsoft.com/office/drawing/2014/main" id="{C7EC95A7-2159-43B5-B103-44912CE62679}"/>
              </a:ext>
            </a:extLst>
          </p:cNvPr>
          <p:cNvPicPr>
            <a:picLocks xmlns:a="http://schemas.openxmlformats.org/drawingml/2006/main" noChangeAspect="1"/>
          </p:cNvPicPr>
          <p:nvPr/>
        </p:nvPicPr>
        <p:blipFill>
          <a:blip xmlns:r="http://schemas.openxmlformats.org/officeDocument/2006/relationships" xmlns:a="http://schemas.openxmlformats.org/drawingml/2006/main" r:embed="R05b6e2493dac4177"/>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Four ideas for following a path">
            <a:extLst xmlns:a="http://schemas.openxmlformats.org/drawingml/2006/main">
              <a:ext uri="{FF2B5EF4-FFF2-40B4-BE49-F238E27FC236}">
                <a16:creationId xmlns:a16="http://schemas.microsoft.com/office/drawing/2014/main" id="{1D6C90AD-6886-4C34-A76A-B04A34652DAC}"/>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550" b="0">
                <a:solidFill>
                  <a:srgbClr val="00A0DF"/>
                </a:solidFill>
                <a:latin typeface="Arial"/>
                <a:ea typeface="Arial"/>
                <a:cs typeface="Arial"/>
              </a:defRPr>
            </a:defPPr>
            <a:lvl1pPr>
              <a:defRPr sz="2550" b="0">
                <a:solidFill>
                  <a:srgbClr val="00A0DF"/>
                </a:solidFill>
                <a:latin typeface="Arial"/>
                <a:ea typeface="Arial"/>
                <a:cs typeface="Arial"/>
              </a:defRPr>
            </a:lvl1pPr>
            <a:lvl2pPr>
              <a:defRPr sz="2550" b="0">
                <a:solidFill>
                  <a:srgbClr val="00A0DF"/>
                </a:solidFill>
                <a:latin typeface="Arial"/>
                <a:ea typeface="Arial"/>
                <a:cs typeface="Arial"/>
              </a:defRPr>
            </a:lvl2pPr>
            <a:lvl3pPr>
              <a:defRPr sz="2550" b="0">
                <a:solidFill>
                  <a:srgbClr val="00A0DF"/>
                </a:solidFill>
                <a:latin typeface="Arial"/>
                <a:ea typeface="Arial"/>
                <a:cs typeface="Arial"/>
              </a:defRPr>
            </a:lvl3pPr>
            <a:lvl4pPr>
              <a:defRPr sz="2550" b="0">
                <a:solidFill>
                  <a:srgbClr val="00A0DF"/>
                </a:solidFill>
                <a:latin typeface="Arial"/>
                <a:ea typeface="Arial"/>
                <a:cs typeface="Arial"/>
              </a:defRPr>
            </a:lvl4pPr>
            <a:lvl5pPr>
              <a:defRPr sz="2550" b="0">
                <a:solidFill>
                  <a:srgbClr val="00A0DF"/>
                </a:solidFill>
                <a:latin typeface="Arial"/>
                <a:ea typeface="Arial"/>
                <a:cs typeface="Arial"/>
              </a:defRPr>
            </a:lvl5pPr>
            <a:lvl6pPr>
              <a:defRPr sz="2550" b="0">
                <a:solidFill>
                  <a:srgbClr val="00A0DF"/>
                </a:solidFill>
                <a:latin typeface="Arial"/>
                <a:ea typeface="Arial"/>
                <a:cs typeface="Arial"/>
              </a:defRPr>
            </a:lvl6pPr>
            <a:lvl7pPr>
              <a:defRPr sz="2550" b="0">
                <a:solidFill>
                  <a:srgbClr val="00A0DF"/>
                </a:solidFill>
                <a:latin typeface="Arial"/>
                <a:ea typeface="Arial"/>
                <a:cs typeface="Arial"/>
              </a:defRPr>
            </a:lvl7pPr>
            <a:lvl8pPr>
              <a:defRPr sz="2550" b="0">
                <a:solidFill>
                  <a:srgbClr val="00A0DF"/>
                </a:solidFill>
                <a:latin typeface="Arial"/>
                <a:ea typeface="Arial"/>
                <a:cs typeface="Arial"/>
              </a:defRPr>
            </a:lvl8pPr>
            <a:lvl9pPr>
              <a:defRPr sz="2550" b="0">
                <a:solidFill>
                  <a:srgbClr val="00A0DF"/>
                </a:solidFill>
                <a:latin typeface="Arial"/>
                <a:ea typeface="Arial"/>
                <a:cs typeface="Arial"/>
              </a:defRPr>
            </a:lvl9pPr>
          </a:lstStyle>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Four ideas for following a path</a:t>
            </a:r>
          </a:p>
        </p:txBody>
      </p:sp>
      <p:sp>
        <p:nvSpPr>
          <p:cNvPr id="3" name="13">
            <a:extLst xmlns:a="http://schemas.openxmlformats.org/drawingml/2006/main">
              <a:ext uri="{FF2B5EF4-FFF2-40B4-BE49-F238E27FC236}">
                <a16:creationId xmlns:a16="http://schemas.microsoft.com/office/drawing/2014/main" id="{2B410C26-687F-46AC-BDB0-B33BB28A9040}"/>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00539F"/>
                </a:solidFill>
                <a:latin typeface="Arial"/>
                <a:ea typeface="Arial"/>
                <a:cs typeface="Arial"/>
              </a:defRPr>
            </a:defPPr>
            <a:lvl1pPr>
              <a:defRPr sz="1200" b="0">
                <a:solidFill>
                  <a:srgbClr val="00539F"/>
                </a:solidFill>
                <a:latin typeface="Arial"/>
                <a:ea typeface="Arial"/>
                <a:cs typeface="Arial"/>
              </a:defRPr>
            </a:lvl1pPr>
            <a:lvl2pPr>
              <a:defRPr sz="1200" b="0">
                <a:solidFill>
                  <a:srgbClr val="00539F"/>
                </a:solidFill>
                <a:latin typeface="Arial"/>
                <a:ea typeface="Arial"/>
                <a:cs typeface="Arial"/>
              </a:defRPr>
            </a:lvl2pPr>
            <a:lvl3pPr>
              <a:defRPr sz="1200" b="0">
                <a:solidFill>
                  <a:srgbClr val="00539F"/>
                </a:solidFill>
                <a:latin typeface="Arial"/>
                <a:ea typeface="Arial"/>
                <a:cs typeface="Arial"/>
              </a:defRPr>
            </a:lvl3pPr>
            <a:lvl4pPr>
              <a:defRPr sz="1200" b="0">
                <a:solidFill>
                  <a:srgbClr val="00539F"/>
                </a:solidFill>
                <a:latin typeface="Arial"/>
                <a:ea typeface="Arial"/>
                <a:cs typeface="Arial"/>
              </a:defRPr>
            </a:lvl4pPr>
            <a:lvl5pPr>
              <a:defRPr sz="1200" b="0">
                <a:solidFill>
                  <a:srgbClr val="00539F"/>
                </a:solidFill>
                <a:latin typeface="Arial"/>
                <a:ea typeface="Arial"/>
                <a:cs typeface="Arial"/>
              </a:defRPr>
            </a:lvl5pPr>
            <a:lvl6pPr>
              <a:defRPr sz="1200" b="0">
                <a:solidFill>
                  <a:srgbClr val="00539F"/>
                </a:solidFill>
                <a:latin typeface="Arial"/>
                <a:ea typeface="Arial"/>
                <a:cs typeface="Arial"/>
              </a:defRPr>
            </a:lvl6pPr>
            <a:lvl7pPr>
              <a:defRPr sz="1200" b="0">
                <a:solidFill>
                  <a:srgbClr val="00539F"/>
                </a:solidFill>
                <a:latin typeface="Arial"/>
                <a:ea typeface="Arial"/>
                <a:cs typeface="Arial"/>
              </a:defRPr>
            </a:lvl7pPr>
            <a:lvl8pPr>
              <a:defRPr sz="1200" b="0">
                <a:solidFill>
                  <a:srgbClr val="00539F"/>
                </a:solidFill>
                <a:latin typeface="Arial"/>
                <a:ea typeface="Arial"/>
                <a:cs typeface="Arial"/>
              </a:defRPr>
            </a:lvl8pPr>
            <a:lvl9pPr>
              <a:defRPr sz="1200" b="0">
                <a:solidFill>
                  <a:srgbClr val="00539F"/>
                </a:solidFill>
                <a:latin typeface="Arial"/>
                <a:ea typeface="Arial"/>
                <a:cs typeface="Arial"/>
              </a:defRPr>
            </a:lvl9pPr>
          </a:lstStyle>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13</a:t>
            </a:r>
          </a:p>
        </p:txBody>
      </p:sp>
      <p:graphicFrame>
        <p:nvGraphicFramePr>
          <p:cNvPr id="4" name="">
            <a:extLst xmlns:a="http://schemas.openxmlformats.org/drawingml/2006/main">
              <a:ext uri="{FF2B5EF4-FFF2-40B4-BE49-F238E27FC236}">
                <a16:creationId xmlns:a16="http://schemas.microsoft.com/office/drawing/2014/main" id="{A005E7F9-63C2-4164-A747-4291F59BF89D}"/>
              </a:ext>
            </a:extLst>
          </p:cNvPr>
          <p:cNvGraphicFramePr/>
          <p:nvPr/>
        </p:nvGraphicFramePr>
        <p:xfrm>
          <a:off xmlns:a="http://schemas.openxmlformats.org/drawingml/2006/main" x="523875" y="1457325"/>
          <a:ext xmlns:a="http://schemas.openxmlformats.org/drawingml/2006/main" cx="8096250" cy="3048000"/>
        </p:xfrm>
        <a:graphic xmlns:a="http://schemas.openxmlformats.org/drawingml/2006/main">
          <a:graphicData uri="http://schemas.openxmlformats.org/drawingml/2006/table">
            <a:tbl>
              <a:tblPr/>
              <a:tblGrid>
                <a:gridCol w="1762125"/>
                <a:gridCol w="3000375"/>
                <a:gridCol w="3333750"/>
              </a:tblGrid>
              <a:tr h="609600">
                <a:tc>
                  <a:txBody>
                    <a:bodyPr lIns="114300" tIns="76200" rIns="114300" bIns="76200">
                      <a:noAutofit/>
                    </a:bodyPr>
                    <a:lstStyle/>
                    <a:p>
                      <a:r>
                        <a:rPr sz="1425" b="1">
                          <a:solidFill>
                            <a:srgbClr val="FFFFFF"/>
                          </a:solidFill>
                          <a:latin typeface="Arial"/>
                          <a:ea typeface="Arial"/>
                          <a:cs typeface="Arial"/>
                        </a:rPr>
                        <a:t>Controller</a:t>
                      </a:r>
                    </a:p>
                  </a:txBody>
                  <a:tcPr marL="91440" marR="91440" marT="45720" marB="45720" anchor="ctr">
                    <a:lnL w="5715">
                      <a:solidFill>
                        <a:srgbClr val="D8E4ED"/>
                      </a:solidFill>
                      <a:prstDash val="solid"/>
                    </a:lnL>
                    <a:lnR w="5715">
                      <a:solidFill>
                        <a:srgbClr val="D8E4ED"/>
                      </a:solidFill>
                      <a:prstDash val="solid"/>
                    </a:lnR>
                    <a:lnT w="5715">
                      <a:solidFill>
                        <a:srgbClr val="D8E4ED"/>
                      </a:solidFill>
                      <a:prstDash val="solid"/>
                    </a:lnT>
                    <a:lnB w="5715">
                      <a:solidFill>
                        <a:srgbClr val="D8E4ED"/>
                      </a:solidFill>
                      <a:prstDash val="solid"/>
                    </a:lnB>
                    <a:solidFill>
                      <a:srgbClr val="00539F"/>
                    </a:solidFill>
                  </a:tcPr>
                </a:tc>
                <a:tc>
                  <a:txBody>
                    <a:bodyPr lIns="114300" tIns="76200" rIns="114300" bIns="76200">
                      <a:noAutofit/>
                    </a:bodyPr>
                    <a:lstStyle/>
                    <a:p>
                      <a:r>
                        <a:rPr sz="1425" b="1">
                          <a:solidFill>
                            <a:srgbClr val="FFFFFF"/>
                          </a:solidFill>
                          <a:latin typeface="Arial"/>
                          <a:ea typeface="Arial"/>
                          <a:cs typeface="Arial"/>
                        </a:rPr>
                        <a:t>Main idea</a:t>
                      </a:r>
                    </a:p>
                  </a:txBody>
                  <a:tcPr marL="91440" marR="91440" marT="45720" marB="45720" anchor="ctr">
                    <a:lnR w="5715">
                      <a:solidFill>
                        <a:srgbClr val="D8E4ED"/>
                      </a:solidFill>
                      <a:prstDash val="solid"/>
                    </a:lnR>
                    <a:lnT w="5715">
                      <a:solidFill>
                        <a:srgbClr val="D8E4ED"/>
                      </a:solidFill>
                      <a:prstDash val="solid"/>
                    </a:lnT>
                    <a:lnB w="5715">
                      <a:solidFill>
                        <a:srgbClr val="D8E4ED"/>
                      </a:solidFill>
                      <a:prstDash val="solid"/>
                    </a:lnB>
                    <a:solidFill>
                      <a:srgbClr val="00539F"/>
                    </a:solidFill>
                  </a:tcPr>
                </a:tc>
                <a:tc>
                  <a:txBody>
                    <a:bodyPr lIns="114300" tIns="76200" rIns="114300" bIns="76200">
                      <a:noAutofit/>
                    </a:bodyPr>
                    <a:lstStyle/>
                    <a:p>
                      <a:r>
                        <a:rPr sz="1425" b="1">
                          <a:solidFill>
                            <a:srgbClr val="FFFFFF"/>
                          </a:solidFill>
                          <a:latin typeface="Arial"/>
                          <a:ea typeface="Arial"/>
                          <a:cs typeface="Arial"/>
                        </a:rPr>
                        <a:t>What to watch</a:t>
                      </a:r>
                    </a:p>
                  </a:txBody>
                  <a:tcPr marL="91440" marR="91440" marT="45720" marB="45720" anchor="ctr">
                    <a:lnR w="5715">
                      <a:solidFill>
                        <a:srgbClr val="D8E4ED"/>
                      </a:solidFill>
                      <a:prstDash val="solid"/>
                    </a:lnR>
                    <a:lnT w="5715">
                      <a:solidFill>
                        <a:srgbClr val="D8E4ED"/>
                      </a:solidFill>
                      <a:prstDash val="solid"/>
                    </a:lnT>
                    <a:lnB w="5715">
                      <a:solidFill>
                        <a:srgbClr val="D8E4ED"/>
                      </a:solidFill>
                      <a:prstDash val="solid"/>
                    </a:lnB>
                    <a:solidFill>
                      <a:srgbClr val="00539F"/>
                    </a:solidFill>
                  </a:tcPr>
                </a:tc>
              </a:tr>
              <a:tr h="609600">
                <a:tc>
                  <a:txBody>
                    <a:bodyPr lIns="114300" tIns="76200" rIns="114300" bIns="76200">
                      <a:noAutofit/>
                    </a:bodyPr>
                    <a:lstStyle/>
                    <a:p>
                      <a:r>
                        <a:rPr sz="1425" b="0">
                          <a:solidFill>
                            <a:srgbClr val="17324D"/>
                          </a:solidFill>
                          <a:latin typeface="Arial"/>
                          <a:ea typeface="Arial"/>
                          <a:cs typeface="Arial"/>
                        </a:rPr>
                        <a:t>Pure Pursuit</a:t>
                      </a:r>
                    </a:p>
                  </a:txBody>
                  <a:tcPr marL="91440" marR="91440" marT="45720" marB="45720" anchor="ctr">
                    <a:lnL w="5715">
                      <a:solidFill>
                        <a:srgbClr val="D8E4ED"/>
                      </a:solidFill>
                      <a:prstDash val="solid"/>
                    </a:lnL>
                    <a:lnR w="5715">
                      <a:solidFill>
                        <a:srgbClr val="D8E4ED"/>
                      </a:solidFill>
                      <a:prstDash val="solid"/>
                    </a:lnR>
                    <a:lnB w="5715">
                      <a:solidFill>
                        <a:srgbClr val="D8E4ED"/>
                      </a:solidFill>
                      <a:prstDash val="solid"/>
                    </a:lnB>
                    <a:solidFill>
                      <a:srgbClr val="FFFFFF"/>
                    </a:solidFill>
                  </a:tcPr>
                </a:tc>
                <a:tc>
                  <a:txBody>
                    <a:bodyPr lIns="114300" tIns="76200" rIns="114300" bIns="76200">
                      <a:noAutofit/>
                    </a:bodyPr>
                    <a:lstStyle/>
                    <a:p>
                      <a:r>
                        <a:rPr sz="1425" b="0">
                          <a:solidFill>
                            <a:srgbClr val="17324D"/>
                          </a:solidFill>
                          <a:latin typeface="Arial"/>
                          <a:ea typeface="Arial"/>
                          <a:cs typeface="Arial"/>
                        </a:rPr>
                        <a:t>Aim at a point ahead</a:t>
                      </a:r>
                    </a:p>
                  </a:txBody>
                  <a:tcPr marL="91440" marR="91440" marT="45720" marB="45720" anchor="ctr">
                    <a:lnR w="5715">
                      <a:solidFill>
                        <a:srgbClr val="D8E4ED"/>
                      </a:solidFill>
                      <a:prstDash val="solid"/>
                    </a:lnR>
                    <a:lnB w="5715">
                      <a:solidFill>
                        <a:srgbClr val="D8E4ED"/>
                      </a:solidFill>
                      <a:prstDash val="solid"/>
                    </a:lnB>
                    <a:solidFill>
                      <a:srgbClr val="FFFFFF"/>
                    </a:solidFill>
                  </a:tcPr>
                </a:tc>
                <a:tc>
                  <a:txBody>
                    <a:bodyPr lIns="114300" tIns="76200" rIns="114300" bIns="76200">
                      <a:noAutofit/>
                    </a:bodyPr>
                    <a:lstStyle/>
                    <a:p>
                      <a:r>
                        <a:rPr sz="1425" b="0">
                          <a:solidFill>
                            <a:srgbClr val="17324D"/>
                          </a:solidFill>
                          <a:latin typeface="Arial"/>
                          <a:ea typeface="Arial"/>
                          <a:cs typeface="Arial"/>
                        </a:rPr>
                        <a:t>Where the target is</a:t>
                      </a:r>
                    </a:p>
                  </a:txBody>
                  <a:tcPr marL="91440" marR="91440" marT="45720" marB="45720" anchor="ctr">
                    <a:lnR w="5715">
                      <a:solidFill>
                        <a:srgbClr val="D8E4ED"/>
                      </a:solidFill>
                      <a:prstDash val="solid"/>
                    </a:lnR>
                    <a:lnB w="5715">
                      <a:solidFill>
                        <a:srgbClr val="D8E4ED"/>
                      </a:solidFill>
                      <a:prstDash val="solid"/>
                    </a:lnB>
                    <a:solidFill>
                      <a:srgbClr val="FFFFFF"/>
                    </a:solidFill>
                  </a:tcPr>
                </a:tc>
              </a:tr>
              <a:tr h="609600">
                <a:tc>
                  <a:txBody>
                    <a:bodyPr lIns="114300" tIns="76200" rIns="114300" bIns="76200">
                      <a:noAutofit/>
                    </a:bodyPr>
                    <a:lstStyle/>
                    <a:p>
                      <a:r>
                        <a:rPr sz="1425" b="0">
                          <a:solidFill>
                            <a:srgbClr val="17324D"/>
                          </a:solidFill>
                          <a:latin typeface="Arial"/>
                          <a:ea typeface="Arial"/>
                          <a:cs typeface="Arial"/>
                        </a:rPr>
                        <a:t>Stanley</a:t>
                      </a:r>
                    </a:p>
                  </a:txBody>
                  <a:tcPr marL="91440" marR="91440" marT="45720" marB="45720" anchor="ctr">
                    <a:lnL w="5715">
                      <a:solidFill>
                        <a:srgbClr val="D8E4ED"/>
                      </a:solidFill>
                      <a:prstDash val="solid"/>
                    </a:lnL>
                    <a:lnR w="5715">
                      <a:solidFill>
                        <a:srgbClr val="D8E4ED"/>
                      </a:solidFill>
                      <a:prstDash val="solid"/>
                    </a:lnR>
                    <a:lnB w="5715">
                      <a:solidFill>
                        <a:srgbClr val="D8E4ED"/>
                      </a:solidFill>
                      <a:prstDash val="solid"/>
                    </a:lnB>
                    <a:solidFill>
                      <a:srgbClr val="F1F6FA"/>
                    </a:solidFill>
                  </a:tcPr>
                </a:tc>
                <a:tc>
                  <a:txBody>
                    <a:bodyPr lIns="114300" tIns="76200" rIns="114300" bIns="76200">
                      <a:noAutofit/>
                    </a:bodyPr>
                    <a:lstStyle/>
                    <a:p>
                      <a:r>
                        <a:rPr sz="1425" b="0">
                          <a:solidFill>
                            <a:srgbClr val="17324D"/>
                          </a:solidFill>
                          <a:latin typeface="Arial"/>
                          <a:ea typeface="Arial"/>
                          <a:cs typeface="Arial"/>
                        </a:rPr>
                        <a:t>Align and move toward the path</a:t>
                      </a:r>
                    </a:p>
                  </a:txBody>
                  <a:tcPr marL="91440" marR="91440" marT="45720" marB="45720" anchor="ctr">
                    <a:lnR w="5715">
                      <a:solidFill>
                        <a:srgbClr val="D8E4ED"/>
                      </a:solidFill>
                      <a:prstDash val="solid"/>
                    </a:lnR>
                    <a:lnB w="5715">
                      <a:solidFill>
                        <a:srgbClr val="D8E4ED"/>
                      </a:solidFill>
                      <a:prstDash val="solid"/>
                    </a:lnB>
                    <a:solidFill>
                      <a:srgbClr val="F1F6FA"/>
                    </a:solidFill>
                  </a:tcPr>
                </a:tc>
                <a:tc>
                  <a:txBody>
                    <a:bodyPr lIns="114300" tIns="76200" rIns="114300" bIns="76200">
                      <a:noAutofit/>
                    </a:bodyPr>
                    <a:lstStyle/>
                    <a:p>
                      <a:r>
                        <a:rPr sz="1425" b="0">
                          <a:solidFill>
                            <a:srgbClr val="17324D"/>
                          </a:solidFill>
                          <a:latin typeface="Arial"/>
                          <a:ea typeface="Arial"/>
                          <a:cs typeface="Arial"/>
                        </a:rPr>
                        <a:t>Heading and sideways error</a:t>
                      </a:r>
                    </a:p>
                  </a:txBody>
                  <a:tcPr marL="91440" marR="91440" marT="45720" marB="45720" anchor="ctr">
                    <a:lnR w="5715">
                      <a:solidFill>
                        <a:srgbClr val="D8E4ED"/>
                      </a:solidFill>
                      <a:prstDash val="solid"/>
                    </a:lnR>
                    <a:lnB w="5715">
                      <a:solidFill>
                        <a:srgbClr val="D8E4ED"/>
                      </a:solidFill>
                      <a:prstDash val="solid"/>
                    </a:lnB>
                    <a:solidFill>
                      <a:srgbClr val="F1F6FA"/>
                    </a:solidFill>
                  </a:tcPr>
                </a:tc>
              </a:tr>
              <a:tr h="609600">
                <a:tc>
                  <a:txBody>
                    <a:bodyPr lIns="114300" tIns="76200" rIns="114300" bIns="76200">
                      <a:noAutofit/>
                    </a:bodyPr>
                    <a:lstStyle/>
                    <a:p>
                      <a:r>
                        <a:rPr sz="1425" b="0">
                          <a:solidFill>
                            <a:srgbClr val="17324D"/>
                          </a:solidFill>
                          <a:latin typeface="Arial"/>
                          <a:ea typeface="Arial"/>
                          <a:cs typeface="Arial"/>
                        </a:rPr>
                        <a:t>LQR</a:t>
                      </a:r>
                    </a:p>
                  </a:txBody>
                  <a:tcPr marL="91440" marR="91440" marT="45720" marB="45720" anchor="ctr">
                    <a:lnL w="5715">
                      <a:solidFill>
                        <a:srgbClr val="D8E4ED"/>
                      </a:solidFill>
                      <a:prstDash val="solid"/>
                    </a:lnL>
                    <a:lnR w="5715">
                      <a:solidFill>
                        <a:srgbClr val="D8E4ED"/>
                      </a:solidFill>
                      <a:prstDash val="solid"/>
                    </a:lnR>
                    <a:lnB w="5715">
                      <a:solidFill>
                        <a:srgbClr val="D8E4ED"/>
                      </a:solidFill>
                      <a:prstDash val="solid"/>
                    </a:lnB>
                    <a:solidFill>
                      <a:srgbClr val="FFFFFF"/>
                    </a:solidFill>
                  </a:tcPr>
                </a:tc>
                <a:tc>
                  <a:txBody>
                    <a:bodyPr lIns="114300" tIns="76200" rIns="114300" bIns="76200">
                      <a:noAutofit/>
                    </a:bodyPr>
                    <a:lstStyle/>
                    <a:p>
                      <a:r>
                        <a:rPr sz="1425" b="0">
                          <a:solidFill>
                            <a:srgbClr val="17324D"/>
                          </a:solidFill>
                          <a:latin typeface="Arial"/>
                          <a:ea typeface="Arial"/>
                          <a:cs typeface="Arial"/>
                        </a:rPr>
                        <a:t>Choose model-based feedback</a:t>
                      </a:r>
                    </a:p>
                  </a:txBody>
                  <a:tcPr marL="91440" marR="91440" marT="45720" marB="45720" anchor="ctr">
                    <a:lnR w="5715">
                      <a:solidFill>
                        <a:srgbClr val="D8E4ED"/>
                      </a:solidFill>
                      <a:prstDash val="solid"/>
                    </a:lnR>
                    <a:lnB w="5715">
                      <a:solidFill>
                        <a:srgbClr val="D8E4ED"/>
                      </a:solidFill>
                      <a:prstDash val="solid"/>
                    </a:lnB>
                    <a:solidFill>
                      <a:srgbClr val="FFFFFF"/>
                    </a:solidFill>
                  </a:tcPr>
                </a:tc>
                <a:tc>
                  <a:txBody>
                    <a:bodyPr lIns="114300" tIns="76200" rIns="114300" bIns="76200">
                      <a:noAutofit/>
                    </a:bodyPr>
                    <a:lstStyle/>
                    <a:p>
                      <a:r>
                        <a:rPr sz="1425" b="0">
                          <a:solidFill>
                            <a:srgbClr val="17324D"/>
                          </a:solidFill>
                          <a:latin typeface="Arial"/>
                          <a:ea typeface="Arial"/>
                          <a:cs typeface="Arial"/>
                        </a:rPr>
                        <a:t>Tracking versus steering effort</a:t>
                      </a:r>
                    </a:p>
                  </a:txBody>
                  <a:tcPr marL="91440" marR="91440" marT="45720" marB="45720" anchor="ctr">
                    <a:lnR w="5715">
                      <a:solidFill>
                        <a:srgbClr val="D8E4ED"/>
                      </a:solidFill>
                      <a:prstDash val="solid"/>
                    </a:lnR>
                    <a:lnB w="5715">
                      <a:solidFill>
                        <a:srgbClr val="D8E4ED"/>
                      </a:solidFill>
                      <a:prstDash val="solid"/>
                    </a:lnB>
                    <a:solidFill>
                      <a:srgbClr val="FFFFFF"/>
                    </a:solidFill>
                  </a:tcPr>
                </a:tc>
              </a:tr>
              <a:tr h="609600">
                <a:tc>
                  <a:txBody>
                    <a:bodyPr lIns="114300" tIns="76200" rIns="114300" bIns="76200">
                      <a:noAutofit/>
                    </a:bodyPr>
                    <a:lstStyle/>
                    <a:p>
                      <a:r>
                        <a:rPr sz="1425" b="0">
                          <a:solidFill>
                            <a:srgbClr val="17324D"/>
                          </a:solidFill>
                          <a:latin typeface="Arial"/>
                          <a:ea typeface="Arial"/>
                          <a:cs typeface="Arial"/>
                        </a:rPr>
                        <a:t>MPC</a:t>
                      </a:r>
                    </a:p>
                  </a:txBody>
                  <a:tcPr marL="91440" marR="91440" marT="45720" marB="45720" anchor="ctr">
                    <a:lnL w="5715">
                      <a:solidFill>
                        <a:srgbClr val="D8E4ED"/>
                      </a:solidFill>
                      <a:prstDash val="solid"/>
                    </a:lnL>
                    <a:lnR w="5715">
                      <a:solidFill>
                        <a:srgbClr val="D8E4ED"/>
                      </a:solidFill>
                      <a:prstDash val="solid"/>
                    </a:lnR>
                    <a:lnB w="5715">
                      <a:solidFill>
                        <a:srgbClr val="D8E4ED"/>
                      </a:solidFill>
                      <a:prstDash val="solid"/>
                    </a:lnB>
                    <a:solidFill>
                      <a:srgbClr val="F1F6FA"/>
                    </a:solidFill>
                  </a:tcPr>
                </a:tc>
                <a:tc>
                  <a:txBody>
                    <a:bodyPr lIns="114300" tIns="76200" rIns="114300" bIns="76200">
                      <a:noAutofit/>
                    </a:bodyPr>
                    <a:lstStyle/>
                    <a:p>
                      <a:r>
                        <a:rPr sz="1425" b="0">
                          <a:solidFill>
                            <a:srgbClr val="17324D"/>
                          </a:solidFill>
                          <a:latin typeface="Arial"/>
                          <a:ea typeface="Arial"/>
                          <a:cs typeface="Arial"/>
                        </a:rPr>
                        <a:t>Plan ahead, then replan</a:t>
                      </a:r>
                    </a:p>
                  </a:txBody>
                  <a:tcPr marL="91440" marR="91440" marT="45720" marB="45720" anchor="ctr">
                    <a:lnR w="5715">
                      <a:solidFill>
                        <a:srgbClr val="D8E4ED"/>
                      </a:solidFill>
                      <a:prstDash val="solid"/>
                    </a:lnR>
                    <a:lnB w="5715">
                      <a:solidFill>
                        <a:srgbClr val="D8E4ED"/>
                      </a:solidFill>
                      <a:prstDash val="solid"/>
                    </a:lnB>
                    <a:solidFill>
                      <a:srgbClr val="F1F6FA"/>
                    </a:solidFill>
                  </a:tcPr>
                </a:tc>
                <a:tc>
                  <a:txBody>
                    <a:bodyPr lIns="114300" tIns="76200" rIns="114300" bIns="76200">
                      <a:noAutofit/>
                    </a:bodyPr>
                    <a:lstStyle/>
                    <a:p>
                      <a:r>
                        <a:rPr sz="1425" b="0">
                          <a:solidFill>
                            <a:srgbClr val="17324D"/>
                          </a:solidFill>
                          <a:latin typeface="Arial"/>
                          <a:ea typeface="Arial"/>
                          <a:cs typeface="Arial"/>
                        </a:rPr>
                        <a:t>Prediction and physical limits</a:t>
                      </a:r>
                    </a:p>
                  </a:txBody>
                  <a:tcPr marL="91440" marR="91440" marT="45720" marB="45720" anchor="ctr">
                    <a:lnR w="5715">
                      <a:solidFill>
                        <a:srgbClr val="D8E4ED"/>
                      </a:solidFill>
                      <a:prstDash val="solid"/>
                    </a:lnR>
                    <a:lnB w="5715">
                      <a:solidFill>
                        <a:srgbClr val="D8E4ED"/>
                      </a:solidFill>
                      <a:prstDash val="solid"/>
                    </a:lnB>
                    <a:solidFill>
                      <a:srgbClr val="F1F6FA"/>
                    </a:solidFill>
                  </a:tcPr>
                </a:tc>
              </a:tr>
            </a:tbl>
          </a:graphicData>
        </a:graphic>
      </p:graphicFrame>
    </p:spTree>
    <p:extLst>
      <p:ext uri="{BB962C8B-B14F-4D97-AF65-F5344CB8AC3E}">
        <p14:creationId xmlns:p14="http://schemas.microsoft.com/office/powerpoint/2010/main" val="475777041"/>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D1E033BD-072D-40D6-A74C-FD64EF5CC565}"/>
              </a:ext>
            </a:extLst>
          </p:cNvPr>
          <p:cNvPicPr>
            <a:picLocks xmlns:a="http://schemas.openxmlformats.org/drawingml/2006/main" noChangeAspect="1"/>
          </p:cNvPicPr>
          <p:nvPr/>
        </p:nvPicPr>
        <p:blipFill>
          <a:blip xmlns:r="http://schemas.openxmlformats.org/officeDocument/2006/relationships" xmlns:a="http://schemas.openxmlformats.org/drawingml/2006/main" r:embed="R18b4260c1458411e"/>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Pure Pursuit: follow a point ahead">
            <a:extLst xmlns:a="http://schemas.openxmlformats.org/drawingml/2006/main">
              <a:ext uri="{FF2B5EF4-FFF2-40B4-BE49-F238E27FC236}">
                <a16:creationId xmlns:a16="http://schemas.microsoft.com/office/drawing/2014/main" id="{2D52B230-3301-4DC2-B492-89D1893389EF}"/>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550" b="0">
                <a:solidFill>
                  <a:srgbClr val="00A0DF"/>
                </a:solidFill>
                <a:latin typeface="Arial"/>
                <a:ea typeface="Arial"/>
                <a:cs typeface="Arial"/>
              </a:defRPr>
            </a:defPPr>
            <a:lvl1pPr>
              <a:defRPr sz="2550" b="0">
                <a:solidFill>
                  <a:srgbClr val="00A0DF"/>
                </a:solidFill>
                <a:latin typeface="Arial"/>
                <a:ea typeface="Arial"/>
                <a:cs typeface="Arial"/>
              </a:defRPr>
            </a:lvl1pPr>
            <a:lvl2pPr>
              <a:defRPr sz="2550" b="0">
                <a:solidFill>
                  <a:srgbClr val="00A0DF"/>
                </a:solidFill>
                <a:latin typeface="Arial"/>
                <a:ea typeface="Arial"/>
                <a:cs typeface="Arial"/>
              </a:defRPr>
            </a:lvl2pPr>
            <a:lvl3pPr>
              <a:defRPr sz="2550" b="0">
                <a:solidFill>
                  <a:srgbClr val="00A0DF"/>
                </a:solidFill>
                <a:latin typeface="Arial"/>
                <a:ea typeface="Arial"/>
                <a:cs typeface="Arial"/>
              </a:defRPr>
            </a:lvl3pPr>
            <a:lvl4pPr>
              <a:defRPr sz="2550" b="0">
                <a:solidFill>
                  <a:srgbClr val="00A0DF"/>
                </a:solidFill>
                <a:latin typeface="Arial"/>
                <a:ea typeface="Arial"/>
                <a:cs typeface="Arial"/>
              </a:defRPr>
            </a:lvl4pPr>
            <a:lvl5pPr>
              <a:defRPr sz="2550" b="0">
                <a:solidFill>
                  <a:srgbClr val="00A0DF"/>
                </a:solidFill>
                <a:latin typeface="Arial"/>
                <a:ea typeface="Arial"/>
                <a:cs typeface="Arial"/>
              </a:defRPr>
            </a:lvl5pPr>
            <a:lvl6pPr>
              <a:defRPr sz="2550" b="0">
                <a:solidFill>
                  <a:srgbClr val="00A0DF"/>
                </a:solidFill>
                <a:latin typeface="Arial"/>
                <a:ea typeface="Arial"/>
                <a:cs typeface="Arial"/>
              </a:defRPr>
            </a:lvl6pPr>
            <a:lvl7pPr>
              <a:defRPr sz="2550" b="0">
                <a:solidFill>
                  <a:srgbClr val="00A0DF"/>
                </a:solidFill>
                <a:latin typeface="Arial"/>
                <a:ea typeface="Arial"/>
                <a:cs typeface="Arial"/>
              </a:defRPr>
            </a:lvl7pPr>
            <a:lvl8pPr>
              <a:defRPr sz="2550" b="0">
                <a:solidFill>
                  <a:srgbClr val="00A0DF"/>
                </a:solidFill>
                <a:latin typeface="Arial"/>
                <a:ea typeface="Arial"/>
                <a:cs typeface="Arial"/>
              </a:defRPr>
            </a:lvl8pPr>
            <a:lvl9pPr>
              <a:defRPr sz="2550" b="0">
                <a:solidFill>
                  <a:srgbClr val="00A0DF"/>
                </a:solidFill>
                <a:latin typeface="Arial"/>
                <a:ea typeface="Arial"/>
                <a:cs typeface="Arial"/>
              </a:defRPr>
            </a:lvl9pPr>
          </a:lstStyle>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Pure Pursuit: follow a point ahead</a:t>
            </a:r>
          </a:p>
        </p:txBody>
      </p:sp>
      <p:sp>
        <p:nvSpPr>
          <p:cNvPr id="3" name="14">
            <a:extLst xmlns:a="http://schemas.openxmlformats.org/drawingml/2006/main">
              <a:ext uri="{FF2B5EF4-FFF2-40B4-BE49-F238E27FC236}">
                <a16:creationId xmlns:a16="http://schemas.microsoft.com/office/drawing/2014/main" id="{6274F91F-CE67-4488-9819-A88EC24F275C}"/>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00539F"/>
                </a:solidFill>
                <a:latin typeface="Arial"/>
                <a:ea typeface="Arial"/>
                <a:cs typeface="Arial"/>
              </a:defRPr>
            </a:defPPr>
            <a:lvl1pPr>
              <a:defRPr sz="1200" b="0">
                <a:solidFill>
                  <a:srgbClr val="00539F"/>
                </a:solidFill>
                <a:latin typeface="Arial"/>
                <a:ea typeface="Arial"/>
                <a:cs typeface="Arial"/>
              </a:defRPr>
            </a:lvl1pPr>
            <a:lvl2pPr>
              <a:defRPr sz="1200" b="0">
                <a:solidFill>
                  <a:srgbClr val="00539F"/>
                </a:solidFill>
                <a:latin typeface="Arial"/>
                <a:ea typeface="Arial"/>
                <a:cs typeface="Arial"/>
              </a:defRPr>
            </a:lvl2pPr>
            <a:lvl3pPr>
              <a:defRPr sz="1200" b="0">
                <a:solidFill>
                  <a:srgbClr val="00539F"/>
                </a:solidFill>
                <a:latin typeface="Arial"/>
                <a:ea typeface="Arial"/>
                <a:cs typeface="Arial"/>
              </a:defRPr>
            </a:lvl3pPr>
            <a:lvl4pPr>
              <a:defRPr sz="1200" b="0">
                <a:solidFill>
                  <a:srgbClr val="00539F"/>
                </a:solidFill>
                <a:latin typeface="Arial"/>
                <a:ea typeface="Arial"/>
                <a:cs typeface="Arial"/>
              </a:defRPr>
            </a:lvl4pPr>
            <a:lvl5pPr>
              <a:defRPr sz="1200" b="0">
                <a:solidFill>
                  <a:srgbClr val="00539F"/>
                </a:solidFill>
                <a:latin typeface="Arial"/>
                <a:ea typeface="Arial"/>
                <a:cs typeface="Arial"/>
              </a:defRPr>
            </a:lvl5pPr>
            <a:lvl6pPr>
              <a:defRPr sz="1200" b="0">
                <a:solidFill>
                  <a:srgbClr val="00539F"/>
                </a:solidFill>
                <a:latin typeface="Arial"/>
                <a:ea typeface="Arial"/>
                <a:cs typeface="Arial"/>
              </a:defRPr>
            </a:lvl6pPr>
            <a:lvl7pPr>
              <a:defRPr sz="1200" b="0">
                <a:solidFill>
                  <a:srgbClr val="00539F"/>
                </a:solidFill>
                <a:latin typeface="Arial"/>
                <a:ea typeface="Arial"/>
                <a:cs typeface="Arial"/>
              </a:defRPr>
            </a:lvl7pPr>
            <a:lvl8pPr>
              <a:defRPr sz="1200" b="0">
                <a:solidFill>
                  <a:srgbClr val="00539F"/>
                </a:solidFill>
                <a:latin typeface="Arial"/>
                <a:ea typeface="Arial"/>
                <a:cs typeface="Arial"/>
              </a:defRPr>
            </a:lvl8pPr>
            <a:lvl9pPr>
              <a:defRPr sz="1200" b="0">
                <a:solidFill>
                  <a:srgbClr val="00539F"/>
                </a:solidFill>
                <a:latin typeface="Arial"/>
                <a:ea typeface="Arial"/>
                <a:cs typeface="Arial"/>
              </a:defRPr>
            </a:lvl9pPr>
          </a:lstStyle>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14</a:t>
            </a:r>
          </a:p>
        </p:txBody>
      </p:sp>
      <p:pic>
        <p:nvPicPr>
          <p:cNvPr id="4" name="">
            <a:extLst xmlns:a="http://schemas.openxmlformats.org/drawingml/2006/main">
              <a:ext uri="{FF2B5EF4-FFF2-40B4-BE49-F238E27FC236}">
                <a16:creationId xmlns:a16="http://schemas.microsoft.com/office/drawing/2014/main" id="{B8077198-3B21-4A46-A310-2694E5913ED3}"/>
              </a:ext>
            </a:extLst>
          </p:cNvPr>
          <p:cNvPicPr>
            <a:picLocks xmlns:a="http://schemas.openxmlformats.org/drawingml/2006/main" noChangeAspect="1"/>
          </p:cNvPicPr>
          <p:nvPr/>
        </p:nvPicPr>
        <p:blipFill>
          <a:blip xmlns:r="http://schemas.openxmlformats.org/officeDocument/2006/relationships" xmlns:a="http://schemas.openxmlformats.org/drawingml/2006/main" r:embed="Rf4fa8db58db14a81"/>
          <a:stretch xmlns:a="http://schemas.openxmlformats.org/drawingml/2006/main"/>
        </p:blipFill>
        <p:spPr>
          <a:xfrm xmlns:a="http://schemas.openxmlformats.org/drawingml/2006/main">
            <a:off x="495300" y="1500188"/>
            <a:ext cx="5524500" cy="2762250"/>
          </a:xfrm>
          <a:prstGeom xmlns:a="http://schemas.openxmlformats.org/drawingml/2006/main" prst="rect">
            <a:avLst/>
          </a:prstGeom>
        </p:spPr>
      </p:pic>
      <p:sp>
        <p:nvSpPr>
          <p:cNvPr id="5" name="Pick a target farther along the path.&#10;&#10;Turn toward that target.&#10;">
            <a:extLst xmlns:a="http://schemas.openxmlformats.org/drawingml/2006/main">
              <a:ext uri="{FF2B5EF4-FFF2-40B4-BE49-F238E27FC236}">
                <a16:creationId xmlns:a16="http://schemas.microsoft.com/office/drawing/2014/main" id="{307FB714-5A0C-45D8-85A5-94311E1949F0}"/>
              </a:ext>
            </a:extLst>
          </p:cNvPr>
          <p:cNvSpPr>
            <a:spLocks xmlns:a="http://schemas.openxmlformats.org/drawingml/2006/main" noGrp="1"/>
          </p:cNvSpPr>
          <p:nvPr/>
        </p:nvSpPr>
        <p:spPr>
          <a:xfrm xmlns:a="http://schemas.openxmlformats.org/drawingml/2006/main">
            <a:off x="6286500" y="1476375"/>
            <a:ext cx="236220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650" b="0">
                <a:solidFill>
                  <a:srgbClr val="17324D"/>
                </a:solidFill>
                <a:latin typeface="Arial"/>
                <a:ea typeface="Arial"/>
                <a:cs typeface="Arial"/>
              </a:defRPr>
            </a:defPPr>
            <a:lvl1pPr>
              <a:defRPr sz="1650" b="0">
                <a:solidFill>
                  <a:srgbClr val="17324D"/>
                </a:solidFill>
                <a:latin typeface="Arial"/>
                <a:ea typeface="Arial"/>
                <a:cs typeface="Arial"/>
              </a:defRPr>
            </a:lvl1pPr>
            <a:lvl2pPr>
              <a:defRPr sz="1650" b="0">
                <a:solidFill>
                  <a:srgbClr val="17324D"/>
                </a:solidFill>
                <a:latin typeface="Arial"/>
                <a:ea typeface="Arial"/>
                <a:cs typeface="Arial"/>
              </a:defRPr>
            </a:lvl2pPr>
            <a:lvl3pPr>
              <a:defRPr sz="1650" b="0">
                <a:solidFill>
                  <a:srgbClr val="17324D"/>
                </a:solidFill>
                <a:latin typeface="Arial"/>
                <a:ea typeface="Arial"/>
                <a:cs typeface="Arial"/>
              </a:defRPr>
            </a:lvl3pPr>
            <a:lvl4pPr>
              <a:defRPr sz="1650" b="0">
                <a:solidFill>
                  <a:srgbClr val="17324D"/>
                </a:solidFill>
                <a:latin typeface="Arial"/>
                <a:ea typeface="Arial"/>
                <a:cs typeface="Arial"/>
              </a:defRPr>
            </a:lvl4pPr>
            <a:lvl5pPr>
              <a:defRPr sz="1650" b="0">
                <a:solidFill>
                  <a:srgbClr val="17324D"/>
                </a:solidFill>
                <a:latin typeface="Arial"/>
                <a:ea typeface="Arial"/>
                <a:cs typeface="Arial"/>
              </a:defRPr>
            </a:lvl5pPr>
            <a:lvl6pPr>
              <a:defRPr sz="1650" b="0">
                <a:solidFill>
                  <a:srgbClr val="17324D"/>
                </a:solidFill>
                <a:latin typeface="Arial"/>
                <a:ea typeface="Arial"/>
                <a:cs typeface="Arial"/>
              </a:defRPr>
            </a:lvl6pPr>
            <a:lvl7pPr>
              <a:defRPr sz="1650" b="0">
                <a:solidFill>
                  <a:srgbClr val="17324D"/>
                </a:solidFill>
                <a:latin typeface="Arial"/>
                <a:ea typeface="Arial"/>
                <a:cs typeface="Arial"/>
              </a:defRPr>
            </a:lvl7pPr>
            <a:lvl8pPr>
              <a:defRPr sz="1650" b="0">
                <a:solidFill>
                  <a:srgbClr val="17324D"/>
                </a:solidFill>
                <a:latin typeface="Arial"/>
                <a:ea typeface="Arial"/>
                <a:cs typeface="Arial"/>
              </a:defRPr>
            </a:lvl8pPr>
            <a:lvl9pPr>
              <a:defRPr sz="1650" b="0">
                <a:solidFill>
                  <a:srgbClr val="17324D"/>
                </a:solidFill>
                <a:latin typeface="Arial"/>
                <a:ea typeface="Arial"/>
                <a:cs typeface="Arial"/>
              </a:defRPr>
            </a:lvl9pPr>
          </a:lstStyle>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Pick a target farther along the path.</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Turn toward that target.</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Move forward and pick the next target.</a:t>
            </a:r>
          </a:p>
        </p:txBody>
      </p:sp>
      <p:sp>
        <p:nvSpPr>
          <p:cNvPr id="6" name="Open interactive demonstration">
            <a:extLst xmlns:a="http://schemas.openxmlformats.org/drawingml/2006/main">
              <a:ext uri="{FF2B5EF4-FFF2-40B4-BE49-F238E27FC236}">
                <a16:creationId xmlns:a16="http://schemas.microsoft.com/office/drawing/2014/main" id="{5C23BB11-0A8C-424A-9D93-8234E8F5CD1E}"/>
              </a:ext>
            </a:extLst>
          </p:cNvPr>
          <p:cNvSpPr>
            <a:spLocks xmlns:a="http://schemas.openxmlformats.org/drawingml/2006/main" noGrp="1"/>
          </p:cNvSpPr>
          <p:nvPr/>
        </p:nvSpPr>
        <p:spPr>
          <a:xfrm xmlns:a="http://schemas.openxmlformats.org/drawingml/2006/main">
            <a:off x="523875" y="4543425"/>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425" b="0">
                <a:solidFill>
                  <a:srgbClr val="00539F"/>
                </a:solidFill>
                <a:latin typeface="Arial"/>
                <a:ea typeface="Arial"/>
                <a:cs typeface="Arial"/>
              </a:defRPr>
            </a:defPPr>
            <a:lvl1pPr>
              <a:defRPr sz="1425" b="0">
                <a:solidFill>
                  <a:srgbClr val="00539F"/>
                </a:solidFill>
                <a:latin typeface="Arial"/>
                <a:ea typeface="Arial"/>
                <a:cs typeface="Arial"/>
              </a:defRPr>
            </a:lvl1pPr>
            <a:lvl2pPr>
              <a:defRPr sz="1425" b="0">
                <a:solidFill>
                  <a:srgbClr val="00539F"/>
                </a:solidFill>
                <a:latin typeface="Arial"/>
                <a:ea typeface="Arial"/>
                <a:cs typeface="Arial"/>
              </a:defRPr>
            </a:lvl2pPr>
            <a:lvl3pPr>
              <a:defRPr sz="1425" b="0">
                <a:solidFill>
                  <a:srgbClr val="00539F"/>
                </a:solidFill>
                <a:latin typeface="Arial"/>
                <a:ea typeface="Arial"/>
                <a:cs typeface="Arial"/>
              </a:defRPr>
            </a:lvl3pPr>
            <a:lvl4pPr>
              <a:defRPr sz="1425" b="0">
                <a:solidFill>
                  <a:srgbClr val="00539F"/>
                </a:solidFill>
                <a:latin typeface="Arial"/>
                <a:ea typeface="Arial"/>
                <a:cs typeface="Arial"/>
              </a:defRPr>
            </a:lvl4pPr>
            <a:lvl5pPr>
              <a:defRPr sz="1425" b="0">
                <a:solidFill>
                  <a:srgbClr val="00539F"/>
                </a:solidFill>
                <a:latin typeface="Arial"/>
                <a:ea typeface="Arial"/>
                <a:cs typeface="Arial"/>
              </a:defRPr>
            </a:lvl5pPr>
            <a:lvl6pPr>
              <a:defRPr sz="1425" b="0">
                <a:solidFill>
                  <a:srgbClr val="00539F"/>
                </a:solidFill>
                <a:latin typeface="Arial"/>
                <a:ea typeface="Arial"/>
                <a:cs typeface="Arial"/>
              </a:defRPr>
            </a:lvl6pPr>
            <a:lvl7pPr>
              <a:defRPr sz="1425" b="0">
                <a:solidFill>
                  <a:srgbClr val="00539F"/>
                </a:solidFill>
                <a:latin typeface="Arial"/>
                <a:ea typeface="Arial"/>
                <a:cs typeface="Arial"/>
              </a:defRPr>
            </a:lvl7pPr>
            <a:lvl8pPr>
              <a:defRPr sz="1425" b="0">
                <a:solidFill>
                  <a:srgbClr val="00539F"/>
                </a:solidFill>
                <a:latin typeface="Arial"/>
                <a:ea typeface="Arial"/>
                <a:cs typeface="Arial"/>
              </a:defRPr>
            </a:lvl8pPr>
            <a:lvl9pPr>
              <a:defRPr sz="1425" b="0">
                <a:solidFill>
                  <a:srgbClr val="00539F"/>
                </a:solidFill>
                <a:latin typeface="Arial"/>
                <a:ea typeface="Arial"/>
                <a:cs typeface="Arial"/>
              </a:defRPr>
            </a:lvl9pPr>
          </a:lstStyle>
          <a:p xmlns:a="http://schemas.openxmlformats.org/drawingml/2006/main">
            <a:pPr>
              <a:defRPr sz="1425" b="0">
                <a:solidFill>
                  <a:srgbClr val="00539F"/>
                </a:solidFill>
                <a:latin typeface="Arial"/>
                <a:ea typeface="Arial"/>
                <a:cs typeface="Arial"/>
              </a:defRPr>
            </a:pPr>
            <a:r>
              <a:rPr u="sng">
                <a:hlinkClick xmlns:r="http://schemas.openxmlformats.org/officeDocument/2006/relationships" r:id="R77bf937e9ea34894"/>
              </a:rPr>
              <a:t>Open interactive demonstration</a:t>
            </a:r>
          </a:p>
        </p:txBody>
      </p:sp>
    </p:spTree>
    <p:extLst>
      <p:ext uri="{BB962C8B-B14F-4D97-AF65-F5344CB8AC3E}">
        <p14:creationId xmlns:p14="http://schemas.microsoft.com/office/powerpoint/2010/main" val="240417279"/>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6" name="">
            <a:extLst xmlns:a="http://schemas.openxmlformats.org/drawingml/2006/main">
              <a:ext uri="{FF2B5EF4-FFF2-40B4-BE49-F238E27FC236}">
                <a16:creationId xmlns:a16="http://schemas.microsoft.com/office/drawing/2014/main" id="{94A5EFD1-14DA-4C3C-B757-3E8028036ACD}"/>
              </a:ext>
            </a:extLst>
          </p:cNvPr>
          <p:cNvPicPr>
            <a:picLocks xmlns:a="http://schemas.openxmlformats.org/drawingml/2006/main" noChangeAspect="1"/>
          </p:cNvPicPr>
          <p:nvPr/>
        </p:nvPicPr>
        <p:blipFill>
          <a:blip xmlns:r="http://schemas.openxmlformats.org/officeDocument/2006/relationships" xmlns:a="http://schemas.openxmlformats.org/drawingml/2006/main" r:embed="R3cafbfe676864af9"/>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Watch: near target or far target?">
            <a:extLst xmlns:a="http://schemas.openxmlformats.org/drawingml/2006/main">
              <a:ext uri="{FF2B5EF4-FFF2-40B4-BE49-F238E27FC236}">
                <a16:creationId xmlns:a16="http://schemas.microsoft.com/office/drawing/2014/main" id="{7FBC4A45-AA62-4C27-9787-720FC3751A9B}"/>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550" b="0">
                <a:solidFill>
                  <a:srgbClr val="00A0DF"/>
                </a:solidFill>
                <a:latin typeface="Arial"/>
                <a:ea typeface="Arial"/>
                <a:cs typeface="Arial"/>
              </a:defRPr>
            </a:defPPr>
            <a:lvl1pPr>
              <a:defRPr sz="2550" b="0">
                <a:solidFill>
                  <a:srgbClr val="00A0DF"/>
                </a:solidFill>
                <a:latin typeface="Arial"/>
                <a:ea typeface="Arial"/>
                <a:cs typeface="Arial"/>
              </a:defRPr>
            </a:lvl1pPr>
            <a:lvl2pPr>
              <a:defRPr sz="2550" b="0">
                <a:solidFill>
                  <a:srgbClr val="00A0DF"/>
                </a:solidFill>
                <a:latin typeface="Arial"/>
                <a:ea typeface="Arial"/>
                <a:cs typeface="Arial"/>
              </a:defRPr>
            </a:lvl2pPr>
            <a:lvl3pPr>
              <a:defRPr sz="2550" b="0">
                <a:solidFill>
                  <a:srgbClr val="00A0DF"/>
                </a:solidFill>
                <a:latin typeface="Arial"/>
                <a:ea typeface="Arial"/>
                <a:cs typeface="Arial"/>
              </a:defRPr>
            </a:lvl3pPr>
            <a:lvl4pPr>
              <a:defRPr sz="2550" b="0">
                <a:solidFill>
                  <a:srgbClr val="00A0DF"/>
                </a:solidFill>
                <a:latin typeface="Arial"/>
                <a:ea typeface="Arial"/>
                <a:cs typeface="Arial"/>
              </a:defRPr>
            </a:lvl4pPr>
            <a:lvl5pPr>
              <a:defRPr sz="2550" b="0">
                <a:solidFill>
                  <a:srgbClr val="00A0DF"/>
                </a:solidFill>
                <a:latin typeface="Arial"/>
                <a:ea typeface="Arial"/>
                <a:cs typeface="Arial"/>
              </a:defRPr>
            </a:lvl5pPr>
            <a:lvl6pPr>
              <a:defRPr sz="2550" b="0">
                <a:solidFill>
                  <a:srgbClr val="00A0DF"/>
                </a:solidFill>
                <a:latin typeface="Arial"/>
                <a:ea typeface="Arial"/>
                <a:cs typeface="Arial"/>
              </a:defRPr>
            </a:lvl6pPr>
            <a:lvl7pPr>
              <a:defRPr sz="2550" b="0">
                <a:solidFill>
                  <a:srgbClr val="00A0DF"/>
                </a:solidFill>
                <a:latin typeface="Arial"/>
                <a:ea typeface="Arial"/>
                <a:cs typeface="Arial"/>
              </a:defRPr>
            </a:lvl7pPr>
            <a:lvl8pPr>
              <a:defRPr sz="2550" b="0">
                <a:solidFill>
                  <a:srgbClr val="00A0DF"/>
                </a:solidFill>
                <a:latin typeface="Arial"/>
                <a:ea typeface="Arial"/>
                <a:cs typeface="Arial"/>
              </a:defRPr>
            </a:lvl8pPr>
            <a:lvl9pPr>
              <a:defRPr sz="2550" b="0">
                <a:solidFill>
                  <a:srgbClr val="00A0DF"/>
                </a:solidFill>
                <a:latin typeface="Arial"/>
                <a:ea typeface="Arial"/>
                <a:cs typeface="Arial"/>
              </a:defRPr>
            </a:lvl9pPr>
          </a:lstStyle>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Watch: near target or far target?</a:t>
            </a:r>
          </a:p>
        </p:txBody>
      </p:sp>
      <p:sp>
        <p:nvSpPr>
          <p:cNvPr id="3" name="15">
            <a:extLst xmlns:a="http://schemas.openxmlformats.org/drawingml/2006/main">
              <a:ext uri="{FF2B5EF4-FFF2-40B4-BE49-F238E27FC236}">
                <a16:creationId xmlns:a16="http://schemas.microsoft.com/office/drawing/2014/main" id="{24E71943-4D84-45B6-B0F7-67C63F2713B8}"/>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00539F"/>
                </a:solidFill>
                <a:latin typeface="Arial"/>
                <a:ea typeface="Arial"/>
                <a:cs typeface="Arial"/>
              </a:defRPr>
            </a:defPPr>
            <a:lvl1pPr>
              <a:defRPr sz="1200" b="0">
                <a:solidFill>
                  <a:srgbClr val="00539F"/>
                </a:solidFill>
                <a:latin typeface="Arial"/>
                <a:ea typeface="Arial"/>
                <a:cs typeface="Arial"/>
              </a:defRPr>
            </a:lvl1pPr>
            <a:lvl2pPr>
              <a:defRPr sz="1200" b="0">
                <a:solidFill>
                  <a:srgbClr val="00539F"/>
                </a:solidFill>
                <a:latin typeface="Arial"/>
                <a:ea typeface="Arial"/>
                <a:cs typeface="Arial"/>
              </a:defRPr>
            </a:lvl2pPr>
            <a:lvl3pPr>
              <a:defRPr sz="1200" b="0">
                <a:solidFill>
                  <a:srgbClr val="00539F"/>
                </a:solidFill>
                <a:latin typeface="Arial"/>
                <a:ea typeface="Arial"/>
                <a:cs typeface="Arial"/>
              </a:defRPr>
            </a:lvl3pPr>
            <a:lvl4pPr>
              <a:defRPr sz="1200" b="0">
                <a:solidFill>
                  <a:srgbClr val="00539F"/>
                </a:solidFill>
                <a:latin typeface="Arial"/>
                <a:ea typeface="Arial"/>
                <a:cs typeface="Arial"/>
              </a:defRPr>
            </a:lvl4pPr>
            <a:lvl5pPr>
              <a:defRPr sz="1200" b="0">
                <a:solidFill>
                  <a:srgbClr val="00539F"/>
                </a:solidFill>
                <a:latin typeface="Arial"/>
                <a:ea typeface="Arial"/>
                <a:cs typeface="Arial"/>
              </a:defRPr>
            </a:lvl5pPr>
            <a:lvl6pPr>
              <a:defRPr sz="1200" b="0">
                <a:solidFill>
                  <a:srgbClr val="00539F"/>
                </a:solidFill>
                <a:latin typeface="Arial"/>
                <a:ea typeface="Arial"/>
                <a:cs typeface="Arial"/>
              </a:defRPr>
            </a:lvl6pPr>
            <a:lvl7pPr>
              <a:defRPr sz="1200" b="0">
                <a:solidFill>
                  <a:srgbClr val="00539F"/>
                </a:solidFill>
                <a:latin typeface="Arial"/>
                <a:ea typeface="Arial"/>
                <a:cs typeface="Arial"/>
              </a:defRPr>
            </a:lvl7pPr>
            <a:lvl8pPr>
              <a:defRPr sz="1200" b="0">
                <a:solidFill>
                  <a:srgbClr val="00539F"/>
                </a:solidFill>
                <a:latin typeface="Arial"/>
                <a:ea typeface="Arial"/>
                <a:cs typeface="Arial"/>
              </a:defRPr>
            </a:lvl8pPr>
            <a:lvl9pPr>
              <a:defRPr sz="1200" b="0">
                <a:solidFill>
                  <a:srgbClr val="00539F"/>
                </a:solidFill>
                <a:latin typeface="Arial"/>
                <a:ea typeface="Arial"/>
                <a:cs typeface="Arial"/>
              </a:defRPr>
            </a:lvl9pPr>
          </a:lstStyle>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15</a:t>
            </a:r>
          </a:p>
        </p:txBody>
      </p:sp>
      <p:graphicFrame>
        <p:nvGraphicFramePr>
          <p:cNvPr id="4" name="">
            <a:extLst xmlns:a="http://schemas.openxmlformats.org/drawingml/2006/main">
              <a:ext uri="{FF2B5EF4-FFF2-40B4-BE49-F238E27FC236}">
                <a16:creationId xmlns:a16="http://schemas.microsoft.com/office/drawing/2014/main" id="{7E14309A-7057-4BBE-B60A-8DA3C539556F}"/>
              </a:ext>
            </a:extLst>
          </p:cNvPr>
          <p:cNvGraphicFramePr/>
          <p:nvPr/>
        </p:nvGraphicFramePr>
        <p:xfrm>
          <a:off xmlns:a="http://schemas.openxmlformats.org/drawingml/2006/main" x="523875" y="1457325"/>
          <a:ext xmlns:a="http://schemas.openxmlformats.org/drawingml/2006/main" cx="8096250" cy="3048000"/>
        </p:xfrm>
        <a:graphic xmlns:a="http://schemas.openxmlformats.org/drawingml/2006/main">
          <a:graphicData uri="http://schemas.openxmlformats.org/drawingml/2006/table">
            <a:tbl>
              <a:tblPr/>
              <a:tblGrid>
                <a:gridCol w="1762125"/>
                <a:gridCol w="3000375"/>
                <a:gridCol w="3333750"/>
              </a:tblGrid>
              <a:tr h="762000">
                <a:tc>
                  <a:txBody>
                    <a:bodyPr lIns="114300" tIns="76200" rIns="114300" bIns="76200">
                      <a:noAutofit/>
                    </a:bodyPr>
                    <a:lstStyle/>
                    <a:p>
                      <a:r>
                        <a:rPr sz="1425" b="1">
                          <a:solidFill>
                            <a:srgbClr val="FFFFFF"/>
                          </a:solidFill>
                          <a:latin typeface="Arial"/>
                          <a:ea typeface="Arial"/>
                          <a:cs typeface="Arial"/>
                        </a:rPr>
                        <a:t>Target choice</a:t>
                      </a:r>
                    </a:p>
                  </a:txBody>
                  <a:tcPr marL="91440" marR="91440" marT="45720" marB="45720" anchor="ctr">
                    <a:lnL w="5715">
                      <a:solidFill>
                        <a:srgbClr val="D8E4ED"/>
                      </a:solidFill>
                      <a:prstDash val="solid"/>
                    </a:lnL>
                    <a:lnR w="5715">
                      <a:solidFill>
                        <a:srgbClr val="D8E4ED"/>
                      </a:solidFill>
                      <a:prstDash val="solid"/>
                    </a:lnR>
                    <a:lnT w="5715">
                      <a:solidFill>
                        <a:srgbClr val="D8E4ED"/>
                      </a:solidFill>
                      <a:prstDash val="solid"/>
                    </a:lnT>
                    <a:lnB w="5715">
                      <a:solidFill>
                        <a:srgbClr val="D8E4ED"/>
                      </a:solidFill>
                      <a:prstDash val="solid"/>
                    </a:lnB>
                    <a:solidFill>
                      <a:srgbClr val="00539F"/>
                    </a:solidFill>
                  </a:tcPr>
                </a:tc>
                <a:tc>
                  <a:txBody>
                    <a:bodyPr lIns="114300" tIns="76200" rIns="114300" bIns="76200">
                      <a:noAutofit/>
                    </a:bodyPr>
                    <a:lstStyle/>
                    <a:p>
                      <a:r>
                        <a:rPr sz="1425" b="1">
                          <a:solidFill>
                            <a:srgbClr val="FFFFFF"/>
                          </a:solidFill>
                          <a:latin typeface="Arial"/>
                          <a:ea typeface="Arial"/>
                          <a:cs typeface="Arial"/>
                        </a:rPr>
                        <a:t>Typical behavior</a:t>
                      </a:r>
                    </a:p>
                  </a:txBody>
                  <a:tcPr marL="91440" marR="91440" marT="45720" marB="45720" anchor="ctr">
                    <a:lnR w="5715">
                      <a:solidFill>
                        <a:srgbClr val="D8E4ED"/>
                      </a:solidFill>
                      <a:prstDash val="solid"/>
                    </a:lnR>
                    <a:lnT w="5715">
                      <a:solidFill>
                        <a:srgbClr val="D8E4ED"/>
                      </a:solidFill>
                      <a:prstDash val="solid"/>
                    </a:lnT>
                    <a:lnB w="5715">
                      <a:solidFill>
                        <a:srgbClr val="D8E4ED"/>
                      </a:solidFill>
                      <a:prstDash val="solid"/>
                    </a:lnB>
                    <a:solidFill>
                      <a:srgbClr val="00539F"/>
                    </a:solidFill>
                  </a:tcPr>
                </a:tc>
                <a:tc>
                  <a:txBody>
                    <a:bodyPr lIns="114300" tIns="76200" rIns="114300" bIns="76200">
                      <a:noAutofit/>
                    </a:bodyPr>
                    <a:lstStyle/>
                    <a:p>
                      <a:r>
                        <a:rPr sz="1425" b="1">
                          <a:solidFill>
                            <a:srgbClr val="FFFFFF"/>
                          </a:solidFill>
                          <a:latin typeface="Arial"/>
                          <a:ea typeface="Arial"/>
                          <a:cs typeface="Arial"/>
                        </a:rPr>
                        <a:t>Possible drawback</a:t>
                      </a:r>
                    </a:p>
                  </a:txBody>
                  <a:tcPr marL="91440" marR="91440" marT="45720" marB="45720" anchor="ctr">
                    <a:lnR w="5715">
                      <a:solidFill>
                        <a:srgbClr val="D8E4ED"/>
                      </a:solidFill>
                      <a:prstDash val="solid"/>
                    </a:lnR>
                    <a:lnT w="5715">
                      <a:solidFill>
                        <a:srgbClr val="D8E4ED"/>
                      </a:solidFill>
                      <a:prstDash val="solid"/>
                    </a:lnT>
                    <a:lnB w="5715">
                      <a:solidFill>
                        <a:srgbClr val="D8E4ED"/>
                      </a:solidFill>
                      <a:prstDash val="solid"/>
                    </a:lnB>
                    <a:solidFill>
                      <a:srgbClr val="00539F"/>
                    </a:solidFill>
                  </a:tcPr>
                </a:tc>
              </a:tr>
              <a:tr h="762000">
                <a:tc>
                  <a:txBody>
                    <a:bodyPr lIns="114300" tIns="76200" rIns="114300" bIns="76200">
                      <a:noAutofit/>
                    </a:bodyPr>
                    <a:lstStyle/>
                    <a:p>
                      <a:r>
                        <a:rPr sz="1425" b="0">
                          <a:solidFill>
                            <a:srgbClr val="17324D"/>
                          </a:solidFill>
                          <a:latin typeface="Arial"/>
                          <a:ea typeface="Arial"/>
                          <a:cs typeface="Arial"/>
                        </a:rPr>
                        <a:t>Nearby</a:t>
                      </a:r>
                    </a:p>
                  </a:txBody>
                  <a:tcPr marL="91440" marR="91440" marT="45720" marB="45720" anchor="ctr">
                    <a:lnL w="5715">
                      <a:solidFill>
                        <a:srgbClr val="D8E4ED"/>
                      </a:solidFill>
                      <a:prstDash val="solid"/>
                    </a:lnL>
                    <a:lnR w="5715">
                      <a:solidFill>
                        <a:srgbClr val="D8E4ED"/>
                      </a:solidFill>
                      <a:prstDash val="solid"/>
                    </a:lnR>
                    <a:lnB w="5715">
                      <a:solidFill>
                        <a:srgbClr val="D8E4ED"/>
                      </a:solidFill>
                      <a:prstDash val="solid"/>
                    </a:lnB>
                    <a:solidFill>
                      <a:srgbClr val="FFFFFF"/>
                    </a:solidFill>
                  </a:tcPr>
                </a:tc>
                <a:tc>
                  <a:txBody>
                    <a:bodyPr lIns="114300" tIns="76200" rIns="114300" bIns="76200">
                      <a:noAutofit/>
                    </a:bodyPr>
                    <a:lstStyle/>
                    <a:p>
                      <a:r>
                        <a:rPr sz="1425" b="0">
                          <a:solidFill>
                            <a:srgbClr val="17324D"/>
                          </a:solidFill>
                          <a:latin typeface="Arial"/>
                          <a:ea typeface="Arial"/>
                          <a:cs typeface="Arial"/>
                        </a:rPr>
                        <a:t>Corrects more sharply</a:t>
                      </a:r>
                    </a:p>
                  </a:txBody>
                  <a:tcPr marL="91440" marR="91440" marT="45720" marB="45720" anchor="ctr">
                    <a:lnR w="5715">
                      <a:solidFill>
                        <a:srgbClr val="D8E4ED"/>
                      </a:solidFill>
                      <a:prstDash val="solid"/>
                    </a:lnR>
                    <a:lnB w="5715">
                      <a:solidFill>
                        <a:srgbClr val="D8E4ED"/>
                      </a:solidFill>
                      <a:prstDash val="solid"/>
                    </a:lnB>
                    <a:solidFill>
                      <a:srgbClr val="FFFFFF"/>
                    </a:solidFill>
                  </a:tcPr>
                </a:tc>
                <a:tc>
                  <a:txBody>
                    <a:bodyPr lIns="114300" tIns="76200" rIns="114300" bIns="76200">
                      <a:noAutofit/>
                    </a:bodyPr>
                    <a:lstStyle/>
                    <a:p>
                      <a:r>
                        <a:rPr sz="1425" b="0">
                          <a:solidFill>
                            <a:srgbClr val="17324D"/>
                          </a:solidFill>
                          <a:latin typeface="Arial"/>
                          <a:ea typeface="Arial"/>
                          <a:cs typeface="Arial"/>
                        </a:rPr>
                        <a:t>Busy or sensitive steering</a:t>
                      </a:r>
                    </a:p>
                  </a:txBody>
                  <a:tcPr marL="91440" marR="91440" marT="45720" marB="45720" anchor="ctr">
                    <a:lnR w="5715">
                      <a:solidFill>
                        <a:srgbClr val="D8E4ED"/>
                      </a:solidFill>
                      <a:prstDash val="solid"/>
                    </a:lnR>
                    <a:lnB w="5715">
                      <a:solidFill>
                        <a:srgbClr val="D8E4ED"/>
                      </a:solidFill>
                      <a:prstDash val="solid"/>
                    </a:lnB>
                    <a:solidFill>
                      <a:srgbClr val="FFFFFF"/>
                    </a:solidFill>
                  </a:tcPr>
                </a:tc>
              </a:tr>
              <a:tr h="762000">
                <a:tc>
                  <a:txBody>
                    <a:bodyPr lIns="114300" tIns="76200" rIns="114300" bIns="76200">
                      <a:noAutofit/>
                    </a:bodyPr>
                    <a:lstStyle/>
                    <a:p>
                      <a:r>
                        <a:rPr sz="1425" b="0">
                          <a:solidFill>
                            <a:srgbClr val="17324D"/>
                          </a:solidFill>
                          <a:latin typeface="Arial"/>
                          <a:ea typeface="Arial"/>
                          <a:cs typeface="Arial"/>
                        </a:rPr>
                        <a:t>Farther ahead</a:t>
                      </a:r>
                    </a:p>
                  </a:txBody>
                  <a:tcPr marL="91440" marR="91440" marT="45720" marB="45720" anchor="ctr">
                    <a:lnL w="5715">
                      <a:solidFill>
                        <a:srgbClr val="D8E4ED"/>
                      </a:solidFill>
                      <a:prstDash val="solid"/>
                    </a:lnL>
                    <a:lnR w="5715">
                      <a:solidFill>
                        <a:srgbClr val="D8E4ED"/>
                      </a:solidFill>
                      <a:prstDash val="solid"/>
                    </a:lnR>
                    <a:lnB w="5715">
                      <a:solidFill>
                        <a:srgbClr val="D8E4ED"/>
                      </a:solidFill>
                      <a:prstDash val="solid"/>
                    </a:lnB>
                    <a:solidFill>
                      <a:srgbClr val="F1F6FA"/>
                    </a:solidFill>
                  </a:tcPr>
                </a:tc>
                <a:tc>
                  <a:txBody>
                    <a:bodyPr lIns="114300" tIns="76200" rIns="114300" bIns="76200">
                      <a:noAutofit/>
                    </a:bodyPr>
                    <a:lstStyle/>
                    <a:p>
                      <a:r>
                        <a:rPr sz="1425" b="0">
                          <a:solidFill>
                            <a:srgbClr val="17324D"/>
                          </a:solidFill>
                          <a:latin typeface="Arial"/>
                          <a:ea typeface="Arial"/>
                          <a:cs typeface="Arial"/>
                        </a:rPr>
                        <a:t>Turns more gently</a:t>
                      </a:r>
                    </a:p>
                  </a:txBody>
                  <a:tcPr marL="91440" marR="91440" marT="45720" marB="45720" anchor="ctr">
                    <a:lnR w="5715">
                      <a:solidFill>
                        <a:srgbClr val="D8E4ED"/>
                      </a:solidFill>
                      <a:prstDash val="solid"/>
                    </a:lnR>
                    <a:lnB w="5715">
                      <a:solidFill>
                        <a:srgbClr val="D8E4ED"/>
                      </a:solidFill>
                      <a:prstDash val="solid"/>
                    </a:lnB>
                    <a:solidFill>
                      <a:srgbClr val="F1F6FA"/>
                    </a:solidFill>
                  </a:tcPr>
                </a:tc>
                <a:tc>
                  <a:txBody>
                    <a:bodyPr lIns="114300" tIns="76200" rIns="114300" bIns="76200">
                      <a:noAutofit/>
                    </a:bodyPr>
                    <a:lstStyle/>
                    <a:p>
                      <a:r>
                        <a:rPr sz="1425" b="0">
                          <a:solidFill>
                            <a:srgbClr val="17324D"/>
                          </a:solidFill>
                          <a:latin typeface="Arial"/>
                          <a:ea typeface="Arial"/>
                          <a:cs typeface="Arial"/>
                        </a:rPr>
                        <a:t>May cut corners or recover slowly</a:t>
                      </a:r>
                    </a:p>
                  </a:txBody>
                  <a:tcPr marL="91440" marR="91440" marT="45720" marB="45720" anchor="ctr">
                    <a:lnR w="5715">
                      <a:solidFill>
                        <a:srgbClr val="D8E4ED"/>
                      </a:solidFill>
                      <a:prstDash val="solid"/>
                    </a:lnR>
                    <a:lnB w="5715">
                      <a:solidFill>
                        <a:srgbClr val="D8E4ED"/>
                      </a:solidFill>
                      <a:prstDash val="solid"/>
                    </a:lnB>
                    <a:solidFill>
                      <a:srgbClr val="F1F6FA"/>
                    </a:solidFill>
                  </a:tcPr>
                </a:tc>
              </a:tr>
              <a:tr h="762000">
                <a:tc>
                  <a:txBody>
                    <a:bodyPr lIns="114300" tIns="76200" rIns="114300" bIns="76200">
                      <a:noAutofit/>
                    </a:bodyPr>
                    <a:lstStyle/>
                    <a:p>
                      <a:r>
                        <a:rPr sz="1425" b="0">
                          <a:solidFill>
                            <a:srgbClr val="17324D"/>
                          </a:solidFill>
                          <a:latin typeface="Arial"/>
                          <a:ea typeface="Arial"/>
                          <a:cs typeface="Arial"/>
                        </a:rPr>
                        <a:t>Higher speed</a:t>
                      </a:r>
                    </a:p>
                  </a:txBody>
                  <a:tcPr marL="91440" marR="91440" marT="45720" marB="45720" anchor="ctr">
                    <a:lnL w="5715">
                      <a:solidFill>
                        <a:srgbClr val="D8E4ED"/>
                      </a:solidFill>
                      <a:prstDash val="solid"/>
                    </a:lnL>
                    <a:lnR w="5715">
                      <a:solidFill>
                        <a:srgbClr val="D8E4ED"/>
                      </a:solidFill>
                      <a:prstDash val="solid"/>
                    </a:lnR>
                    <a:lnB w="5715">
                      <a:solidFill>
                        <a:srgbClr val="D8E4ED"/>
                      </a:solidFill>
                      <a:prstDash val="solid"/>
                    </a:lnB>
                    <a:solidFill>
                      <a:srgbClr val="FFFFFF"/>
                    </a:solidFill>
                  </a:tcPr>
                </a:tc>
                <a:tc>
                  <a:txBody>
                    <a:bodyPr lIns="114300" tIns="76200" rIns="114300" bIns="76200">
                      <a:noAutofit/>
                    </a:bodyPr>
                    <a:lstStyle/>
                    <a:p>
                      <a:r>
                        <a:rPr sz="1425" b="0">
                          <a:solidFill>
                            <a:srgbClr val="17324D"/>
                          </a:solidFill>
                          <a:latin typeface="Arial"/>
                          <a:ea typeface="Arial"/>
                          <a:cs typeface="Arial"/>
                        </a:rPr>
                        <a:t>Less time to correct</a:t>
                      </a:r>
                    </a:p>
                  </a:txBody>
                  <a:tcPr marL="91440" marR="91440" marT="45720" marB="45720" anchor="ctr">
                    <a:lnR w="5715">
                      <a:solidFill>
                        <a:srgbClr val="D8E4ED"/>
                      </a:solidFill>
                      <a:prstDash val="solid"/>
                    </a:lnR>
                    <a:lnB w="5715">
                      <a:solidFill>
                        <a:srgbClr val="D8E4ED"/>
                      </a:solidFill>
                      <a:prstDash val="solid"/>
                    </a:lnB>
                    <a:solidFill>
                      <a:srgbClr val="FFFFFF"/>
                    </a:solidFill>
                  </a:tcPr>
                </a:tc>
                <a:tc>
                  <a:txBody>
                    <a:bodyPr lIns="114300" tIns="76200" rIns="114300" bIns="76200">
                      <a:noAutofit/>
                    </a:bodyPr>
                    <a:lstStyle/>
                    <a:p>
                      <a:r>
                        <a:rPr sz="1425" b="0">
                          <a:solidFill>
                            <a:srgbClr val="17324D"/>
                          </a:solidFill>
                          <a:latin typeface="Arial"/>
                          <a:ea typeface="Arial"/>
                          <a:cs typeface="Arial"/>
                        </a:rPr>
                        <a:t>The same choice may work worse</a:t>
                      </a:r>
                    </a:p>
                  </a:txBody>
                  <a:tcPr marL="91440" marR="91440" marT="45720" marB="45720" anchor="ctr">
                    <a:lnR w="5715">
                      <a:solidFill>
                        <a:srgbClr val="D8E4ED"/>
                      </a:solidFill>
                      <a:prstDash val="solid"/>
                    </a:lnR>
                    <a:lnB w="5715">
                      <a:solidFill>
                        <a:srgbClr val="D8E4ED"/>
                      </a:solidFill>
                      <a:prstDash val="solid"/>
                    </a:lnB>
                    <a:solidFill>
                      <a:srgbClr val="FFFFFF"/>
                    </a:solidFill>
                  </a:tcPr>
                </a:tc>
              </a:tr>
            </a:tbl>
          </a:graphicData>
        </a:graphic>
      </p:graphicFrame>
      <p:sp>
        <p:nvSpPr>
          <p:cNvPr id="5" name="Open interactive demonstration">
            <a:extLst xmlns:a="http://schemas.openxmlformats.org/drawingml/2006/main">
              <a:ext uri="{FF2B5EF4-FFF2-40B4-BE49-F238E27FC236}">
                <a16:creationId xmlns:a16="http://schemas.microsoft.com/office/drawing/2014/main" id="{58262056-B725-4463-ADB7-4E7887A65442}"/>
              </a:ext>
            </a:extLst>
          </p:cNvPr>
          <p:cNvSpPr>
            <a:spLocks xmlns:a="http://schemas.openxmlformats.org/drawingml/2006/main" noGrp="1"/>
          </p:cNvSpPr>
          <p:nvPr/>
        </p:nvSpPr>
        <p:spPr>
          <a:xfrm xmlns:a="http://schemas.openxmlformats.org/drawingml/2006/main">
            <a:off x="523875" y="4543425"/>
            <a:ext cx="809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425" b="0">
                <a:solidFill>
                  <a:srgbClr val="00539F"/>
                </a:solidFill>
                <a:latin typeface="Arial"/>
                <a:ea typeface="Arial"/>
                <a:cs typeface="Arial"/>
              </a:defRPr>
            </a:defPPr>
            <a:lvl1pPr>
              <a:defRPr sz="1425" b="0">
                <a:solidFill>
                  <a:srgbClr val="00539F"/>
                </a:solidFill>
                <a:latin typeface="Arial"/>
                <a:ea typeface="Arial"/>
                <a:cs typeface="Arial"/>
              </a:defRPr>
            </a:lvl1pPr>
            <a:lvl2pPr>
              <a:defRPr sz="1425" b="0">
                <a:solidFill>
                  <a:srgbClr val="00539F"/>
                </a:solidFill>
                <a:latin typeface="Arial"/>
                <a:ea typeface="Arial"/>
                <a:cs typeface="Arial"/>
              </a:defRPr>
            </a:lvl2pPr>
            <a:lvl3pPr>
              <a:defRPr sz="1425" b="0">
                <a:solidFill>
                  <a:srgbClr val="00539F"/>
                </a:solidFill>
                <a:latin typeface="Arial"/>
                <a:ea typeface="Arial"/>
                <a:cs typeface="Arial"/>
              </a:defRPr>
            </a:lvl3pPr>
            <a:lvl4pPr>
              <a:defRPr sz="1425" b="0">
                <a:solidFill>
                  <a:srgbClr val="00539F"/>
                </a:solidFill>
                <a:latin typeface="Arial"/>
                <a:ea typeface="Arial"/>
                <a:cs typeface="Arial"/>
              </a:defRPr>
            </a:lvl4pPr>
            <a:lvl5pPr>
              <a:defRPr sz="1425" b="0">
                <a:solidFill>
                  <a:srgbClr val="00539F"/>
                </a:solidFill>
                <a:latin typeface="Arial"/>
                <a:ea typeface="Arial"/>
                <a:cs typeface="Arial"/>
              </a:defRPr>
            </a:lvl5pPr>
            <a:lvl6pPr>
              <a:defRPr sz="1425" b="0">
                <a:solidFill>
                  <a:srgbClr val="00539F"/>
                </a:solidFill>
                <a:latin typeface="Arial"/>
                <a:ea typeface="Arial"/>
                <a:cs typeface="Arial"/>
              </a:defRPr>
            </a:lvl6pPr>
            <a:lvl7pPr>
              <a:defRPr sz="1425" b="0">
                <a:solidFill>
                  <a:srgbClr val="00539F"/>
                </a:solidFill>
                <a:latin typeface="Arial"/>
                <a:ea typeface="Arial"/>
                <a:cs typeface="Arial"/>
              </a:defRPr>
            </a:lvl7pPr>
            <a:lvl8pPr>
              <a:defRPr sz="1425" b="0">
                <a:solidFill>
                  <a:srgbClr val="00539F"/>
                </a:solidFill>
                <a:latin typeface="Arial"/>
                <a:ea typeface="Arial"/>
                <a:cs typeface="Arial"/>
              </a:defRPr>
            </a:lvl8pPr>
            <a:lvl9pPr>
              <a:defRPr sz="1425" b="0">
                <a:solidFill>
                  <a:srgbClr val="00539F"/>
                </a:solidFill>
                <a:latin typeface="Arial"/>
                <a:ea typeface="Arial"/>
                <a:cs typeface="Arial"/>
              </a:defRPr>
            </a:lvl9pPr>
          </a:lstStyle>
          <a:p xmlns:a="http://schemas.openxmlformats.org/drawingml/2006/main">
            <a:pPr>
              <a:defRPr sz="1425" b="0">
                <a:solidFill>
                  <a:srgbClr val="00539F"/>
                </a:solidFill>
                <a:latin typeface="Arial"/>
                <a:ea typeface="Arial"/>
                <a:cs typeface="Arial"/>
              </a:defRPr>
            </a:pPr>
            <a:r>
              <a:rPr u="sng">
                <a:hlinkClick xmlns:r="http://schemas.openxmlformats.org/officeDocument/2006/relationships" r:id="Rac2d5d93627149c1"/>
              </a:rPr>
              <a:t>Open interactive demonstration</a:t>
            </a:r>
          </a:p>
        </p:txBody>
      </p:sp>
    </p:spTree>
    <p:extLst>
      <p:ext uri="{BB962C8B-B14F-4D97-AF65-F5344CB8AC3E}">
        <p14:creationId xmlns:p14="http://schemas.microsoft.com/office/powerpoint/2010/main" val="1043193175"/>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CEF18732-98D9-42FC-830C-4D028515050C}"/>
              </a:ext>
            </a:extLst>
          </p:cNvPr>
          <p:cNvPicPr>
            <a:picLocks xmlns:a="http://schemas.openxmlformats.org/drawingml/2006/main" noChangeAspect="1"/>
          </p:cNvPicPr>
          <p:nvPr/>
        </p:nvPicPr>
        <p:blipFill>
          <a:blip xmlns:r="http://schemas.openxmlformats.org/officeDocument/2006/relationships" xmlns:a="http://schemas.openxmlformats.org/drawingml/2006/main" r:embed="R4867aea78c10438f"/>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Stanley: align and move toward the path">
            <a:extLst xmlns:a="http://schemas.openxmlformats.org/drawingml/2006/main">
              <a:ext uri="{FF2B5EF4-FFF2-40B4-BE49-F238E27FC236}">
                <a16:creationId xmlns:a16="http://schemas.microsoft.com/office/drawing/2014/main" id="{2AEB488C-58B4-4BAF-AE71-5390D535F85C}"/>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550" b="0">
                <a:solidFill>
                  <a:srgbClr val="00A0DF"/>
                </a:solidFill>
                <a:latin typeface="Arial"/>
                <a:ea typeface="Arial"/>
                <a:cs typeface="Arial"/>
              </a:defRPr>
            </a:defPPr>
            <a:lvl1pPr>
              <a:defRPr sz="2550" b="0">
                <a:solidFill>
                  <a:srgbClr val="00A0DF"/>
                </a:solidFill>
                <a:latin typeface="Arial"/>
                <a:ea typeface="Arial"/>
                <a:cs typeface="Arial"/>
              </a:defRPr>
            </a:lvl1pPr>
            <a:lvl2pPr>
              <a:defRPr sz="2550" b="0">
                <a:solidFill>
                  <a:srgbClr val="00A0DF"/>
                </a:solidFill>
                <a:latin typeface="Arial"/>
                <a:ea typeface="Arial"/>
                <a:cs typeface="Arial"/>
              </a:defRPr>
            </a:lvl2pPr>
            <a:lvl3pPr>
              <a:defRPr sz="2550" b="0">
                <a:solidFill>
                  <a:srgbClr val="00A0DF"/>
                </a:solidFill>
                <a:latin typeface="Arial"/>
                <a:ea typeface="Arial"/>
                <a:cs typeface="Arial"/>
              </a:defRPr>
            </a:lvl3pPr>
            <a:lvl4pPr>
              <a:defRPr sz="2550" b="0">
                <a:solidFill>
                  <a:srgbClr val="00A0DF"/>
                </a:solidFill>
                <a:latin typeface="Arial"/>
                <a:ea typeface="Arial"/>
                <a:cs typeface="Arial"/>
              </a:defRPr>
            </a:lvl4pPr>
            <a:lvl5pPr>
              <a:defRPr sz="2550" b="0">
                <a:solidFill>
                  <a:srgbClr val="00A0DF"/>
                </a:solidFill>
                <a:latin typeface="Arial"/>
                <a:ea typeface="Arial"/>
                <a:cs typeface="Arial"/>
              </a:defRPr>
            </a:lvl5pPr>
            <a:lvl6pPr>
              <a:defRPr sz="2550" b="0">
                <a:solidFill>
                  <a:srgbClr val="00A0DF"/>
                </a:solidFill>
                <a:latin typeface="Arial"/>
                <a:ea typeface="Arial"/>
                <a:cs typeface="Arial"/>
              </a:defRPr>
            </a:lvl6pPr>
            <a:lvl7pPr>
              <a:defRPr sz="2550" b="0">
                <a:solidFill>
                  <a:srgbClr val="00A0DF"/>
                </a:solidFill>
                <a:latin typeface="Arial"/>
                <a:ea typeface="Arial"/>
                <a:cs typeface="Arial"/>
              </a:defRPr>
            </a:lvl7pPr>
            <a:lvl8pPr>
              <a:defRPr sz="2550" b="0">
                <a:solidFill>
                  <a:srgbClr val="00A0DF"/>
                </a:solidFill>
                <a:latin typeface="Arial"/>
                <a:ea typeface="Arial"/>
                <a:cs typeface="Arial"/>
              </a:defRPr>
            </a:lvl8pPr>
            <a:lvl9pPr>
              <a:defRPr sz="2550" b="0">
                <a:solidFill>
                  <a:srgbClr val="00A0DF"/>
                </a:solidFill>
                <a:latin typeface="Arial"/>
                <a:ea typeface="Arial"/>
                <a:cs typeface="Arial"/>
              </a:defRPr>
            </a:lvl9pPr>
          </a:lstStyle>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Stanley: align and move toward the path</a:t>
            </a:r>
          </a:p>
        </p:txBody>
      </p:sp>
      <p:sp>
        <p:nvSpPr>
          <p:cNvPr id="3" name="16">
            <a:extLst xmlns:a="http://schemas.openxmlformats.org/drawingml/2006/main">
              <a:ext uri="{FF2B5EF4-FFF2-40B4-BE49-F238E27FC236}">
                <a16:creationId xmlns:a16="http://schemas.microsoft.com/office/drawing/2014/main" id="{69B9D834-7095-4048-A796-D173AE8BB33A}"/>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00539F"/>
                </a:solidFill>
                <a:latin typeface="Arial"/>
                <a:ea typeface="Arial"/>
                <a:cs typeface="Arial"/>
              </a:defRPr>
            </a:defPPr>
            <a:lvl1pPr>
              <a:defRPr sz="1200" b="0">
                <a:solidFill>
                  <a:srgbClr val="00539F"/>
                </a:solidFill>
                <a:latin typeface="Arial"/>
                <a:ea typeface="Arial"/>
                <a:cs typeface="Arial"/>
              </a:defRPr>
            </a:lvl1pPr>
            <a:lvl2pPr>
              <a:defRPr sz="1200" b="0">
                <a:solidFill>
                  <a:srgbClr val="00539F"/>
                </a:solidFill>
                <a:latin typeface="Arial"/>
                <a:ea typeface="Arial"/>
                <a:cs typeface="Arial"/>
              </a:defRPr>
            </a:lvl2pPr>
            <a:lvl3pPr>
              <a:defRPr sz="1200" b="0">
                <a:solidFill>
                  <a:srgbClr val="00539F"/>
                </a:solidFill>
                <a:latin typeface="Arial"/>
                <a:ea typeface="Arial"/>
                <a:cs typeface="Arial"/>
              </a:defRPr>
            </a:lvl3pPr>
            <a:lvl4pPr>
              <a:defRPr sz="1200" b="0">
                <a:solidFill>
                  <a:srgbClr val="00539F"/>
                </a:solidFill>
                <a:latin typeface="Arial"/>
                <a:ea typeface="Arial"/>
                <a:cs typeface="Arial"/>
              </a:defRPr>
            </a:lvl4pPr>
            <a:lvl5pPr>
              <a:defRPr sz="1200" b="0">
                <a:solidFill>
                  <a:srgbClr val="00539F"/>
                </a:solidFill>
                <a:latin typeface="Arial"/>
                <a:ea typeface="Arial"/>
                <a:cs typeface="Arial"/>
              </a:defRPr>
            </a:lvl5pPr>
            <a:lvl6pPr>
              <a:defRPr sz="1200" b="0">
                <a:solidFill>
                  <a:srgbClr val="00539F"/>
                </a:solidFill>
                <a:latin typeface="Arial"/>
                <a:ea typeface="Arial"/>
                <a:cs typeface="Arial"/>
              </a:defRPr>
            </a:lvl6pPr>
            <a:lvl7pPr>
              <a:defRPr sz="1200" b="0">
                <a:solidFill>
                  <a:srgbClr val="00539F"/>
                </a:solidFill>
                <a:latin typeface="Arial"/>
                <a:ea typeface="Arial"/>
                <a:cs typeface="Arial"/>
              </a:defRPr>
            </a:lvl7pPr>
            <a:lvl8pPr>
              <a:defRPr sz="1200" b="0">
                <a:solidFill>
                  <a:srgbClr val="00539F"/>
                </a:solidFill>
                <a:latin typeface="Arial"/>
                <a:ea typeface="Arial"/>
                <a:cs typeface="Arial"/>
              </a:defRPr>
            </a:lvl8pPr>
            <a:lvl9pPr>
              <a:defRPr sz="1200" b="0">
                <a:solidFill>
                  <a:srgbClr val="00539F"/>
                </a:solidFill>
                <a:latin typeface="Arial"/>
                <a:ea typeface="Arial"/>
                <a:cs typeface="Arial"/>
              </a:defRPr>
            </a:lvl9pPr>
          </a:lstStyle>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16</a:t>
            </a:r>
          </a:p>
        </p:txBody>
      </p:sp>
      <p:pic>
        <p:nvPicPr>
          <p:cNvPr id="4" name="">
            <a:extLst xmlns:a="http://schemas.openxmlformats.org/drawingml/2006/main">
              <a:ext uri="{FF2B5EF4-FFF2-40B4-BE49-F238E27FC236}">
                <a16:creationId xmlns:a16="http://schemas.microsoft.com/office/drawing/2014/main" id="{8A179C14-BB68-4556-ADD9-E04F9741B580}"/>
              </a:ext>
            </a:extLst>
          </p:cNvPr>
          <p:cNvPicPr>
            <a:picLocks xmlns:a="http://schemas.openxmlformats.org/drawingml/2006/main" noChangeAspect="1"/>
          </p:cNvPicPr>
          <p:nvPr/>
        </p:nvPicPr>
        <p:blipFill>
          <a:blip xmlns:r="http://schemas.openxmlformats.org/officeDocument/2006/relationships" xmlns:a="http://schemas.openxmlformats.org/drawingml/2006/main" r:embed="R2e2d84dfaaec4719"/>
          <a:stretch xmlns:a="http://schemas.openxmlformats.org/drawingml/2006/main"/>
        </p:blipFill>
        <p:spPr>
          <a:xfrm xmlns:a="http://schemas.openxmlformats.org/drawingml/2006/main">
            <a:off x="495300" y="1500188"/>
            <a:ext cx="5524500" cy="2762250"/>
          </a:xfrm>
          <a:prstGeom xmlns:a="http://schemas.openxmlformats.org/drawingml/2006/main" prst="rect">
            <a:avLst/>
          </a:prstGeom>
        </p:spPr>
      </p:pic>
      <p:sp>
        <p:nvSpPr>
          <p:cNvPr id="5" name="Is the vehicle pointing along the path?&#10;&#10;Is the front axle to on">
            <a:extLst xmlns:a="http://schemas.openxmlformats.org/drawingml/2006/main">
              <a:ext uri="{FF2B5EF4-FFF2-40B4-BE49-F238E27FC236}">
                <a16:creationId xmlns:a16="http://schemas.microsoft.com/office/drawing/2014/main" id="{C7D86C33-162A-45A7-9898-E9080AB3543F}"/>
              </a:ext>
            </a:extLst>
          </p:cNvPr>
          <p:cNvSpPr>
            <a:spLocks xmlns:a="http://schemas.openxmlformats.org/drawingml/2006/main" noGrp="1"/>
          </p:cNvSpPr>
          <p:nvPr/>
        </p:nvSpPr>
        <p:spPr>
          <a:xfrm xmlns:a="http://schemas.openxmlformats.org/drawingml/2006/main">
            <a:off x="6286500" y="1476375"/>
            <a:ext cx="236220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650" b="0">
                <a:solidFill>
                  <a:srgbClr val="17324D"/>
                </a:solidFill>
                <a:latin typeface="Arial"/>
                <a:ea typeface="Arial"/>
                <a:cs typeface="Arial"/>
              </a:defRPr>
            </a:defPPr>
            <a:lvl1pPr>
              <a:defRPr sz="1650" b="0">
                <a:solidFill>
                  <a:srgbClr val="17324D"/>
                </a:solidFill>
                <a:latin typeface="Arial"/>
                <a:ea typeface="Arial"/>
                <a:cs typeface="Arial"/>
              </a:defRPr>
            </a:lvl1pPr>
            <a:lvl2pPr>
              <a:defRPr sz="1650" b="0">
                <a:solidFill>
                  <a:srgbClr val="17324D"/>
                </a:solidFill>
                <a:latin typeface="Arial"/>
                <a:ea typeface="Arial"/>
                <a:cs typeface="Arial"/>
              </a:defRPr>
            </a:lvl2pPr>
            <a:lvl3pPr>
              <a:defRPr sz="1650" b="0">
                <a:solidFill>
                  <a:srgbClr val="17324D"/>
                </a:solidFill>
                <a:latin typeface="Arial"/>
                <a:ea typeface="Arial"/>
                <a:cs typeface="Arial"/>
              </a:defRPr>
            </a:lvl3pPr>
            <a:lvl4pPr>
              <a:defRPr sz="1650" b="0">
                <a:solidFill>
                  <a:srgbClr val="17324D"/>
                </a:solidFill>
                <a:latin typeface="Arial"/>
                <a:ea typeface="Arial"/>
                <a:cs typeface="Arial"/>
              </a:defRPr>
            </a:lvl4pPr>
            <a:lvl5pPr>
              <a:defRPr sz="1650" b="0">
                <a:solidFill>
                  <a:srgbClr val="17324D"/>
                </a:solidFill>
                <a:latin typeface="Arial"/>
                <a:ea typeface="Arial"/>
                <a:cs typeface="Arial"/>
              </a:defRPr>
            </a:lvl5pPr>
            <a:lvl6pPr>
              <a:defRPr sz="1650" b="0">
                <a:solidFill>
                  <a:srgbClr val="17324D"/>
                </a:solidFill>
                <a:latin typeface="Arial"/>
                <a:ea typeface="Arial"/>
                <a:cs typeface="Arial"/>
              </a:defRPr>
            </a:lvl6pPr>
            <a:lvl7pPr>
              <a:defRPr sz="1650" b="0">
                <a:solidFill>
                  <a:srgbClr val="17324D"/>
                </a:solidFill>
                <a:latin typeface="Arial"/>
                <a:ea typeface="Arial"/>
                <a:cs typeface="Arial"/>
              </a:defRPr>
            </a:lvl7pPr>
            <a:lvl8pPr>
              <a:defRPr sz="1650" b="0">
                <a:solidFill>
                  <a:srgbClr val="17324D"/>
                </a:solidFill>
                <a:latin typeface="Arial"/>
                <a:ea typeface="Arial"/>
                <a:cs typeface="Arial"/>
              </a:defRPr>
            </a:lvl8pPr>
            <a:lvl9pPr>
              <a:defRPr sz="1650" b="0">
                <a:solidFill>
                  <a:srgbClr val="17324D"/>
                </a:solidFill>
                <a:latin typeface="Arial"/>
                <a:ea typeface="Arial"/>
                <a:cs typeface="Arial"/>
              </a:defRPr>
            </a:lvl9pPr>
          </a:lstStyle>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Is the vehicle pointing along the path?</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Is the front axle to one side of it?</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Combine those two corrections.</a:t>
            </a:r>
          </a:p>
        </p:txBody>
      </p:sp>
      <p:sp>
        <p:nvSpPr>
          <p:cNvPr id="6" name="Open interactive demonstration">
            <a:extLst xmlns:a="http://schemas.openxmlformats.org/drawingml/2006/main">
              <a:ext uri="{FF2B5EF4-FFF2-40B4-BE49-F238E27FC236}">
                <a16:creationId xmlns:a16="http://schemas.microsoft.com/office/drawing/2014/main" id="{CC21A907-94CB-443E-ACE5-360FEAADEAD6}"/>
              </a:ext>
            </a:extLst>
          </p:cNvPr>
          <p:cNvSpPr>
            <a:spLocks xmlns:a="http://schemas.openxmlformats.org/drawingml/2006/main" noGrp="1"/>
          </p:cNvSpPr>
          <p:nvPr/>
        </p:nvSpPr>
        <p:spPr>
          <a:xfrm xmlns:a="http://schemas.openxmlformats.org/drawingml/2006/main">
            <a:off x="523875" y="4543425"/>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425" b="0">
                <a:solidFill>
                  <a:srgbClr val="00539F"/>
                </a:solidFill>
                <a:latin typeface="Arial"/>
                <a:ea typeface="Arial"/>
                <a:cs typeface="Arial"/>
              </a:defRPr>
            </a:defPPr>
            <a:lvl1pPr>
              <a:defRPr sz="1425" b="0">
                <a:solidFill>
                  <a:srgbClr val="00539F"/>
                </a:solidFill>
                <a:latin typeface="Arial"/>
                <a:ea typeface="Arial"/>
                <a:cs typeface="Arial"/>
              </a:defRPr>
            </a:lvl1pPr>
            <a:lvl2pPr>
              <a:defRPr sz="1425" b="0">
                <a:solidFill>
                  <a:srgbClr val="00539F"/>
                </a:solidFill>
                <a:latin typeface="Arial"/>
                <a:ea typeface="Arial"/>
                <a:cs typeface="Arial"/>
              </a:defRPr>
            </a:lvl2pPr>
            <a:lvl3pPr>
              <a:defRPr sz="1425" b="0">
                <a:solidFill>
                  <a:srgbClr val="00539F"/>
                </a:solidFill>
                <a:latin typeface="Arial"/>
                <a:ea typeface="Arial"/>
                <a:cs typeface="Arial"/>
              </a:defRPr>
            </a:lvl3pPr>
            <a:lvl4pPr>
              <a:defRPr sz="1425" b="0">
                <a:solidFill>
                  <a:srgbClr val="00539F"/>
                </a:solidFill>
                <a:latin typeface="Arial"/>
                <a:ea typeface="Arial"/>
                <a:cs typeface="Arial"/>
              </a:defRPr>
            </a:lvl4pPr>
            <a:lvl5pPr>
              <a:defRPr sz="1425" b="0">
                <a:solidFill>
                  <a:srgbClr val="00539F"/>
                </a:solidFill>
                <a:latin typeface="Arial"/>
                <a:ea typeface="Arial"/>
                <a:cs typeface="Arial"/>
              </a:defRPr>
            </a:lvl5pPr>
            <a:lvl6pPr>
              <a:defRPr sz="1425" b="0">
                <a:solidFill>
                  <a:srgbClr val="00539F"/>
                </a:solidFill>
                <a:latin typeface="Arial"/>
                <a:ea typeface="Arial"/>
                <a:cs typeface="Arial"/>
              </a:defRPr>
            </a:lvl6pPr>
            <a:lvl7pPr>
              <a:defRPr sz="1425" b="0">
                <a:solidFill>
                  <a:srgbClr val="00539F"/>
                </a:solidFill>
                <a:latin typeface="Arial"/>
                <a:ea typeface="Arial"/>
                <a:cs typeface="Arial"/>
              </a:defRPr>
            </a:lvl7pPr>
            <a:lvl8pPr>
              <a:defRPr sz="1425" b="0">
                <a:solidFill>
                  <a:srgbClr val="00539F"/>
                </a:solidFill>
                <a:latin typeface="Arial"/>
                <a:ea typeface="Arial"/>
                <a:cs typeface="Arial"/>
              </a:defRPr>
            </a:lvl8pPr>
            <a:lvl9pPr>
              <a:defRPr sz="1425" b="0">
                <a:solidFill>
                  <a:srgbClr val="00539F"/>
                </a:solidFill>
                <a:latin typeface="Arial"/>
                <a:ea typeface="Arial"/>
                <a:cs typeface="Arial"/>
              </a:defRPr>
            </a:lvl9pPr>
          </a:lstStyle>
          <a:p xmlns:a="http://schemas.openxmlformats.org/drawingml/2006/main">
            <a:pPr>
              <a:defRPr sz="1425" b="0">
                <a:solidFill>
                  <a:srgbClr val="00539F"/>
                </a:solidFill>
                <a:latin typeface="Arial"/>
                <a:ea typeface="Arial"/>
                <a:cs typeface="Arial"/>
              </a:defRPr>
            </a:pPr>
            <a:r>
              <a:rPr u="sng">
                <a:hlinkClick xmlns:r="http://schemas.openxmlformats.org/officeDocument/2006/relationships" r:id="R8e0ebfec68f94a0d"/>
              </a:rPr>
              <a:t>Open interactive demonstration</a:t>
            </a:r>
          </a:p>
        </p:txBody>
      </p:sp>
    </p:spTree>
    <p:extLst>
      <p:ext uri="{BB962C8B-B14F-4D97-AF65-F5344CB8AC3E}">
        <p14:creationId xmlns:p14="http://schemas.microsoft.com/office/powerpoint/2010/main" val="640696108"/>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FE4A73A8-3337-4ADE-98D6-7292BD988533}"/>
              </a:ext>
            </a:extLst>
          </p:cNvPr>
          <p:cNvPicPr>
            <a:picLocks xmlns:a="http://schemas.openxmlformats.org/drawingml/2006/main" noChangeAspect="1"/>
          </p:cNvPicPr>
          <p:nvPr/>
        </p:nvPicPr>
        <p:blipFill>
          <a:blip xmlns:r="http://schemas.openxmlformats.org/officeDocument/2006/relationships" xmlns:a="http://schemas.openxmlformats.org/drawingml/2006/main" r:embed="R0b2d5a89aed6406c"/>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Watch: a strong correction can arrive late">
            <a:extLst xmlns:a="http://schemas.openxmlformats.org/drawingml/2006/main">
              <a:ext uri="{FF2B5EF4-FFF2-40B4-BE49-F238E27FC236}">
                <a16:creationId xmlns:a16="http://schemas.microsoft.com/office/drawing/2014/main" id="{49BBBB8C-280F-406C-908D-FC131AD2F46C}"/>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550" b="0">
                <a:solidFill>
                  <a:srgbClr val="00A0DF"/>
                </a:solidFill>
                <a:latin typeface="Arial"/>
                <a:ea typeface="Arial"/>
                <a:cs typeface="Arial"/>
              </a:defRPr>
            </a:defPPr>
            <a:lvl1pPr>
              <a:defRPr sz="2550" b="0">
                <a:solidFill>
                  <a:srgbClr val="00A0DF"/>
                </a:solidFill>
                <a:latin typeface="Arial"/>
                <a:ea typeface="Arial"/>
                <a:cs typeface="Arial"/>
              </a:defRPr>
            </a:lvl1pPr>
            <a:lvl2pPr>
              <a:defRPr sz="2550" b="0">
                <a:solidFill>
                  <a:srgbClr val="00A0DF"/>
                </a:solidFill>
                <a:latin typeface="Arial"/>
                <a:ea typeface="Arial"/>
                <a:cs typeface="Arial"/>
              </a:defRPr>
            </a:lvl2pPr>
            <a:lvl3pPr>
              <a:defRPr sz="2550" b="0">
                <a:solidFill>
                  <a:srgbClr val="00A0DF"/>
                </a:solidFill>
                <a:latin typeface="Arial"/>
                <a:ea typeface="Arial"/>
                <a:cs typeface="Arial"/>
              </a:defRPr>
            </a:lvl3pPr>
            <a:lvl4pPr>
              <a:defRPr sz="2550" b="0">
                <a:solidFill>
                  <a:srgbClr val="00A0DF"/>
                </a:solidFill>
                <a:latin typeface="Arial"/>
                <a:ea typeface="Arial"/>
                <a:cs typeface="Arial"/>
              </a:defRPr>
            </a:lvl4pPr>
            <a:lvl5pPr>
              <a:defRPr sz="2550" b="0">
                <a:solidFill>
                  <a:srgbClr val="00A0DF"/>
                </a:solidFill>
                <a:latin typeface="Arial"/>
                <a:ea typeface="Arial"/>
                <a:cs typeface="Arial"/>
              </a:defRPr>
            </a:lvl5pPr>
            <a:lvl6pPr>
              <a:defRPr sz="2550" b="0">
                <a:solidFill>
                  <a:srgbClr val="00A0DF"/>
                </a:solidFill>
                <a:latin typeface="Arial"/>
                <a:ea typeface="Arial"/>
                <a:cs typeface="Arial"/>
              </a:defRPr>
            </a:lvl6pPr>
            <a:lvl7pPr>
              <a:defRPr sz="2550" b="0">
                <a:solidFill>
                  <a:srgbClr val="00A0DF"/>
                </a:solidFill>
                <a:latin typeface="Arial"/>
                <a:ea typeface="Arial"/>
                <a:cs typeface="Arial"/>
              </a:defRPr>
            </a:lvl7pPr>
            <a:lvl8pPr>
              <a:defRPr sz="2550" b="0">
                <a:solidFill>
                  <a:srgbClr val="00A0DF"/>
                </a:solidFill>
                <a:latin typeface="Arial"/>
                <a:ea typeface="Arial"/>
                <a:cs typeface="Arial"/>
              </a:defRPr>
            </a:lvl8pPr>
            <a:lvl9pPr>
              <a:defRPr sz="2550" b="0">
                <a:solidFill>
                  <a:srgbClr val="00A0DF"/>
                </a:solidFill>
                <a:latin typeface="Arial"/>
                <a:ea typeface="Arial"/>
                <a:cs typeface="Arial"/>
              </a:defRPr>
            </a:lvl9pPr>
          </a:lstStyle>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Watch: a strong correction can arrive late</a:t>
            </a:r>
          </a:p>
        </p:txBody>
      </p:sp>
      <p:sp>
        <p:nvSpPr>
          <p:cNvPr id="3" name="17">
            <a:extLst xmlns:a="http://schemas.openxmlformats.org/drawingml/2006/main">
              <a:ext uri="{FF2B5EF4-FFF2-40B4-BE49-F238E27FC236}">
                <a16:creationId xmlns:a16="http://schemas.microsoft.com/office/drawing/2014/main" id="{108EB3C9-26BC-4FE6-9078-30E9EAB9B49D}"/>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00539F"/>
                </a:solidFill>
                <a:latin typeface="Arial"/>
                <a:ea typeface="Arial"/>
                <a:cs typeface="Arial"/>
              </a:defRPr>
            </a:defPPr>
            <a:lvl1pPr>
              <a:defRPr sz="1200" b="0">
                <a:solidFill>
                  <a:srgbClr val="00539F"/>
                </a:solidFill>
                <a:latin typeface="Arial"/>
                <a:ea typeface="Arial"/>
                <a:cs typeface="Arial"/>
              </a:defRPr>
            </a:lvl1pPr>
            <a:lvl2pPr>
              <a:defRPr sz="1200" b="0">
                <a:solidFill>
                  <a:srgbClr val="00539F"/>
                </a:solidFill>
                <a:latin typeface="Arial"/>
                <a:ea typeface="Arial"/>
                <a:cs typeface="Arial"/>
              </a:defRPr>
            </a:lvl2pPr>
            <a:lvl3pPr>
              <a:defRPr sz="1200" b="0">
                <a:solidFill>
                  <a:srgbClr val="00539F"/>
                </a:solidFill>
                <a:latin typeface="Arial"/>
                <a:ea typeface="Arial"/>
                <a:cs typeface="Arial"/>
              </a:defRPr>
            </a:lvl3pPr>
            <a:lvl4pPr>
              <a:defRPr sz="1200" b="0">
                <a:solidFill>
                  <a:srgbClr val="00539F"/>
                </a:solidFill>
                <a:latin typeface="Arial"/>
                <a:ea typeface="Arial"/>
                <a:cs typeface="Arial"/>
              </a:defRPr>
            </a:lvl4pPr>
            <a:lvl5pPr>
              <a:defRPr sz="1200" b="0">
                <a:solidFill>
                  <a:srgbClr val="00539F"/>
                </a:solidFill>
                <a:latin typeface="Arial"/>
                <a:ea typeface="Arial"/>
                <a:cs typeface="Arial"/>
              </a:defRPr>
            </a:lvl5pPr>
            <a:lvl6pPr>
              <a:defRPr sz="1200" b="0">
                <a:solidFill>
                  <a:srgbClr val="00539F"/>
                </a:solidFill>
                <a:latin typeface="Arial"/>
                <a:ea typeface="Arial"/>
                <a:cs typeface="Arial"/>
              </a:defRPr>
            </a:lvl6pPr>
            <a:lvl7pPr>
              <a:defRPr sz="1200" b="0">
                <a:solidFill>
                  <a:srgbClr val="00539F"/>
                </a:solidFill>
                <a:latin typeface="Arial"/>
                <a:ea typeface="Arial"/>
                <a:cs typeface="Arial"/>
              </a:defRPr>
            </a:lvl7pPr>
            <a:lvl8pPr>
              <a:defRPr sz="1200" b="0">
                <a:solidFill>
                  <a:srgbClr val="00539F"/>
                </a:solidFill>
                <a:latin typeface="Arial"/>
                <a:ea typeface="Arial"/>
                <a:cs typeface="Arial"/>
              </a:defRPr>
            </a:lvl8pPr>
            <a:lvl9pPr>
              <a:defRPr sz="1200" b="0">
                <a:solidFill>
                  <a:srgbClr val="00539F"/>
                </a:solidFill>
                <a:latin typeface="Arial"/>
                <a:ea typeface="Arial"/>
                <a:cs typeface="Arial"/>
              </a:defRPr>
            </a:lvl9pPr>
          </a:lstStyle>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17</a:t>
            </a:r>
          </a:p>
        </p:txBody>
      </p:sp>
      <p:pic>
        <p:nvPicPr>
          <p:cNvPr id="4" name="">
            <a:extLst xmlns:a="http://schemas.openxmlformats.org/drawingml/2006/main">
              <a:ext uri="{FF2B5EF4-FFF2-40B4-BE49-F238E27FC236}">
                <a16:creationId xmlns:a16="http://schemas.microsoft.com/office/drawing/2014/main" id="{D8DF96DD-3D0C-4D35-A0AA-00556BEFB41C}"/>
              </a:ext>
            </a:extLst>
          </p:cNvPr>
          <p:cNvPicPr>
            <a:picLocks xmlns:a="http://schemas.openxmlformats.org/drawingml/2006/main" noChangeAspect="1"/>
          </p:cNvPicPr>
          <p:nvPr/>
        </p:nvPicPr>
        <p:blipFill>
          <a:blip xmlns:r="http://schemas.openxmlformats.org/officeDocument/2006/relationships" xmlns:a="http://schemas.openxmlformats.org/drawingml/2006/main" r:embed="R53d68fdcf3ce4e4c"/>
          <a:stretch xmlns:a="http://schemas.openxmlformats.org/drawingml/2006/main"/>
        </p:blipFill>
        <p:spPr>
          <a:xfrm xmlns:a="http://schemas.openxmlformats.org/drawingml/2006/main">
            <a:off x="495300" y="1500188"/>
            <a:ext cx="5524500" cy="2762250"/>
          </a:xfrm>
          <a:prstGeom xmlns:a="http://schemas.openxmlformats.org/drawingml/2006/main" prst="rect">
            <a:avLst/>
          </a:prstGeom>
        </p:spPr>
      </p:pic>
      <p:sp>
        <p:nvSpPr>
          <p:cNvPr id="5" name="A stronger response tries to remove the error quickly.&#10;&#10;Delay me">
            <a:extLst xmlns:a="http://schemas.openxmlformats.org/drawingml/2006/main">
              <a:ext uri="{FF2B5EF4-FFF2-40B4-BE49-F238E27FC236}">
                <a16:creationId xmlns:a16="http://schemas.microsoft.com/office/drawing/2014/main" id="{81E34248-7B5E-4E9E-BB44-3DDDF4925D42}"/>
              </a:ext>
            </a:extLst>
          </p:cNvPr>
          <p:cNvSpPr>
            <a:spLocks xmlns:a="http://schemas.openxmlformats.org/drawingml/2006/main" noGrp="1"/>
          </p:cNvSpPr>
          <p:nvPr/>
        </p:nvSpPr>
        <p:spPr>
          <a:xfrm xmlns:a="http://schemas.openxmlformats.org/drawingml/2006/main">
            <a:off x="6286500" y="1476375"/>
            <a:ext cx="236220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650" b="0">
                <a:solidFill>
                  <a:srgbClr val="17324D"/>
                </a:solidFill>
                <a:latin typeface="Arial"/>
                <a:ea typeface="Arial"/>
                <a:cs typeface="Arial"/>
              </a:defRPr>
            </a:defPPr>
            <a:lvl1pPr>
              <a:defRPr sz="1650" b="0">
                <a:solidFill>
                  <a:srgbClr val="17324D"/>
                </a:solidFill>
                <a:latin typeface="Arial"/>
                <a:ea typeface="Arial"/>
                <a:cs typeface="Arial"/>
              </a:defRPr>
            </a:lvl1pPr>
            <a:lvl2pPr>
              <a:defRPr sz="1650" b="0">
                <a:solidFill>
                  <a:srgbClr val="17324D"/>
                </a:solidFill>
                <a:latin typeface="Arial"/>
                <a:ea typeface="Arial"/>
                <a:cs typeface="Arial"/>
              </a:defRPr>
            </a:lvl2pPr>
            <a:lvl3pPr>
              <a:defRPr sz="1650" b="0">
                <a:solidFill>
                  <a:srgbClr val="17324D"/>
                </a:solidFill>
                <a:latin typeface="Arial"/>
                <a:ea typeface="Arial"/>
                <a:cs typeface="Arial"/>
              </a:defRPr>
            </a:lvl3pPr>
            <a:lvl4pPr>
              <a:defRPr sz="1650" b="0">
                <a:solidFill>
                  <a:srgbClr val="17324D"/>
                </a:solidFill>
                <a:latin typeface="Arial"/>
                <a:ea typeface="Arial"/>
                <a:cs typeface="Arial"/>
              </a:defRPr>
            </a:lvl4pPr>
            <a:lvl5pPr>
              <a:defRPr sz="1650" b="0">
                <a:solidFill>
                  <a:srgbClr val="17324D"/>
                </a:solidFill>
                <a:latin typeface="Arial"/>
                <a:ea typeface="Arial"/>
                <a:cs typeface="Arial"/>
              </a:defRPr>
            </a:lvl5pPr>
            <a:lvl6pPr>
              <a:defRPr sz="1650" b="0">
                <a:solidFill>
                  <a:srgbClr val="17324D"/>
                </a:solidFill>
                <a:latin typeface="Arial"/>
                <a:ea typeface="Arial"/>
                <a:cs typeface="Arial"/>
              </a:defRPr>
            </a:lvl6pPr>
            <a:lvl7pPr>
              <a:defRPr sz="1650" b="0">
                <a:solidFill>
                  <a:srgbClr val="17324D"/>
                </a:solidFill>
                <a:latin typeface="Arial"/>
                <a:ea typeface="Arial"/>
                <a:cs typeface="Arial"/>
              </a:defRPr>
            </a:lvl7pPr>
            <a:lvl8pPr>
              <a:defRPr sz="1650" b="0">
                <a:solidFill>
                  <a:srgbClr val="17324D"/>
                </a:solidFill>
                <a:latin typeface="Arial"/>
                <a:ea typeface="Arial"/>
                <a:cs typeface="Arial"/>
              </a:defRPr>
            </a:lvl8pPr>
            <a:lvl9pPr>
              <a:defRPr sz="1650" b="0">
                <a:solidFill>
                  <a:srgbClr val="17324D"/>
                </a:solidFill>
                <a:latin typeface="Arial"/>
                <a:ea typeface="Arial"/>
                <a:cs typeface="Arial"/>
              </a:defRPr>
            </a:lvl9pPr>
          </a:lstStyle>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A stronger response tries to remove the error quickly.</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Delay means the vehicle has moved before it acts.</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Repeated late corrections can create oscillation.</a:t>
            </a:r>
          </a:p>
        </p:txBody>
      </p:sp>
      <p:sp>
        <p:nvSpPr>
          <p:cNvPr id="6" name="Open interactive demonstration">
            <a:extLst xmlns:a="http://schemas.openxmlformats.org/drawingml/2006/main">
              <a:ext uri="{FF2B5EF4-FFF2-40B4-BE49-F238E27FC236}">
                <a16:creationId xmlns:a16="http://schemas.microsoft.com/office/drawing/2014/main" id="{6919FE98-016D-451C-9188-E8CCBF3F21FF}"/>
              </a:ext>
            </a:extLst>
          </p:cNvPr>
          <p:cNvSpPr>
            <a:spLocks xmlns:a="http://schemas.openxmlformats.org/drawingml/2006/main" noGrp="1"/>
          </p:cNvSpPr>
          <p:nvPr/>
        </p:nvSpPr>
        <p:spPr>
          <a:xfrm xmlns:a="http://schemas.openxmlformats.org/drawingml/2006/main">
            <a:off x="523875" y="4543425"/>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425" b="0">
                <a:solidFill>
                  <a:srgbClr val="00539F"/>
                </a:solidFill>
                <a:latin typeface="Arial"/>
                <a:ea typeface="Arial"/>
                <a:cs typeface="Arial"/>
              </a:defRPr>
            </a:defPPr>
            <a:lvl1pPr>
              <a:defRPr sz="1425" b="0">
                <a:solidFill>
                  <a:srgbClr val="00539F"/>
                </a:solidFill>
                <a:latin typeface="Arial"/>
                <a:ea typeface="Arial"/>
                <a:cs typeface="Arial"/>
              </a:defRPr>
            </a:lvl1pPr>
            <a:lvl2pPr>
              <a:defRPr sz="1425" b="0">
                <a:solidFill>
                  <a:srgbClr val="00539F"/>
                </a:solidFill>
                <a:latin typeface="Arial"/>
                <a:ea typeface="Arial"/>
                <a:cs typeface="Arial"/>
              </a:defRPr>
            </a:lvl2pPr>
            <a:lvl3pPr>
              <a:defRPr sz="1425" b="0">
                <a:solidFill>
                  <a:srgbClr val="00539F"/>
                </a:solidFill>
                <a:latin typeface="Arial"/>
                <a:ea typeface="Arial"/>
                <a:cs typeface="Arial"/>
              </a:defRPr>
            </a:lvl3pPr>
            <a:lvl4pPr>
              <a:defRPr sz="1425" b="0">
                <a:solidFill>
                  <a:srgbClr val="00539F"/>
                </a:solidFill>
                <a:latin typeface="Arial"/>
                <a:ea typeface="Arial"/>
                <a:cs typeface="Arial"/>
              </a:defRPr>
            </a:lvl4pPr>
            <a:lvl5pPr>
              <a:defRPr sz="1425" b="0">
                <a:solidFill>
                  <a:srgbClr val="00539F"/>
                </a:solidFill>
                <a:latin typeface="Arial"/>
                <a:ea typeface="Arial"/>
                <a:cs typeface="Arial"/>
              </a:defRPr>
            </a:lvl5pPr>
            <a:lvl6pPr>
              <a:defRPr sz="1425" b="0">
                <a:solidFill>
                  <a:srgbClr val="00539F"/>
                </a:solidFill>
                <a:latin typeface="Arial"/>
                <a:ea typeface="Arial"/>
                <a:cs typeface="Arial"/>
              </a:defRPr>
            </a:lvl6pPr>
            <a:lvl7pPr>
              <a:defRPr sz="1425" b="0">
                <a:solidFill>
                  <a:srgbClr val="00539F"/>
                </a:solidFill>
                <a:latin typeface="Arial"/>
                <a:ea typeface="Arial"/>
                <a:cs typeface="Arial"/>
              </a:defRPr>
            </a:lvl7pPr>
            <a:lvl8pPr>
              <a:defRPr sz="1425" b="0">
                <a:solidFill>
                  <a:srgbClr val="00539F"/>
                </a:solidFill>
                <a:latin typeface="Arial"/>
                <a:ea typeface="Arial"/>
                <a:cs typeface="Arial"/>
              </a:defRPr>
            </a:lvl8pPr>
            <a:lvl9pPr>
              <a:defRPr sz="1425" b="0">
                <a:solidFill>
                  <a:srgbClr val="00539F"/>
                </a:solidFill>
                <a:latin typeface="Arial"/>
                <a:ea typeface="Arial"/>
                <a:cs typeface="Arial"/>
              </a:defRPr>
            </a:lvl9pPr>
          </a:lstStyle>
          <a:p xmlns:a="http://schemas.openxmlformats.org/drawingml/2006/main">
            <a:pPr>
              <a:defRPr sz="1425" b="0">
                <a:solidFill>
                  <a:srgbClr val="00539F"/>
                </a:solidFill>
                <a:latin typeface="Arial"/>
                <a:ea typeface="Arial"/>
                <a:cs typeface="Arial"/>
              </a:defRPr>
            </a:pPr>
            <a:r>
              <a:rPr u="sng">
                <a:hlinkClick xmlns:r="http://schemas.openxmlformats.org/officeDocument/2006/relationships" r:id="R54c77206abbc4aaa"/>
              </a:rPr>
              <a:t>Open interactive demonstration</a:t>
            </a:r>
          </a:p>
        </p:txBody>
      </p:sp>
    </p:spTree>
    <p:extLst>
      <p:ext uri="{BB962C8B-B14F-4D97-AF65-F5344CB8AC3E}">
        <p14:creationId xmlns:p14="http://schemas.microsoft.com/office/powerpoint/2010/main" val="603804535"/>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9" name="">
            <a:extLst xmlns:a="http://schemas.openxmlformats.org/drawingml/2006/main">
              <a:ext uri="{FF2B5EF4-FFF2-40B4-BE49-F238E27FC236}">
                <a16:creationId xmlns:a16="http://schemas.microsoft.com/office/drawing/2014/main" id="{B912F2A0-E698-40CE-B2B9-CD279DE6A5B2}"/>
              </a:ext>
            </a:extLst>
          </p:cNvPr>
          <p:cNvPicPr>
            <a:picLocks xmlns:a="http://schemas.openxmlformats.org/drawingml/2006/main" noChangeAspect="1"/>
          </p:cNvPicPr>
          <p:nvPr/>
        </p:nvPicPr>
        <p:blipFill>
          <a:blip xmlns:r="http://schemas.openxmlformats.org/officeDocument/2006/relationships" xmlns:a="http://schemas.openxmlformats.org/drawingml/2006/main" r:embed="R03cc1cb581a14ff2"/>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Using a model to choose a response">
            <a:extLst xmlns:a="http://schemas.openxmlformats.org/drawingml/2006/main">
              <a:ext uri="{FF2B5EF4-FFF2-40B4-BE49-F238E27FC236}">
                <a16:creationId xmlns:a16="http://schemas.microsoft.com/office/drawing/2014/main" id="{C046E0C6-C4B0-4945-99AC-E0508F1B7FC2}"/>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550" b="0">
                <a:solidFill>
                  <a:srgbClr val="00A0DF"/>
                </a:solidFill>
                <a:latin typeface="Arial"/>
                <a:ea typeface="Arial"/>
                <a:cs typeface="Arial"/>
              </a:defRPr>
            </a:defPPr>
            <a:lvl1pPr>
              <a:defRPr sz="2550" b="0">
                <a:solidFill>
                  <a:srgbClr val="00A0DF"/>
                </a:solidFill>
                <a:latin typeface="Arial"/>
                <a:ea typeface="Arial"/>
                <a:cs typeface="Arial"/>
              </a:defRPr>
            </a:lvl1pPr>
            <a:lvl2pPr>
              <a:defRPr sz="2550" b="0">
                <a:solidFill>
                  <a:srgbClr val="00A0DF"/>
                </a:solidFill>
                <a:latin typeface="Arial"/>
                <a:ea typeface="Arial"/>
                <a:cs typeface="Arial"/>
              </a:defRPr>
            </a:lvl2pPr>
            <a:lvl3pPr>
              <a:defRPr sz="2550" b="0">
                <a:solidFill>
                  <a:srgbClr val="00A0DF"/>
                </a:solidFill>
                <a:latin typeface="Arial"/>
                <a:ea typeface="Arial"/>
                <a:cs typeface="Arial"/>
              </a:defRPr>
            </a:lvl3pPr>
            <a:lvl4pPr>
              <a:defRPr sz="2550" b="0">
                <a:solidFill>
                  <a:srgbClr val="00A0DF"/>
                </a:solidFill>
                <a:latin typeface="Arial"/>
                <a:ea typeface="Arial"/>
                <a:cs typeface="Arial"/>
              </a:defRPr>
            </a:lvl4pPr>
            <a:lvl5pPr>
              <a:defRPr sz="2550" b="0">
                <a:solidFill>
                  <a:srgbClr val="00A0DF"/>
                </a:solidFill>
                <a:latin typeface="Arial"/>
                <a:ea typeface="Arial"/>
                <a:cs typeface="Arial"/>
              </a:defRPr>
            </a:lvl5pPr>
            <a:lvl6pPr>
              <a:defRPr sz="2550" b="0">
                <a:solidFill>
                  <a:srgbClr val="00A0DF"/>
                </a:solidFill>
                <a:latin typeface="Arial"/>
                <a:ea typeface="Arial"/>
                <a:cs typeface="Arial"/>
              </a:defRPr>
            </a:lvl6pPr>
            <a:lvl7pPr>
              <a:defRPr sz="2550" b="0">
                <a:solidFill>
                  <a:srgbClr val="00A0DF"/>
                </a:solidFill>
                <a:latin typeface="Arial"/>
                <a:ea typeface="Arial"/>
                <a:cs typeface="Arial"/>
              </a:defRPr>
            </a:lvl7pPr>
            <a:lvl8pPr>
              <a:defRPr sz="2550" b="0">
                <a:solidFill>
                  <a:srgbClr val="00A0DF"/>
                </a:solidFill>
                <a:latin typeface="Arial"/>
                <a:ea typeface="Arial"/>
                <a:cs typeface="Arial"/>
              </a:defRPr>
            </a:lvl8pPr>
            <a:lvl9pPr>
              <a:defRPr sz="2550" b="0">
                <a:solidFill>
                  <a:srgbClr val="00A0DF"/>
                </a:solidFill>
                <a:latin typeface="Arial"/>
                <a:ea typeface="Arial"/>
                <a:cs typeface="Arial"/>
              </a:defRPr>
            </a:lvl9pPr>
          </a:lstStyle>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Using a model to choose a response</a:t>
            </a:r>
          </a:p>
        </p:txBody>
      </p:sp>
      <p:sp>
        <p:nvSpPr>
          <p:cNvPr id="3" name="18">
            <a:extLst xmlns:a="http://schemas.openxmlformats.org/drawingml/2006/main">
              <a:ext uri="{FF2B5EF4-FFF2-40B4-BE49-F238E27FC236}">
                <a16:creationId xmlns:a16="http://schemas.microsoft.com/office/drawing/2014/main" id="{22346BAD-0BAC-471B-AF6C-0D4987BD63DE}"/>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00539F"/>
                </a:solidFill>
                <a:latin typeface="Arial"/>
                <a:ea typeface="Arial"/>
                <a:cs typeface="Arial"/>
              </a:defRPr>
            </a:defPPr>
            <a:lvl1pPr>
              <a:defRPr sz="1200" b="0">
                <a:solidFill>
                  <a:srgbClr val="00539F"/>
                </a:solidFill>
                <a:latin typeface="Arial"/>
                <a:ea typeface="Arial"/>
                <a:cs typeface="Arial"/>
              </a:defRPr>
            </a:lvl1pPr>
            <a:lvl2pPr>
              <a:defRPr sz="1200" b="0">
                <a:solidFill>
                  <a:srgbClr val="00539F"/>
                </a:solidFill>
                <a:latin typeface="Arial"/>
                <a:ea typeface="Arial"/>
                <a:cs typeface="Arial"/>
              </a:defRPr>
            </a:lvl2pPr>
            <a:lvl3pPr>
              <a:defRPr sz="1200" b="0">
                <a:solidFill>
                  <a:srgbClr val="00539F"/>
                </a:solidFill>
                <a:latin typeface="Arial"/>
                <a:ea typeface="Arial"/>
                <a:cs typeface="Arial"/>
              </a:defRPr>
            </a:lvl3pPr>
            <a:lvl4pPr>
              <a:defRPr sz="1200" b="0">
                <a:solidFill>
                  <a:srgbClr val="00539F"/>
                </a:solidFill>
                <a:latin typeface="Arial"/>
                <a:ea typeface="Arial"/>
                <a:cs typeface="Arial"/>
              </a:defRPr>
            </a:lvl4pPr>
            <a:lvl5pPr>
              <a:defRPr sz="1200" b="0">
                <a:solidFill>
                  <a:srgbClr val="00539F"/>
                </a:solidFill>
                <a:latin typeface="Arial"/>
                <a:ea typeface="Arial"/>
                <a:cs typeface="Arial"/>
              </a:defRPr>
            </a:lvl5pPr>
            <a:lvl6pPr>
              <a:defRPr sz="1200" b="0">
                <a:solidFill>
                  <a:srgbClr val="00539F"/>
                </a:solidFill>
                <a:latin typeface="Arial"/>
                <a:ea typeface="Arial"/>
                <a:cs typeface="Arial"/>
              </a:defRPr>
            </a:lvl6pPr>
            <a:lvl7pPr>
              <a:defRPr sz="1200" b="0">
                <a:solidFill>
                  <a:srgbClr val="00539F"/>
                </a:solidFill>
                <a:latin typeface="Arial"/>
                <a:ea typeface="Arial"/>
                <a:cs typeface="Arial"/>
              </a:defRPr>
            </a:lvl7pPr>
            <a:lvl8pPr>
              <a:defRPr sz="1200" b="0">
                <a:solidFill>
                  <a:srgbClr val="00539F"/>
                </a:solidFill>
                <a:latin typeface="Arial"/>
                <a:ea typeface="Arial"/>
                <a:cs typeface="Arial"/>
              </a:defRPr>
            </a:lvl8pPr>
            <a:lvl9pPr>
              <a:defRPr sz="1200" b="0">
                <a:solidFill>
                  <a:srgbClr val="00539F"/>
                </a:solidFill>
                <a:latin typeface="Arial"/>
                <a:ea typeface="Arial"/>
                <a:cs typeface="Arial"/>
              </a:defRPr>
            </a:lvl9pPr>
          </a:lstStyle>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18</a:t>
            </a:r>
          </a:p>
        </p:txBody>
      </p:sp>
      <p:sp>
        <p:nvSpPr>
          <p:cNvPr id="4" name="">
            <a:extLst xmlns:a="http://schemas.openxmlformats.org/drawingml/2006/main">
              <a:ext uri="{FF2B5EF4-FFF2-40B4-BE49-F238E27FC236}">
                <a16:creationId xmlns:a16="http://schemas.microsoft.com/office/drawing/2014/main" id="{E259E885-01EA-496C-BB28-B05348D1683D}"/>
              </a:ext>
            </a:extLst>
          </p:cNvPr>
          <p:cNvSpPr>
            <a:spLocks xmlns:a="http://schemas.openxmlformats.org/drawingml/2006/main" noGrp="1"/>
          </p:cNvSpPr>
          <p:nvPr/>
        </p:nvSpPr>
        <p:spPr>
          <a:xfrm xmlns:a="http://schemas.openxmlformats.org/drawingml/2006/main">
            <a:off x="523875" y="1819275"/>
            <a:ext cx="2546350" cy="1619250"/>
          </a:xfrm>
          <a:prstGeom xmlns:a="http://schemas.openxmlformats.org/drawingml/2006/main" prst="roundRect">
            <a:avLst>
              <a:gd name="adj" fmla="val 4706"/>
            </a:avLst>
          </a:prstGeom>
          <a:solidFill xmlns:a="http://schemas.openxmlformats.org/drawingml/2006/main">
            <a:srgbClr val="EDF6FC"/>
          </a:solidFill>
          <a:ln xmlns:a="http://schemas.openxmlformats.org/drawingml/2006/main" w="9525">
            <a:solidFill>
              <a:srgbClr val="A9CDDF"/>
            </a:solidFill>
          </a:ln>
        </p:spPr>
      </p:sp>
      <p:sp>
        <p:nvSpPr>
          <p:cNvPr id="5" name="1">
            <a:extLst xmlns:a="http://schemas.openxmlformats.org/drawingml/2006/main">
              <a:ext uri="{FF2B5EF4-FFF2-40B4-BE49-F238E27FC236}">
                <a16:creationId xmlns:a16="http://schemas.microsoft.com/office/drawing/2014/main" id="{FB206801-B156-4A00-9494-9F8D92183117}"/>
              </a:ext>
            </a:extLst>
          </p:cNvPr>
          <p:cNvSpPr>
            <a:spLocks xmlns:a="http://schemas.openxmlformats.org/drawingml/2006/main" noGrp="1"/>
          </p:cNvSpPr>
          <p:nvPr/>
        </p:nvSpPr>
        <p:spPr>
          <a:xfrm xmlns:a="http://schemas.openxmlformats.org/drawingml/2006/main">
            <a:off x="657225" y="1971675"/>
            <a:ext cx="22796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800" b="1">
                <a:solidFill>
                  <a:srgbClr val="00539F"/>
                </a:solidFill>
                <a:latin typeface="Arial"/>
                <a:ea typeface="Arial"/>
                <a:cs typeface="Arial"/>
              </a:defRPr>
            </a:defPPr>
            <a:lvl1pPr>
              <a:defRPr sz="1800" b="1">
                <a:solidFill>
                  <a:srgbClr val="00539F"/>
                </a:solidFill>
                <a:latin typeface="Arial"/>
                <a:ea typeface="Arial"/>
                <a:cs typeface="Arial"/>
              </a:defRPr>
            </a:lvl1pPr>
            <a:lvl2pPr>
              <a:defRPr sz="1800" b="1">
                <a:solidFill>
                  <a:srgbClr val="00539F"/>
                </a:solidFill>
                <a:latin typeface="Arial"/>
                <a:ea typeface="Arial"/>
                <a:cs typeface="Arial"/>
              </a:defRPr>
            </a:lvl2pPr>
            <a:lvl3pPr>
              <a:defRPr sz="1800" b="1">
                <a:solidFill>
                  <a:srgbClr val="00539F"/>
                </a:solidFill>
                <a:latin typeface="Arial"/>
                <a:ea typeface="Arial"/>
                <a:cs typeface="Arial"/>
              </a:defRPr>
            </a:lvl3pPr>
            <a:lvl4pPr>
              <a:defRPr sz="1800" b="1">
                <a:solidFill>
                  <a:srgbClr val="00539F"/>
                </a:solidFill>
                <a:latin typeface="Arial"/>
                <a:ea typeface="Arial"/>
                <a:cs typeface="Arial"/>
              </a:defRPr>
            </a:lvl4pPr>
            <a:lvl5pPr>
              <a:defRPr sz="1800" b="1">
                <a:solidFill>
                  <a:srgbClr val="00539F"/>
                </a:solidFill>
                <a:latin typeface="Arial"/>
                <a:ea typeface="Arial"/>
                <a:cs typeface="Arial"/>
              </a:defRPr>
            </a:lvl5pPr>
            <a:lvl6pPr>
              <a:defRPr sz="1800" b="1">
                <a:solidFill>
                  <a:srgbClr val="00539F"/>
                </a:solidFill>
                <a:latin typeface="Arial"/>
                <a:ea typeface="Arial"/>
                <a:cs typeface="Arial"/>
              </a:defRPr>
            </a:lvl6pPr>
            <a:lvl7pPr>
              <a:defRPr sz="1800" b="1">
                <a:solidFill>
                  <a:srgbClr val="00539F"/>
                </a:solidFill>
                <a:latin typeface="Arial"/>
                <a:ea typeface="Arial"/>
                <a:cs typeface="Arial"/>
              </a:defRPr>
            </a:lvl7pPr>
            <a:lvl8pPr>
              <a:defRPr sz="1800" b="1">
                <a:solidFill>
                  <a:srgbClr val="00539F"/>
                </a:solidFill>
                <a:latin typeface="Arial"/>
                <a:ea typeface="Arial"/>
                <a:cs typeface="Arial"/>
              </a:defRPr>
            </a:lvl8pPr>
            <a:lvl9pPr>
              <a:defRPr sz="1800" b="1">
                <a:solidFill>
                  <a:srgbClr val="00539F"/>
                </a:solidFill>
                <a:latin typeface="Arial"/>
                <a:ea typeface="Arial"/>
                <a:cs typeface="Arial"/>
              </a:defRPr>
            </a:lvl9pPr>
          </a:lstStyle>
          <a:p xmlns:a="http://schemas.openxmlformats.org/drawingml/2006/main">
            <a:pPr>
              <a:defRPr sz="1800" b="1">
                <a:solidFill>
                  <a:srgbClr val="00539F"/>
                </a:solidFill>
                <a:latin typeface="Arial"/>
                <a:ea typeface="Arial"/>
                <a:cs typeface="Arial"/>
              </a:defRPr>
            </a:pPr>
            <a:r>
              <a:rPr sz="1800" b="1">
                <a:solidFill>
                  <a:srgbClr val="00539F"/>
                </a:solidFill>
                <a:latin typeface="Arial"/>
                <a:ea typeface="Arial"/>
                <a:cs typeface="Arial"/>
              </a:rPr>
              <a:t>1</a:t>
            </a:r>
          </a:p>
        </p:txBody>
      </p:sp>
      <p:sp>
        <p:nvSpPr>
          <p:cNvPr id="6" name="Current situation">
            <a:extLst xmlns:a="http://schemas.openxmlformats.org/drawingml/2006/main">
              <a:ext uri="{FF2B5EF4-FFF2-40B4-BE49-F238E27FC236}">
                <a16:creationId xmlns:a16="http://schemas.microsoft.com/office/drawing/2014/main" id="{6C9DB2E2-35AD-4C27-A070-DEF5714686C5}"/>
              </a:ext>
            </a:extLst>
          </p:cNvPr>
          <p:cNvSpPr>
            <a:spLocks xmlns:a="http://schemas.openxmlformats.org/drawingml/2006/main" noGrp="1"/>
          </p:cNvSpPr>
          <p:nvPr/>
        </p:nvSpPr>
        <p:spPr>
          <a:xfrm xmlns:a="http://schemas.openxmlformats.org/drawingml/2006/main">
            <a:off x="657225" y="2362200"/>
            <a:ext cx="22796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725" b="1">
                <a:solidFill>
                  <a:srgbClr val="00539F"/>
                </a:solidFill>
                <a:latin typeface="Arial"/>
                <a:ea typeface="Arial"/>
                <a:cs typeface="Arial"/>
              </a:defRPr>
            </a:defPPr>
            <a:lvl1pPr>
              <a:defRPr sz="1725" b="1">
                <a:solidFill>
                  <a:srgbClr val="00539F"/>
                </a:solidFill>
                <a:latin typeface="Arial"/>
                <a:ea typeface="Arial"/>
                <a:cs typeface="Arial"/>
              </a:defRPr>
            </a:lvl1pPr>
            <a:lvl2pPr>
              <a:defRPr sz="1725" b="1">
                <a:solidFill>
                  <a:srgbClr val="00539F"/>
                </a:solidFill>
                <a:latin typeface="Arial"/>
                <a:ea typeface="Arial"/>
                <a:cs typeface="Arial"/>
              </a:defRPr>
            </a:lvl2pPr>
            <a:lvl3pPr>
              <a:defRPr sz="1725" b="1">
                <a:solidFill>
                  <a:srgbClr val="00539F"/>
                </a:solidFill>
                <a:latin typeface="Arial"/>
                <a:ea typeface="Arial"/>
                <a:cs typeface="Arial"/>
              </a:defRPr>
            </a:lvl3pPr>
            <a:lvl4pPr>
              <a:defRPr sz="1725" b="1">
                <a:solidFill>
                  <a:srgbClr val="00539F"/>
                </a:solidFill>
                <a:latin typeface="Arial"/>
                <a:ea typeface="Arial"/>
                <a:cs typeface="Arial"/>
              </a:defRPr>
            </a:lvl4pPr>
            <a:lvl5pPr>
              <a:defRPr sz="1725" b="1">
                <a:solidFill>
                  <a:srgbClr val="00539F"/>
                </a:solidFill>
                <a:latin typeface="Arial"/>
                <a:ea typeface="Arial"/>
                <a:cs typeface="Arial"/>
              </a:defRPr>
            </a:lvl5pPr>
            <a:lvl6pPr>
              <a:defRPr sz="1725" b="1">
                <a:solidFill>
                  <a:srgbClr val="00539F"/>
                </a:solidFill>
                <a:latin typeface="Arial"/>
                <a:ea typeface="Arial"/>
                <a:cs typeface="Arial"/>
              </a:defRPr>
            </a:lvl6pPr>
            <a:lvl7pPr>
              <a:defRPr sz="1725" b="1">
                <a:solidFill>
                  <a:srgbClr val="00539F"/>
                </a:solidFill>
                <a:latin typeface="Arial"/>
                <a:ea typeface="Arial"/>
                <a:cs typeface="Arial"/>
              </a:defRPr>
            </a:lvl7pPr>
            <a:lvl8pPr>
              <a:defRPr sz="1725" b="1">
                <a:solidFill>
                  <a:srgbClr val="00539F"/>
                </a:solidFill>
                <a:latin typeface="Arial"/>
                <a:ea typeface="Arial"/>
                <a:cs typeface="Arial"/>
              </a:defRPr>
            </a:lvl8pPr>
            <a:lvl9pPr>
              <a:defRPr sz="1725" b="1">
                <a:solidFill>
                  <a:srgbClr val="00539F"/>
                </a:solidFill>
                <a:latin typeface="Arial"/>
                <a:ea typeface="Arial"/>
                <a:cs typeface="Arial"/>
              </a:defRPr>
            </a:lvl9pPr>
          </a:lstStyle>
          <a:p xmlns:a="http://schemas.openxmlformats.org/drawingml/2006/main">
            <a:pPr>
              <a:defRPr sz="1725" b="1">
                <a:solidFill>
                  <a:srgbClr val="00539F"/>
                </a:solidFill>
                <a:latin typeface="Arial"/>
                <a:ea typeface="Arial"/>
                <a:cs typeface="Arial"/>
              </a:defRPr>
            </a:pPr>
            <a:r>
              <a:rPr sz="1725" b="1">
                <a:solidFill>
                  <a:srgbClr val="00539F"/>
                </a:solidFill>
                <a:latin typeface="Arial"/>
                <a:ea typeface="Arial"/>
                <a:cs typeface="Arial"/>
              </a:rPr>
              <a:t>Current situation</a:t>
            </a:r>
          </a:p>
        </p:txBody>
      </p:sp>
      <p:sp>
        <p:nvSpPr>
          <p:cNvPr id="7" name="Position and heading">
            <a:extLst xmlns:a="http://schemas.openxmlformats.org/drawingml/2006/main">
              <a:ext uri="{FF2B5EF4-FFF2-40B4-BE49-F238E27FC236}">
                <a16:creationId xmlns:a16="http://schemas.microsoft.com/office/drawing/2014/main" id="{62504327-22C0-4499-923C-9DD2AFC69CBC}"/>
              </a:ext>
            </a:extLst>
          </p:cNvPr>
          <p:cNvSpPr>
            <a:spLocks xmlns:a="http://schemas.openxmlformats.org/drawingml/2006/main" noGrp="1"/>
          </p:cNvSpPr>
          <p:nvPr/>
        </p:nvSpPr>
        <p:spPr>
          <a:xfrm xmlns:a="http://schemas.openxmlformats.org/drawingml/2006/main">
            <a:off x="657225" y="2952750"/>
            <a:ext cx="2279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500" b="0">
                <a:solidFill>
                  <a:srgbClr val="17324D"/>
                </a:solidFill>
                <a:latin typeface="Arial"/>
                <a:ea typeface="Arial"/>
                <a:cs typeface="Arial"/>
              </a:defRPr>
            </a:defPPr>
            <a:lvl1pPr>
              <a:defRPr sz="1500" b="0">
                <a:solidFill>
                  <a:srgbClr val="17324D"/>
                </a:solidFill>
                <a:latin typeface="Arial"/>
                <a:ea typeface="Arial"/>
                <a:cs typeface="Arial"/>
              </a:defRPr>
            </a:lvl1pPr>
            <a:lvl2pPr>
              <a:defRPr sz="1500" b="0">
                <a:solidFill>
                  <a:srgbClr val="17324D"/>
                </a:solidFill>
                <a:latin typeface="Arial"/>
                <a:ea typeface="Arial"/>
                <a:cs typeface="Arial"/>
              </a:defRPr>
            </a:lvl2pPr>
            <a:lvl3pPr>
              <a:defRPr sz="1500" b="0">
                <a:solidFill>
                  <a:srgbClr val="17324D"/>
                </a:solidFill>
                <a:latin typeface="Arial"/>
                <a:ea typeface="Arial"/>
                <a:cs typeface="Arial"/>
              </a:defRPr>
            </a:lvl3pPr>
            <a:lvl4pPr>
              <a:defRPr sz="1500" b="0">
                <a:solidFill>
                  <a:srgbClr val="17324D"/>
                </a:solidFill>
                <a:latin typeface="Arial"/>
                <a:ea typeface="Arial"/>
                <a:cs typeface="Arial"/>
              </a:defRPr>
            </a:lvl4pPr>
            <a:lvl5pPr>
              <a:defRPr sz="1500" b="0">
                <a:solidFill>
                  <a:srgbClr val="17324D"/>
                </a:solidFill>
                <a:latin typeface="Arial"/>
                <a:ea typeface="Arial"/>
                <a:cs typeface="Arial"/>
              </a:defRPr>
            </a:lvl5pPr>
            <a:lvl6pPr>
              <a:defRPr sz="1500" b="0">
                <a:solidFill>
                  <a:srgbClr val="17324D"/>
                </a:solidFill>
                <a:latin typeface="Arial"/>
                <a:ea typeface="Arial"/>
                <a:cs typeface="Arial"/>
              </a:defRPr>
            </a:lvl6pPr>
            <a:lvl7pPr>
              <a:defRPr sz="1500" b="0">
                <a:solidFill>
                  <a:srgbClr val="17324D"/>
                </a:solidFill>
                <a:latin typeface="Arial"/>
                <a:ea typeface="Arial"/>
                <a:cs typeface="Arial"/>
              </a:defRPr>
            </a:lvl7pPr>
            <a:lvl8pPr>
              <a:defRPr sz="1500" b="0">
                <a:solidFill>
                  <a:srgbClr val="17324D"/>
                </a:solidFill>
                <a:latin typeface="Arial"/>
                <a:ea typeface="Arial"/>
                <a:cs typeface="Arial"/>
              </a:defRPr>
            </a:lvl8pPr>
            <a:lvl9pPr>
              <a:defRPr sz="1500" b="0">
                <a:solidFill>
                  <a:srgbClr val="17324D"/>
                </a:solidFill>
                <a:latin typeface="Arial"/>
                <a:ea typeface="Arial"/>
                <a:cs typeface="Arial"/>
              </a:defRPr>
            </a:lvl9pPr>
          </a:lstStyle>
          <a:p xmlns:a="http://schemas.openxmlformats.org/drawingml/2006/main">
            <a:pPr>
              <a:defRPr sz="1500" b="0">
                <a:solidFill>
                  <a:srgbClr val="17324D"/>
                </a:solidFill>
                <a:latin typeface="Arial"/>
                <a:ea typeface="Arial"/>
                <a:cs typeface="Arial"/>
              </a:defRPr>
            </a:pPr>
            <a:r>
              <a:rPr sz="1500" b="0">
                <a:solidFill>
                  <a:srgbClr val="17324D"/>
                </a:solidFill>
                <a:latin typeface="Arial"/>
                <a:ea typeface="Arial"/>
                <a:cs typeface="Arial"/>
              </a:rPr>
              <a:t>Position and heading</a:t>
            </a:r>
          </a:p>
        </p:txBody>
      </p:sp>
      <p:sp>
        <p:nvSpPr>
          <p:cNvPr id="8" name="→">
            <a:extLst xmlns:a="http://schemas.openxmlformats.org/drawingml/2006/main">
              <a:ext uri="{FF2B5EF4-FFF2-40B4-BE49-F238E27FC236}">
                <a16:creationId xmlns:a16="http://schemas.microsoft.com/office/drawing/2014/main" id="{4F6B9EA4-8760-4946-8079-9BD560986D21}"/>
              </a:ext>
            </a:extLst>
          </p:cNvPr>
          <p:cNvSpPr>
            <a:spLocks xmlns:a="http://schemas.openxmlformats.org/drawingml/2006/main" noGrp="1"/>
          </p:cNvSpPr>
          <p:nvPr/>
        </p:nvSpPr>
        <p:spPr>
          <a:xfrm xmlns:a="http://schemas.openxmlformats.org/drawingml/2006/main">
            <a:off x="3070225" y="2352675"/>
            <a:ext cx="228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800" b="1">
                <a:solidFill>
                  <a:srgbClr val="00539F"/>
                </a:solidFill>
                <a:latin typeface="Arial"/>
                <a:ea typeface="Arial"/>
                <a:cs typeface="Arial"/>
              </a:defRPr>
            </a:defPPr>
            <a:lvl1pPr>
              <a:defRPr sz="1800" b="1">
                <a:solidFill>
                  <a:srgbClr val="00539F"/>
                </a:solidFill>
                <a:latin typeface="Arial"/>
                <a:ea typeface="Arial"/>
                <a:cs typeface="Arial"/>
              </a:defRPr>
            </a:lvl1pPr>
            <a:lvl2pPr>
              <a:defRPr sz="1800" b="1">
                <a:solidFill>
                  <a:srgbClr val="00539F"/>
                </a:solidFill>
                <a:latin typeface="Arial"/>
                <a:ea typeface="Arial"/>
                <a:cs typeface="Arial"/>
              </a:defRPr>
            </a:lvl2pPr>
            <a:lvl3pPr>
              <a:defRPr sz="1800" b="1">
                <a:solidFill>
                  <a:srgbClr val="00539F"/>
                </a:solidFill>
                <a:latin typeface="Arial"/>
                <a:ea typeface="Arial"/>
                <a:cs typeface="Arial"/>
              </a:defRPr>
            </a:lvl3pPr>
            <a:lvl4pPr>
              <a:defRPr sz="1800" b="1">
                <a:solidFill>
                  <a:srgbClr val="00539F"/>
                </a:solidFill>
                <a:latin typeface="Arial"/>
                <a:ea typeface="Arial"/>
                <a:cs typeface="Arial"/>
              </a:defRPr>
            </a:lvl4pPr>
            <a:lvl5pPr>
              <a:defRPr sz="1800" b="1">
                <a:solidFill>
                  <a:srgbClr val="00539F"/>
                </a:solidFill>
                <a:latin typeface="Arial"/>
                <a:ea typeface="Arial"/>
                <a:cs typeface="Arial"/>
              </a:defRPr>
            </a:lvl5pPr>
            <a:lvl6pPr>
              <a:defRPr sz="1800" b="1">
                <a:solidFill>
                  <a:srgbClr val="00539F"/>
                </a:solidFill>
                <a:latin typeface="Arial"/>
                <a:ea typeface="Arial"/>
                <a:cs typeface="Arial"/>
              </a:defRPr>
            </a:lvl6pPr>
            <a:lvl7pPr>
              <a:defRPr sz="1800" b="1">
                <a:solidFill>
                  <a:srgbClr val="00539F"/>
                </a:solidFill>
                <a:latin typeface="Arial"/>
                <a:ea typeface="Arial"/>
                <a:cs typeface="Arial"/>
              </a:defRPr>
            </a:lvl7pPr>
            <a:lvl8pPr>
              <a:defRPr sz="1800" b="1">
                <a:solidFill>
                  <a:srgbClr val="00539F"/>
                </a:solidFill>
                <a:latin typeface="Arial"/>
                <a:ea typeface="Arial"/>
                <a:cs typeface="Arial"/>
              </a:defRPr>
            </a:lvl8pPr>
            <a:lvl9pPr>
              <a:defRPr sz="1800" b="1">
                <a:solidFill>
                  <a:srgbClr val="00539F"/>
                </a:solidFill>
                <a:latin typeface="Arial"/>
                <a:ea typeface="Arial"/>
                <a:cs typeface="Arial"/>
              </a:defRPr>
            </a:lvl9pPr>
          </a:lstStyle>
          <a:p xmlns:a="http://schemas.openxmlformats.org/drawingml/2006/main">
            <a:pPr>
              <a:defRPr sz="1800" b="1">
                <a:solidFill>
                  <a:srgbClr val="00539F"/>
                </a:solidFill>
                <a:latin typeface="Arial"/>
                <a:ea typeface="Arial"/>
                <a:cs typeface="Arial"/>
              </a:defRPr>
            </a:pPr>
            <a:r>
              <a:rPr sz="1800" b="1">
                <a:solidFill>
                  <a:srgbClr val="00539F"/>
                </a:solidFill>
                <a:latin typeface="Arial"/>
                <a:ea typeface="Arial"/>
                <a:cs typeface="Arial"/>
              </a:rPr>
              <a:t>→</a:t>
            </a:r>
          </a:p>
        </p:txBody>
      </p:sp>
      <p:sp>
        <p:nvSpPr>
          <p:cNvPr id="9" name="">
            <a:extLst xmlns:a="http://schemas.openxmlformats.org/drawingml/2006/main">
              <a:ext uri="{FF2B5EF4-FFF2-40B4-BE49-F238E27FC236}">
                <a16:creationId xmlns:a16="http://schemas.microsoft.com/office/drawing/2014/main" id="{2F086D2C-42E2-4A0D-8509-900F8EC1098B}"/>
              </a:ext>
            </a:extLst>
          </p:cNvPr>
          <p:cNvSpPr>
            <a:spLocks xmlns:a="http://schemas.openxmlformats.org/drawingml/2006/main" noGrp="1"/>
          </p:cNvSpPr>
          <p:nvPr/>
        </p:nvSpPr>
        <p:spPr>
          <a:xfrm xmlns:a="http://schemas.openxmlformats.org/drawingml/2006/main">
            <a:off x="3298825" y="1819275"/>
            <a:ext cx="2546350" cy="1619250"/>
          </a:xfrm>
          <a:prstGeom xmlns:a="http://schemas.openxmlformats.org/drawingml/2006/main" prst="roundRect">
            <a:avLst>
              <a:gd name="adj" fmla="val 4706"/>
            </a:avLst>
          </a:prstGeom>
          <a:solidFill xmlns:a="http://schemas.openxmlformats.org/drawingml/2006/main">
            <a:srgbClr val="EDF6FC"/>
          </a:solidFill>
          <a:ln xmlns:a="http://schemas.openxmlformats.org/drawingml/2006/main" w="9525">
            <a:solidFill>
              <a:srgbClr val="A9CDDF"/>
            </a:solidFill>
          </a:ln>
        </p:spPr>
      </p:sp>
      <p:sp>
        <p:nvSpPr>
          <p:cNvPr id="10" name="2">
            <a:extLst xmlns:a="http://schemas.openxmlformats.org/drawingml/2006/main">
              <a:ext uri="{FF2B5EF4-FFF2-40B4-BE49-F238E27FC236}">
                <a16:creationId xmlns:a16="http://schemas.microsoft.com/office/drawing/2014/main" id="{C1D2AF2A-A217-43F8-BC34-F17E7F7CCBC4}"/>
              </a:ext>
            </a:extLst>
          </p:cNvPr>
          <p:cNvSpPr>
            <a:spLocks xmlns:a="http://schemas.openxmlformats.org/drawingml/2006/main" noGrp="1"/>
          </p:cNvSpPr>
          <p:nvPr/>
        </p:nvSpPr>
        <p:spPr>
          <a:xfrm xmlns:a="http://schemas.openxmlformats.org/drawingml/2006/main">
            <a:off x="3432175" y="1971675"/>
            <a:ext cx="22796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800" b="1">
                <a:solidFill>
                  <a:srgbClr val="00539F"/>
                </a:solidFill>
                <a:latin typeface="Arial"/>
                <a:ea typeface="Arial"/>
                <a:cs typeface="Arial"/>
              </a:defRPr>
            </a:defPPr>
            <a:lvl1pPr>
              <a:defRPr sz="1800" b="1">
                <a:solidFill>
                  <a:srgbClr val="00539F"/>
                </a:solidFill>
                <a:latin typeface="Arial"/>
                <a:ea typeface="Arial"/>
                <a:cs typeface="Arial"/>
              </a:defRPr>
            </a:lvl1pPr>
            <a:lvl2pPr>
              <a:defRPr sz="1800" b="1">
                <a:solidFill>
                  <a:srgbClr val="00539F"/>
                </a:solidFill>
                <a:latin typeface="Arial"/>
                <a:ea typeface="Arial"/>
                <a:cs typeface="Arial"/>
              </a:defRPr>
            </a:lvl2pPr>
            <a:lvl3pPr>
              <a:defRPr sz="1800" b="1">
                <a:solidFill>
                  <a:srgbClr val="00539F"/>
                </a:solidFill>
                <a:latin typeface="Arial"/>
                <a:ea typeface="Arial"/>
                <a:cs typeface="Arial"/>
              </a:defRPr>
            </a:lvl3pPr>
            <a:lvl4pPr>
              <a:defRPr sz="1800" b="1">
                <a:solidFill>
                  <a:srgbClr val="00539F"/>
                </a:solidFill>
                <a:latin typeface="Arial"/>
                <a:ea typeface="Arial"/>
                <a:cs typeface="Arial"/>
              </a:defRPr>
            </a:lvl4pPr>
            <a:lvl5pPr>
              <a:defRPr sz="1800" b="1">
                <a:solidFill>
                  <a:srgbClr val="00539F"/>
                </a:solidFill>
                <a:latin typeface="Arial"/>
                <a:ea typeface="Arial"/>
                <a:cs typeface="Arial"/>
              </a:defRPr>
            </a:lvl5pPr>
            <a:lvl6pPr>
              <a:defRPr sz="1800" b="1">
                <a:solidFill>
                  <a:srgbClr val="00539F"/>
                </a:solidFill>
                <a:latin typeface="Arial"/>
                <a:ea typeface="Arial"/>
                <a:cs typeface="Arial"/>
              </a:defRPr>
            </a:lvl6pPr>
            <a:lvl7pPr>
              <a:defRPr sz="1800" b="1">
                <a:solidFill>
                  <a:srgbClr val="00539F"/>
                </a:solidFill>
                <a:latin typeface="Arial"/>
                <a:ea typeface="Arial"/>
                <a:cs typeface="Arial"/>
              </a:defRPr>
            </a:lvl7pPr>
            <a:lvl8pPr>
              <a:defRPr sz="1800" b="1">
                <a:solidFill>
                  <a:srgbClr val="00539F"/>
                </a:solidFill>
                <a:latin typeface="Arial"/>
                <a:ea typeface="Arial"/>
                <a:cs typeface="Arial"/>
              </a:defRPr>
            </a:lvl8pPr>
            <a:lvl9pPr>
              <a:defRPr sz="1800" b="1">
                <a:solidFill>
                  <a:srgbClr val="00539F"/>
                </a:solidFill>
                <a:latin typeface="Arial"/>
                <a:ea typeface="Arial"/>
                <a:cs typeface="Arial"/>
              </a:defRPr>
            </a:lvl9pPr>
          </a:lstStyle>
          <a:p xmlns:a="http://schemas.openxmlformats.org/drawingml/2006/main">
            <a:pPr>
              <a:defRPr sz="1800" b="1">
                <a:solidFill>
                  <a:srgbClr val="00539F"/>
                </a:solidFill>
                <a:latin typeface="Arial"/>
                <a:ea typeface="Arial"/>
                <a:cs typeface="Arial"/>
              </a:defRPr>
            </a:pPr>
            <a:r>
              <a:rPr sz="1800" b="1">
                <a:solidFill>
                  <a:srgbClr val="00539F"/>
                </a:solidFill>
                <a:latin typeface="Arial"/>
                <a:ea typeface="Arial"/>
                <a:cs typeface="Arial"/>
              </a:rPr>
              <a:t>2</a:t>
            </a:r>
          </a:p>
        </p:txBody>
      </p:sp>
      <p:sp>
        <p:nvSpPr>
          <p:cNvPr id="11" name="A model of response">
            <a:extLst xmlns:a="http://schemas.openxmlformats.org/drawingml/2006/main">
              <a:ext uri="{FF2B5EF4-FFF2-40B4-BE49-F238E27FC236}">
                <a16:creationId xmlns:a16="http://schemas.microsoft.com/office/drawing/2014/main" id="{FECE3931-210C-4A19-82A5-40E8D4AAD3FD}"/>
              </a:ext>
            </a:extLst>
          </p:cNvPr>
          <p:cNvSpPr>
            <a:spLocks xmlns:a="http://schemas.openxmlformats.org/drawingml/2006/main" noGrp="1"/>
          </p:cNvSpPr>
          <p:nvPr/>
        </p:nvSpPr>
        <p:spPr>
          <a:xfrm xmlns:a="http://schemas.openxmlformats.org/drawingml/2006/main">
            <a:off x="3432175" y="2362200"/>
            <a:ext cx="22796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725" b="1">
                <a:solidFill>
                  <a:srgbClr val="00539F"/>
                </a:solidFill>
                <a:latin typeface="Arial"/>
                <a:ea typeface="Arial"/>
                <a:cs typeface="Arial"/>
              </a:defRPr>
            </a:defPPr>
            <a:lvl1pPr>
              <a:defRPr sz="1725" b="1">
                <a:solidFill>
                  <a:srgbClr val="00539F"/>
                </a:solidFill>
                <a:latin typeface="Arial"/>
                <a:ea typeface="Arial"/>
                <a:cs typeface="Arial"/>
              </a:defRPr>
            </a:lvl1pPr>
            <a:lvl2pPr>
              <a:defRPr sz="1725" b="1">
                <a:solidFill>
                  <a:srgbClr val="00539F"/>
                </a:solidFill>
                <a:latin typeface="Arial"/>
                <a:ea typeface="Arial"/>
                <a:cs typeface="Arial"/>
              </a:defRPr>
            </a:lvl2pPr>
            <a:lvl3pPr>
              <a:defRPr sz="1725" b="1">
                <a:solidFill>
                  <a:srgbClr val="00539F"/>
                </a:solidFill>
                <a:latin typeface="Arial"/>
                <a:ea typeface="Arial"/>
                <a:cs typeface="Arial"/>
              </a:defRPr>
            </a:lvl3pPr>
            <a:lvl4pPr>
              <a:defRPr sz="1725" b="1">
                <a:solidFill>
                  <a:srgbClr val="00539F"/>
                </a:solidFill>
                <a:latin typeface="Arial"/>
                <a:ea typeface="Arial"/>
                <a:cs typeface="Arial"/>
              </a:defRPr>
            </a:lvl4pPr>
            <a:lvl5pPr>
              <a:defRPr sz="1725" b="1">
                <a:solidFill>
                  <a:srgbClr val="00539F"/>
                </a:solidFill>
                <a:latin typeface="Arial"/>
                <a:ea typeface="Arial"/>
                <a:cs typeface="Arial"/>
              </a:defRPr>
            </a:lvl5pPr>
            <a:lvl6pPr>
              <a:defRPr sz="1725" b="1">
                <a:solidFill>
                  <a:srgbClr val="00539F"/>
                </a:solidFill>
                <a:latin typeface="Arial"/>
                <a:ea typeface="Arial"/>
                <a:cs typeface="Arial"/>
              </a:defRPr>
            </a:lvl6pPr>
            <a:lvl7pPr>
              <a:defRPr sz="1725" b="1">
                <a:solidFill>
                  <a:srgbClr val="00539F"/>
                </a:solidFill>
                <a:latin typeface="Arial"/>
                <a:ea typeface="Arial"/>
                <a:cs typeface="Arial"/>
              </a:defRPr>
            </a:lvl7pPr>
            <a:lvl8pPr>
              <a:defRPr sz="1725" b="1">
                <a:solidFill>
                  <a:srgbClr val="00539F"/>
                </a:solidFill>
                <a:latin typeface="Arial"/>
                <a:ea typeface="Arial"/>
                <a:cs typeface="Arial"/>
              </a:defRPr>
            </a:lvl8pPr>
            <a:lvl9pPr>
              <a:defRPr sz="1725" b="1">
                <a:solidFill>
                  <a:srgbClr val="00539F"/>
                </a:solidFill>
                <a:latin typeface="Arial"/>
                <a:ea typeface="Arial"/>
                <a:cs typeface="Arial"/>
              </a:defRPr>
            </a:lvl9pPr>
          </a:lstStyle>
          <a:p xmlns:a="http://schemas.openxmlformats.org/drawingml/2006/main">
            <a:pPr>
              <a:defRPr sz="1725" b="1">
                <a:solidFill>
                  <a:srgbClr val="00539F"/>
                </a:solidFill>
                <a:latin typeface="Arial"/>
                <a:ea typeface="Arial"/>
                <a:cs typeface="Arial"/>
              </a:defRPr>
            </a:pPr>
            <a:r>
              <a:rPr sz="1725" b="1">
                <a:solidFill>
                  <a:srgbClr val="00539F"/>
                </a:solidFill>
                <a:latin typeface="Arial"/>
                <a:ea typeface="Arial"/>
                <a:cs typeface="Arial"/>
              </a:rPr>
              <a:t>A model of response</a:t>
            </a:r>
          </a:p>
        </p:txBody>
      </p:sp>
      <p:sp>
        <p:nvSpPr>
          <p:cNvPr id="12" name="What a correction will do">
            <a:extLst xmlns:a="http://schemas.openxmlformats.org/drawingml/2006/main">
              <a:ext uri="{FF2B5EF4-FFF2-40B4-BE49-F238E27FC236}">
                <a16:creationId xmlns:a16="http://schemas.microsoft.com/office/drawing/2014/main" id="{47D2BC62-4F39-4C1D-9097-E7C68CEDD690}"/>
              </a:ext>
            </a:extLst>
          </p:cNvPr>
          <p:cNvSpPr>
            <a:spLocks xmlns:a="http://schemas.openxmlformats.org/drawingml/2006/main" noGrp="1"/>
          </p:cNvSpPr>
          <p:nvPr/>
        </p:nvSpPr>
        <p:spPr>
          <a:xfrm xmlns:a="http://schemas.openxmlformats.org/drawingml/2006/main">
            <a:off x="3432175" y="2952750"/>
            <a:ext cx="2279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500" b="0">
                <a:solidFill>
                  <a:srgbClr val="17324D"/>
                </a:solidFill>
                <a:latin typeface="Arial"/>
                <a:ea typeface="Arial"/>
                <a:cs typeface="Arial"/>
              </a:defRPr>
            </a:defPPr>
            <a:lvl1pPr>
              <a:defRPr sz="1500" b="0">
                <a:solidFill>
                  <a:srgbClr val="17324D"/>
                </a:solidFill>
                <a:latin typeface="Arial"/>
                <a:ea typeface="Arial"/>
                <a:cs typeface="Arial"/>
              </a:defRPr>
            </a:lvl1pPr>
            <a:lvl2pPr>
              <a:defRPr sz="1500" b="0">
                <a:solidFill>
                  <a:srgbClr val="17324D"/>
                </a:solidFill>
                <a:latin typeface="Arial"/>
                <a:ea typeface="Arial"/>
                <a:cs typeface="Arial"/>
              </a:defRPr>
            </a:lvl2pPr>
            <a:lvl3pPr>
              <a:defRPr sz="1500" b="0">
                <a:solidFill>
                  <a:srgbClr val="17324D"/>
                </a:solidFill>
                <a:latin typeface="Arial"/>
                <a:ea typeface="Arial"/>
                <a:cs typeface="Arial"/>
              </a:defRPr>
            </a:lvl3pPr>
            <a:lvl4pPr>
              <a:defRPr sz="1500" b="0">
                <a:solidFill>
                  <a:srgbClr val="17324D"/>
                </a:solidFill>
                <a:latin typeface="Arial"/>
                <a:ea typeface="Arial"/>
                <a:cs typeface="Arial"/>
              </a:defRPr>
            </a:lvl4pPr>
            <a:lvl5pPr>
              <a:defRPr sz="1500" b="0">
                <a:solidFill>
                  <a:srgbClr val="17324D"/>
                </a:solidFill>
                <a:latin typeface="Arial"/>
                <a:ea typeface="Arial"/>
                <a:cs typeface="Arial"/>
              </a:defRPr>
            </a:lvl5pPr>
            <a:lvl6pPr>
              <a:defRPr sz="1500" b="0">
                <a:solidFill>
                  <a:srgbClr val="17324D"/>
                </a:solidFill>
                <a:latin typeface="Arial"/>
                <a:ea typeface="Arial"/>
                <a:cs typeface="Arial"/>
              </a:defRPr>
            </a:lvl6pPr>
            <a:lvl7pPr>
              <a:defRPr sz="1500" b="0">
                <a:solidFill>
                  <a:srgbClr val="17324D"/>
                </a:solidFill>
                <a:latin typeface="Arial"/>
                <a:ea typeface="Arial"/>
                <a:cs typeface="Arial"/>
              </a:defRPr>
            </a:lvl7pPr>
            <a:lvl8pPr>
              <a:defRPr sz="1500" b="0">
                <a:solidFill>
                  <a:srgbClr val="17324D"/>
                </a:solidFill>
                <a:latin typeface="Arial"/>
                <a:ea typeface="Arial"/>
                <a:cs typeface="Arial"/>
              </a:defRPr>
            </a:lvl8pPr>
            <a:lvl9pPr>
              <a:defRPr sz="1500" b="0">
                <a:solidFill>
                  <a:srgbClr val="17324D"/>
                </a:solidFill>
                <a:latin typeface="Arial"/>
                <a:ea typeface="Arial"/>
                <a:cs typeface="Arial"/>
              </a:defRPr>
            </a:lvl9pPr>
          </a:lstStyle>
          <a:p xmlns:a="http://schemas.openxmlformats.org/drawingml/2006/main">
            <a:pPr>
              <a:defRPr sz="1500" b="0">
                <a:solidFill>
                  <a:srgbClr val="17324D"/>
                </a:solidFill>
                <a:latin typeface="Arial"/>
                <a:ea typeface="Arial"/>
                <a:cs typeface="Arial"/>
              </a:defRPr>
            </a:pPr>
            <a:r>
              <a:rPr sz="1500" b="0">
                <a:solidFill>
                  <a:srgbClr val="17324D"/>
                </a:solidFill>
                <a:latin typeface="Arial"/>
                <a:ea typeface="Arial"/>
                <a:cs typeface="Arial"/>
              </a:rPr>
              <a:t>What a correction will do</a:t>
            </a:r>
          </a:p>
        </p:txBody>
      </p:sp>
      <p:sp>
        <p:nvSpPr>
          <p:cNvPr id="13" name="→">
            <a:extLst xmlns:a="http://schemas.openxmlformats.org/drawingml/2006/main">
              <a:ext uri="{FF2B5EF4-FFF2-40B4-BE49-F238E27FC236}">
                <a16:creationId xmlns:a16="http://schemas.microsoft.com/office/drawing/2014/main" id="{36247C5F-0013-4795-8808-D52F465F8DF4}"/>
              </a:ext>
            </a:extLst>
          </p:cNvPr>
          <p:cNvSpPr>
            <a:spLocks xmlns:a="http://schemas.openxmlformats.org/drawingml/2006/main" noGrp="1"/>
          </p:cNvSpPr>
          <p:nvPr/>
        </p:nvSpPr>
        <p:spPr>
          <a:xfrm xmlns:a="http://schemas.openxmlformats.org/drawingml/2006/main">
            <a:off x="5845175" y="2352675"/>
            <a:ext cx="228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800" b="1">
                <a:solidFill>
                  <a:srgbClr val="00539F"/>
                </a:solidFill>
                <a:latin typeface="Arial"/>
                <a:ea typeface="Arial"/>
                <a:cs typeface="Arial"/>
              </a:defRPr>
            </a:defPPr>
            <a:lvl1pPr>
              <a:defRPr sz="1800" b="1">
                <a:solidFill>
                  <a:srgbClr val="00539F"/>
                </a:solidFill>
                <a:latin typeface="Arial"/>
                <a:ea typeface="Arial"/>
                <a:cs typeface="Arial"/>
              </a:defRPr>
            </a:lvl1pPr>
            <a:lvl2pPr>
              <a:defRPr sz="1800" b="1">
                <a:solidFill>
                  <a:srgbClr val="00539F"/>
                </a:solidFill>
                <a:latin typeface="Arial"/>
                <a:ea typeface="Arial"/>
                <a:cs typeface="Arial"/>
              </a:defRPr>
            </a:lvl2pPr>
            <a:lvl3pPr>
              <a:defRPr sz="1800" b="1">
                <a:solidFill>
                  <a:srgbClr val="00539F"/>
                </a:solidFill>
                <a:latin typeface="Arial"/>
                <a:ea typeface="Arial"/>
                <a:cs typeface="Arial"/>
              </a:defRPr>
            </a:lvl3pPr>
            <a:lvl4pPr>
              <a:defRPr sz="1800" b="1">
                <a:solidFill>
                  <a:srgbClr val="00539F"/>
                </a:solidFill>
                <a:latin typeface="Arial"/>
                <a:ea typeface="Arial"/>
                <a:cs typeface="Arial"/>
              </a:defRPr>
            </a:lvl4pPr>
            <a:lvl5pPr>
              <a:defRPr sz="1800" b="1">
                <a:solidFill>
                  <a:srgbClr val="00539F"/>
                </a:solidFill>
                <a:latin typeface="Arial"/>
                <a:ea typeface="Arial"/>
                <a:cs typeface="Arial"/>
              </a:defRPr>
            </a:lvl5pPr>
            <a:lvl6pPr>
              <a:defRPr sz="1800" b="1">
                <a:solidFill>
                  <a:srgbClr val="00539F"/>
                </a:solidFill>
                <a:latin typeface="Arial"/>
                <a:ea typeface="Arial"/>
                <a:cs typeface="Arial"/>
              </a:defRPr>
            </a:lvl6pPr>
            <a:lvl7pPr>
              <a:defRPr sz="1800" b="1">
                <a:solidFill>
                  <a:srgbClr val="00539F"/>
                </a:solidFill>
                <a:latin typeface="Arial"/>
                <a:ea typeface="Arial"/>
                <a:cs typeface="Arial"/>
              </a:defRPr>
            </a:lvl7pPr>
            <a:lvl8pPr>
              <a:defRPr sz="1800" b="1">
                <a:solidFill>
                  <a:srgbClr val="00539F"/>
                </a:solidFill>
                <a:latin typeface="Arial"/>
                <a:ea typeface="Arial"/>
                <a:cs typeface="Arial"/>
              </a:defRPr>
            </a:lvl8pPr>
            <a:lvl9pPr>
              <a:defRPr sz="1800" b="1">
                <a:solidFill>
                  <a:srgbClr val="00539F"/>
                </a:solidFill>
                <a:latin typeface="Arial"/>
                <a:ea typeface="Arial"/>
                <a:cs typeface="Arial"/>
              </a:defRPr>
            </a:lvl9pPr>
          </a:lstStyle>
          <a:p xmlns:a="http://schemas.openxmlformats.org/drawingml/2006/main">
            <a:pPr>
              <a:defRPr sz="1800" b="1">
                <a:solidFill>
                  <a:srgbClr val="00539F"/>
                </a:solidFill>
                <a:latin typeface="Arial"/>
                <a:ea typeface="Arial"/>
                <a:cs typeface="Arial"/>
              </a:defRPr>
            </a:pPr>
            <a:r>
              <a:rPr sz="1800" b="1">
                <a:solidFill>
                  <a:srgbClr val="00539F"/>
                </a:solidFill>
                <a:latin typeface="Arial"/>
                <a:ea typeface="Arial"/>
                <a:cs typeface="Arial"/>
              </a:rPr>
              <a:t>→</a:t>
            </a:r>
          </a:p>
        </p:txBody>
      </p:sp>
      <p:sp>
        <p:nvSpPr>
          <p:cNvPr id="14" name="">
            <a:extLst xmlns:a="http://schemas.openxmlformats.org/drawingml/2006/main">
              <a:ext uri="{FF2B5EF4-FFF2-40B4-BE49-F238E27FC236}">
                <a16:creationId xmlns:a16="http://schemas.microsoft.com/office/drawing/2014/main" id="{2F5E5D64-445E-4321-97F2-60625A1DA03C}"/>
              </a:ext>
            </a:extLst>
          </p:cNvPr>
          <p:cNvSpPr>
            <a:spLocks xmlns:a="http://schemas.openxmlformats.org/drawingml/2006/main" noGrp="1"/>
          </p:cNvSpPr>
          <p:nvPr/>
        </p:nvSpPr>
        <p:spPr>
          <a:xfrm xmlns:a="http://schemas.openxmlformats.org/drawingml/2006/main">
            <a:off x="6073775" y="1819275"/>
            <a:ext cx="2546350" cy="1619250"/>
          </a:xfrm>
          <a:prstGeom xmlns:a="http://schemas.openxmlformats.org/drawingml/2006/main" prst="roundRect">
            <a:avLst>
              <a:gd name="adj" fmla="val 4706"/>
            </a:avLst>
          </a:prstGeom>
          <a:solidFill xmlns:a="http://schemas.openxmlformats.org/drawingml/2006/main">
            <a:srgbClr val="EDF6FC"/>
          </a:solidFill>
          <a:ln xmlns:a="http://schemas.openxmlformats.org/drawingml/2006/main" w="9525">
            <a:solidFill>
              <a:srgbClr val="A9CDDF"/>
            </a:solidFill>
          </a:ln>
        </p:spPr>
      </p:sp>
      <p:sp>
        <p:nvSpPr>
          <p:cNvPr id="15" name="3">
            <a:extLst xmlns:a="http://schemas.openxmlformats.org/drawingml/2006/main">
              <a:ext uri="{FF2B5EF4-FFF2-40B4-BE49-F238E27FC236}">
                <a16:creationId xmlns:a16="http://schemas.microsoft.com/office/drawing/2014/main" id="{83E1D2E7-CCAF-4E5E-B8A4-A9CF51DEFC93}"/>
              </a:ext>
            </a:extLst>
          </p:cNvPr>
          <p:cNvSpPr>
            <a:spLocks xmlns:a="http://schemas.openxmlformats.org/drawingml/2006/main" noGrp="1"/>
          </p:cNvSpPr>
          <p:nvPr/>
        </p:nvSpPr>
        <p:spPr>
          <a:xfrm xmlns:a="http://schemas.openxmlformats.org/drawingml/2006/main">
            <a:off x="6207125" y="1971675"/>
            <a:ext cx="22796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800" b="1">
                <a:solidFill>
                  <a:srgbClr val="00539F"/>
                </a:solidFill>
                <a:latin typeface="Arial"/>
                <a:ea typeface="Arial"/>
                <a:cs typeface="Arial"/>
              </a:defRPr>
            </a:defPPr>
            <a:lvl1pPr>
              <a:defRPr sz="1800" b="1">
                <a:solidFill>
                  <a:srgbClr val="00539F"/>
                </a:solidFill>
                <a:latin typeface="Arial"/>
                <a:ea typeface="Arial"/>
                <a:cs typeface="Arial"/>
              </a:defRPr>
            </a:lvl1pPr>
            <a:lvl2pPr>
              <a:defRPr sz="1800" b="1">
                <a:solidFill>
                  <a:srgbClr val="00539F"/>
                </a:solidFill>
                <a:latin typeface="Arial"/>
                <a:ea typeface="Arial"/>
                <a:cs typeface="Arial"/>
              </a:defRPr>
            </a:lvl2pPr>
            <a:lvl3pPr>
              <a:defRPr sz="1800" b="1">
                <a:solidFill>
                  <a:srgbClr val="00539F"/>
                </a:solidFill>
                <a:latin typeface="Arial"/>
                <a:ea typeface="Arial"/>
                <a:cs typeface="Arial"/>
              </a:defRPr>
            </a:lvl3pPr>
            <a:lvl4pPr>
              <a:defRPr sz="1800" b="1">
                <a:solidFill>
                  <a:srgbClr val="00539F"/>
                </a:solidFill>
                <a:latin typeface="Arial"/>
                <a:ea typeface="Arial"/>
                <a:cs typeface="Arial"/>
              </a:defRPr>
            </a:lvl4pPr>
            <a:lvl5pPr>
              <a:defRPr sz="1800" b="1">
                <a:solidFill>
                  <a:srgbClr val="00539F"/>
                </a:solidFill>
                <a:latin typeface="Arial"/>
                <a:ea typeface="Arial"/>
                <a:cs typeface="Arial"/>
              </a:defRPr>
            </a:lvl5pPr>
            <a:lvl6pPr>
              <a:defRPr sz="1800" b="1">
                <a:solidFill>
                  <a:srgbClr val="00539F"/>
                </a:solidFill>
                <a:latin typeface="Arial"/>
                <a:ea typeface="Arial"/>
                <a:cs typeface="Arial"/>
              </a:defRPr>
            </a:lvl6pPr>
            <a:lvl7pPr>
              <a:defRPr sz="1800" b="1">
                <a:solidFill>
                  <a:srgbClr val="00539F"/>
                </a:solidFill>
                <a:latin typeface="Arial"/>
                <a:ea typeface="Arial"/>
                <a:cs typeface="Arial"/>
              </a:defRPr>
            </a:lvl7pPr>
            <a:lvl8pPr>
              <a:defRPr sz="1800" b="1">
                <a:solidFill>
                  <a:srgbClr val="00539F"/>
                </a:solidFill>
                <a:latin typeface="Arial"/>
                <a:ea typeface="Arial"/>
                <a:cs typeface="Arial"/>
              </a:defRPr>
            </a:lvl8pPr>
            <a:lvl9pPr>
              <a:defRPr sz="1800" b="1">
                <a:solidFill>
                  <a:srgbClr val="00539F"/>
                </a:solidFill>
                <a:latin typeface="Arial"/>
                <a:ea typeface="Arial"/>
                <a:cs typeface="Arial"/>
              </a:defRPr>
            </a:lvl9pPr>
          </a:lstStyle>
          <a:p xmlns:a="http://schemas.openxmlformats.org/drawingml/2006/main">
            <a:pPr>
              <a:defRPr sz="1800" b="1">
                <a:solidFill>
                  <a:srgbClr val="00539F"/>
                </a:solidFill>
                <a:latin typeface="Arial"/>
                <a:ea typeface="Arial"/>
                <a:cs typeface="Arial"/>
              </a:defRPr>
            </a:pPr>
            <a:r>
              <a:rPr sz="1800" b="1">
                <a:solidFill>
                  <a:srgbClr val="00539F"/>
                </a:solidFill>
                <a:latin typeface="Arial"/>
                <a:ea typeface="Arial"/>
                <a:cs typeface="Arial"/>
              </a:rPr>
              <a:t>3</a:t>
            </a:r>
          </a:p>
        </p:txBody>
      </p:sp>
      <p:sp>
        <p:nvSpPr>
          <p:cNvPr id="16" name="A preferred tradeoff">
            <a:extLst xmlns:a="http://schemas.openxmlformats.org/drawingml/2006/main">
              <a:ext uri="{FF2B5EF4-FFF2-40B4-BE49-F238E27FC236}">
                <a16:creationId xmlns:a16="http://schemas.microsoft.com/office/drawing/2014/main" id="{E74460F1-C0AE-4CD5-8A86-903C938962E8}"/>
              </a:ext>
            </a:extLst>
          </p:cNvPr>
          <p:cNvSpPr>
            <a:spLocks xmlns:a="http://schemas.openxmlformats.org/drawingml/2006/main" noGrp="1"/>
          </p:cNvSpPr>
          <p:nvPr/>
        </p:nvSpPr>
        <p:spPr>
          <a:xfrm xmlns:a="http://schemas.openxmlformats.org/drawingml/2006/main">
            <a:off x="6207125" y="2362200"/>
            <a:ext cx="22796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725" b="1">
                <a:solidFill>
                  <a:srgbClr val="00539F"/>
                </a:solidFill>
                <a:latin typeface="Arial"/>
                <a:ea typeface="Arial"/>
                <a:cs typeface="Arial"/>
              </a:defRPr>
            </a:defPPr>
            <a:lvl1pPr>
              <a:defRPr sz="1725" b="1">
                <a:solidFill>
                  <a:srgbClr val="00539F"/>
                </a:solidFill>
                <a:latin typeface="Arial"/>
                <a:ea typeface="Arial"/>
                <a:cs typeface="Arial"/>
              </a:defRPr>
            </a:lvl1pPr>
            <a:lvl2pPr>
              <a:defRPr sz="1725" b="1">
                <a:solidFill>
                  <a:srgbClr val="00539F"/>
                </a:solidFill>
                <a:latin typeface="Arial"/>
                <a:ea typeface="Arial"/>
                <a:cs typeface="Arial"/>
              </a:defRPr>
            </a:lvl2pPr>
            <a:lvl3pPr>
              <a:defRPr sz="1725" b="1">
                <a:solidFill>
                  <a:srgbClr val="00539F"/>
                </a:solidFill>
                <a:latin typeface="Arial"/>
                <a:ea typeface="Arial"/>
                <a:cs typeface="Arial"/>
              </a:defRPr>
            </a:lvl3pPr>
            <a:lvl4pPr>
              <a:defRPr sz="1725" b="1">
                <a:solidFill>
                  <a:srgbClr val="00539F"/>
                </a:solidFill>
                <a:latin typeface="Arial"/>
                <a:ea typeface="Arial"/>
                <a:cs typeface="Arial"/>
              </a:defRPr>
            </a:lvl4pPr>
            <a:lvl5pPr>
              <a:defRPr sz="1725" b="1">
                <a:solidFill>
                  <a:srgbClr val="00539F"/>
                </a:solidFill>
                <a:latin typeface="Arial"/>
                <a:ea typeface="Arial"/>
                <a:cs typeface="Arial"/>
              </a:defRPr>
            </a:lvl5pPr>
            <a:lvl6pPr>
              <a:defRPr sz="1725" b="1">
                <a:solidFill>
                  <a:srgbClr val="00539F"/>
                </a:solidFill>
                <a:latin typeface="Arial"/>
                <a:ea typeface="Arial"/>
                <a:cs typeface="Arial"/>
              </a:defRPr>
            </a:lvl6pPr>
            <a:lvl7pPr>
              <a:defRPr sz="1725" b="1">
                <a:solidFill>
                  <a:srgbClr val="00539F"/>
                </a:solidFill>
                <a:latin typeface="Arial"/>
                <a:ea typeface="Arial"/>
                <a:cs typeface="Arial"/>
              </a:defRPr>
            </a:lvl7pPr>
            <a:lvl8pPr>
              <a:defRPr sz="1725" b="1">
                <a:solidFill>
                  <a:srgbClr val="00539F"/>
                </a:solidFill>
                <a:latin typeface="Arial"/>
                <a:ea typeface="Arial"/>
                <a:cs typeface="Arial"/>
              </a:defRPr>
            </a:lvl8pPr>
            <a:lvl9pPr>
              <a:defRPr sz="1725" b="1">
                <a:solidFill>
                  <a:srgbClr val="00539F"/>
                </a:solidFill>
                <a:latin typeface="Arial"/>
                <a:ea typeface="Arial"/>
                <a:cs typeface="Arial"/>
              </a:defRPr>
            </a:lvl9pPr>
          </a:lstStyle>
          <a:p xmlns:a="http://schemas.openxmlformats.org/drawingml/2006/main">
            <a:pPr>
              <a:defRPr sz="1725" b="1">
                <a:solidFill>
                  <a:srgbClr val="00539F"/>
                </a:solidFill>
                <a:latin typeface="Arial"/>
                <a:ea typeface="Arial"/>
                <a:cs typeface="Arial"/>
              </a:defRPr>
            </a:pPr>
            <a:r>
              <a:rPr sz="1725" b="1">
                <a:solidFill>
                  <a:srgbClr val="00539F"/>
                </a:solidFill>
                <a:latin typeface="Arial"/>
                <a:ea typeface="Arial"/>
                <a:cs typeface="Arial"/>
              </a:rPr>
              <a:t>A preferred tradeoff</a:t>
            </a:r>
          </a:p>
        </p:txBody>
      </p:sp>
      <p:sp>
        <p:nvSpPr>
          <p:cNvPr id="17" name="Close tracking or gentler steering">
            <a:extLst xmlns:a="http://schemas.openxmlformats.org/drawingml/2006/main">
              <a:ext uri="{FF2B5EF4-FFF2-40B4-BE49-F238E27FC236}">
                <a16:creationId xmlns:a16="http://schemas.microsoft.com/office/drawing/2014/main" id="{B9542BF1-CAE6-4EA9-8DB0-531940211692}"/>
              </a:ext>
            </a:extLst>
          </p:cNvPr>
          <p:cNvSpPr>
            <a:spLocks xmlns:a="http://schemas.openxmlformats.org/drawingml/2006/main" noGrp="1"/>
          </p:cNvSpPr>
          <p:nvPr/>
        </p:nvSpPr>
        <p:spPr>
          <a:xfrm xmlns:a="http://schemas.openxmlformats.org/drawingml/2006/main">
            <a:off x="6207125" y="2952750"/>
            <a:ext cx="2279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500" b="0">
                <a:solidFill>
                  <a:srgbClr val="17324D"/>
                </a:solidFill>
                <a:latin typeface="Arial"/>
                <a:ea typeface="Arial"/>
                <a:cs typeface="Arial"/>
              </a:defRPr>
            </a:defPPr>
            <a:lvl1pPr>
              <a:defRPr sz="1500" b="0">
                <a:solidFill>
                  <a:srgbClr val="17324D"/>
                </a:solidFill>
                <a:latin typeface="Arial"/>
                <a:ea typeface="Arial"/>
                <a:cs typeface="Arial"/>
              </a:defRPr>
            </a:lvl1pPr>
            <a:lvl2pPr>
              <a:defRPr sz="1500" b="0">
                <a:solidFill>
                  <a:srgbClr val="17324D"/>
                </a:solidFill>
                <a:latin typeface="Arial"/>
                <a:ea typeface="Arial"/>
                <a:cs typeface="Arial"/>
              </a:defRPr>
            </a:lvl2pPr>
            <a:lvl3pPr>
              <a:defRPr sz="1500" b="0">
                <a:solidFill>
                  <a:srgbClr val="17324D"/>
                </a:solidFill>
                <a:latin typeface="Arial"/>
                <a:ea typeface="Arial"/>
                <a:cs typeface="Arial"/>
              </a:defRPr>
            </a:lvl3pPr>
            <a:lvl4pPr>
              <a:defRPr sz="1500" b="0">
                <a:solidFill>
                  <a:srgbClr val="17324D"/>
                </a:solidFill>
                <a:latin typeface="Arial"/>
                <a:ea typeface="Arial"/>
                <a:cs typeface="Arial"/>
              </a:defRPr>
            </a:lvl4pPr>
            <a:lvl5pPr>
              <a:defRPr sz="1500" b="0">
                <a:solidFill>
                  <a:srgbClr val="17324D"/>
                </a:solidFill>
                <a:latin typeface="Arial"/>
                <a:ea typeface="Arial"/>
                <a:cs typeface="Arial"/>
              </a:defRPr>
            </a:lvl5pPr>
            <a:lvl6pPr>
              <a:defRPr sz="1500" b="0">
                <a:solidFill>
                  <a:srgbClr val="17324D"/>
                </a:solidFill>
                <a:latin typeface="Arial"/>
                <a:ea typeface="Arial"/>
                <a:cs typeface="Arial"/>
              </a:defRPr>
            </a:lvl6pPr>
            <a:lvl7pPr>
              <a:defRPr sz="1500" b="0">
                <a:solidFill>
                  <a:srgbClr val="17324D"/>
                </a:solidFill>
                <a:latin typeface="Arial"/>
                <a:ea typeface="Arial"/>
                <a:cs typeface="Arial"/>
              </a:defRPr>
            </a:lvl7pPr>
            <a:lvl8pPr>
              <a:defRPr sz="1500" b="0">
                <a:solidFill>
                  <a:srgbClr val="17324D"/>
                </a:solidFill>
                <a:latin typeface="Arial"/>
                <a:ea typeface="Arial"/>
                <a:cs typeface="Arial"/>
              </a:defRPr>
            </a:lvl8pPr>
            <a:lvl9pPr>
              <a:defRPr sz="1500" b="0">
                <a:solidFill>
                  <a:srgbClr val="17324D"/>
                </a:solidFill>
                <a:latin typeface="Arial"/>
                <a:ea typeface="Arial"/>
                <a:cs typeface="Arial"/>
              </a:defRPr>
            </a:lvl9pPr>
          </a:lstStyle>
          <a:p xmlns:a="http://schemas.openxmlformats.org/drawingml/2006/main">
            <a:pPr>
              <a:defRPr sz="1500" b="0">
                <a:solidFill>
                  <a:srgbClr val="17324D"/>
                </a:solidFill>
                <a:latin typeface="Arial"/>
                <a:ea typeface="Arial"/>
                <a:cs typeface="Arial"/>
              </a:defRPr>
            </a:pPr>
            <a:r>
              <a:rPr sz="1500" b="0">
                <a:solidFill>
                  <a:srgbClr val="17324D"/>
                </a:solidFill>
                <a:latin typeface="Arial"/>
                <a:ea typeface="Arial"/>
                <a:cs typeface="Arial"/>
              </a:rPr>
              <a:t>Close tracking or gentler steering</a:t>
            </a:r>
          </a:p>
        </p:txBody>
      </p:sp>
      <p:sp>
        <p:nvSpPr>
          <p:cNvPr id="18" name="The model helps turn a design preference into a control rule.">
            <a:extLst xmlns:a="http://schemas.openxmlformats.org/drawingml/2006/main">
              <a:ext uri="{FF2B5EF4-FFF2-40B4-BE49-F238E27FC236}">
                <a16:creationId xmlns:a16="http://schemas.microsoft.com/office/drawing/2014/main" id="{D84CBD87-7820-440D-8DCB-318F676FA432}"/>
              </a:ext>
            </a:extLst>
          </p:cNvPr>
          <p:cNvSpPr>
            <a:spLocks xmlns:a="http://schemas.openxmlformats.org/drawingml/2006/main" noGrp="1"/>
          </p:cNvSpPr>
          <p:nvPr/>
        </p:nvSpPr>
        <p:spPr>
          <a:xfrm xmlns:a="http://schemas.openxmlformats.org/drawingml/2006/main">
            <a:off x="619125" y="3886200"/>
            <a:ext cx="7905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800" b="0">
                <a:solidFill>
                  <a:srgbClr val="17324D"/>
                </a:solidFill>
                <a:latin typeface="Arial"/>
                <a:ea typeface="Arial"/>
                <a:cs typeface="Arial"/>
              </a:defRPr>
            </a:defPPr>
            <a:lvl1pPr>
              <a:defRPr sz="1800" b="0">
                <a:solidFill>
                  <a:srgbClr val="17324D"/>
                </a:solidFill>
                <a:latin typeface="Arial"/>
                <a:ea typeface="Arial"/>
                <a:cs typeface="Arial"/>
              </a:defRPr>
            </a:lvl1pPr>
            <a:lvl2pPr>
              <a:defRPr sz="1800" b="0">
                <a:solidFill>
                  <a:srgbClr val="17324D"/>
                </a:solidFill>
                <a:latin typeface="Arial"/>
                <a:ea typeface="Arial"/>
                <a:cs typeface="Arial"/>
              </a:defRPr>
            </a:lvl2pPr>
            <a:lvl3pPr>
              <a:defRPr sz="1800" b="0">
                <a:solidFill>
                  <a:srgbClr val="17324D"/>
                </a:solidFill>
                <a:latin typeface="Arial"/>
                <a:ea typeface="Arial"/>
                <a:cs typeface="Arial"/>
              </a:defRPr>
            </a:lvl3pPr>
            <a:lvl4pPr>
              <a:defRPr sz="1800" b="0">
                <a:solidFill>
                  <a:srgbClr val="17324D"/>
                </a:solidFill>
                <a:latin typeface="Arial"/>
                <a:ea typeface="Arial"/>
                <a:cs typeface="Arial"/>
              </a:defRPr>
            </a:lvl4pPr>
            <a:lvl5pPr>
              <a:defRPr sz="1800" b="0">
                <a:solidFill>
                  <a:srgbClr val="17324D"/>
                </a:solidFill>
                <a:latin typeface="Arial"/>
                <a:ea typeface="Arial"/>
                <a:cs typeface="Arial"/>
              </a:defRPr>
            </a:lvl5pPr>
            <a:lvl6pPr>
              <a:defRPr sz="1800" b="0">
                <a:solidFill>
                  <a:srgbClr val="17324D"/>
                </a:solidFill>
                <a:latin typeface="Arial"/>
                <a:ea typeface="Arial"/>
                <a:cs typeface="Arial"/>
              </a:defRPr>
            </a:lvl6pPr>
            <a:lvl7pPr>
              <a:defRPr sz="1800" b="0">
                <a:solidFill>
                  <a:srgbClr val="17324D"/>
                </a:solidFill>
                <a:latin typeface="Arial"/>
                <a:ea typeface="Arial"/>
                <a:cs typeface="Arial"/>
              </a:defRPr>
            </a:lvl7pPr>
            <a:lvl8pPr>
              <a:defRPr sz="1800" b="0">
                <a:solidFill>
                  <a:srgbClr val="17324D"/>
                </a:solidFill>
                <a:latin typeface="Arial"/>
                <a:ea typeface="Arial"/>
                <a:cs typeface="Arial"/>
              </a:defRPr>
            </a:lvl8pPr>
            <a:lvl9pPr>
              <a:defRPr sz="1800" b="0">
                <a:solidFill>
                  <a:srgbClr val="17324D"/>
                </a:solidFill>
                <a:latin typeface="Arial"/>
                <a:ea typeface="Arial"/>
                <a:cs typeface="Arial"/>
              </a:defRPr>
            </a:lvl9pPr>
          </a:lstStyle>
          <a:p xmlns:a="http://schemas.openxmlformats.org/drawingml/2006/main">
            <a:pPr>
              <a:defRPr sz="1800" b="0">
                <a:solidFill>
                  <a:srgbClr val="17324D"/>
                </a:solidFill>
                <a:latin typeface="Arial"/>
                <a:ea typeface="Arial"/>
                <a:cs typeface="Arial"/>
              </a:defRPr>
            </a:pPr>
            <a:r>
              <a:rPr sz="1800" b="0">
                <a:solidFill>
                  <a:srgbClr val="17324D"/>
                </a:solidFill>
                <a:latin typeface="Arial"/>
                <a:ea typeface="Arial"/>
                <a:cs typeface="Arial"/>
              </a:rPr>
              <a:t>The model helps turn a design preference into a control rule.</a:t>
            </a:r>
          </a:p>
        </p:txBody>
      </p:sp>
    </p:spTree>
    <p:extLst>
      <p:ext uri="{BB962C8B-B14F-4D97-AF65-F5344CB8AC3E}">
        <p14:creationId xmlns:p14="http://schemas.microsoft.com/office/powerpoint/2010/main" val="353023777"/>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DE692D24-C65D-46D0-8336-4DF4C33B6A13}"/>
              </a:ext>
            </a:extLst>
          </p:cNvPr>
          <p:cNvPicPr>
            <a:picLocks xmlns:a="http://schemas.openxmlformats.org/drawingml/2006/main" noChangeAspect="1"/>
          </p:cNvPicPr>
          <p:nvPr/>
        </p:nvPicPr>
        <p:blipFill>
          <a:blip xmlns:r="http://schemas.openxmlformats.org/officeDocument/2006/relationships" xmlns:a="http://schemas.openxmlformats.org/drawingml/2006/main" r:embed="R4b0e040d8aa0437e"/>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LQR: balance tracking and steering effort">
            <a:extLst xmlns:a="http://schemas.openxmlformats.org/drawingml/2006/main">
              <a:ext uri="{FF2B5EF4-FFF2-40B4-BE49-F238E27FC236}">
                <a16:creationId xmlns:a16="http://schemas.microsoft.com/office/drawing/2014/main" id="{AD9DBA45-6660-4967-92AD-0B1AD067CFB7}"/>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550" b="0">
                <a:solidFill>
                  <a:srgbClr val="00A0DF"/>
                </a:solidFill>
                <a:latin typeface="Arial"/>
                <a:ea typeface="Arial"/>
                <a:cs typeface="Arial"/>
              </a:defRPr>
            </a:defPPr>
            <a:lvl1pPr>
              <a:defRPr sz="2550" b="0">
                <a:solidFill>
                  <a:srgbClr val="00A0DF"/>
                </a:solidFill>
                <a:latin typeface="Arial"/>
                <a:ea typeface="Arial"/>
                <a:cs typeface="Arial"/>
              </a:defRPr>
            </a:lvl1pPr>
            <a:lvl2pPr>
              <a:defRPr sz="2550" b="0">
                <a:solidFill>
                  <a:srgbClr val="00A0DF"/>
                </a:solidFill>
                <a:latin typeface="Arial"/>
                <a:ea typeface="Arial"/>
                <a:cs typeface="Arial"/>
              </a:defRPr>
            </a:lvl2pPr>
            <a:lvl3pPr>
              <a:defRPr sz="2550" b="0">
                <a:solidFill>
                  <a:srgbClr val="00A0DF"/>
                </a:solidFill>
                <a:latin typeface="Arial"/>
                <a:ea typeface="Arial"/>
                <a:cs typeface="Arial"/>
              </a:defRPr>
            </a:lvl3pPr>
            <a:lvl4pPr>
              <a:defRPr sz="2550" b="0">
                <a:solidFill>
                  <a:srgbClr val="00A0DF"/>
                </a:solidFill>
                <a:latin typeface="Arial"/>
                <a:ea typeface="Arial"/>
                <a:cs typeface="Arial"/>
              </a:defRPr>
            </a:lvl4pPr>
            <a:lvl5pPr>
              <a:defRPr sz="2550" b="0">
                <a:solidFill>
                  <a:srgbClr val="00A0DF"/>
                </a:solidFill>
                <a:latin typeface="Arial"/>
                <a:ea typeface="Arial"/>
                <a:cs typeface="Arial"/>
              </a:defRPr>
            </a:lvl5pPr>
            <a:lvl6pPr>
              <a:defRPr sz="2550" b="0">
                <a:solidFill>
                  <a:srgbClr val="00A0DF"/>
                </a:solidFill>
                <a:latin typeface="Arial"/>
                <a:ea typeface="Arial"/>
                <a:cs typeface="Arial"/>
              </a:defRPr>
            </a:lvl6pPr>
            <a:lvl7pPr>
              <a:defRPr sz="2550" b="0">
                <a:solidFill>
                  <a:srgbClr val="00A0DF"/>
                </a:solidFill>
                <a:latin typeface="Arial"/>
                <a:ea typeface="Arial"/>
                <a:cs typeface="Arial"/>
              </a:defRPr>
            </a:lvl7pPr>
            <a:lvl8pPr>
              <a:defRPr sz="2550" b="0">
                <a:solidFill>
                  <a:srgbClr val="00A0DF"/>
                </a:solidFill>
                <a:latin typeface="Arial"/>
                <a:ea typeface="Arial"/>
                <a:cs typeface="Arial"/>
              </a:defRPr>
            </a:lvl8pPr>
            <a:lvl9pPr>
              <a:defRPr sz="2550" b="0">
                <a:solidFill>
                  <a:srgbClr val="00A0DF"/>
                </a:solidFill>
                <a:latin typeface="Arial"/>
                <a:ea typeface="Arial"/>
                <a:cs typeface="Arial"/>
              </a:defRPr>
            </a:lvl9pPr>
          </a:lstStyle>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LQR: balance tracking and steering effort</a:t>
            </a:r>
          </a:p>
        </p:txBody>
      </p:sp>
      <p:sp>
        <p:nvSpPr>
          <p:cNvPr id="3" name="19">
            <a:extLst xmlns:a="http://schemas.openxmlformats.org/drawingml/2006/main">
              <a:ext uri="{FF2B5EF4-FFF2-40B4-BE49-F238E27FC236}">
                <a16:creationId xmlns:a16="http://schemas.microsoft.com/office/drawing/2014/main" id="{76B496D4-C577-4CCE-9591-3E52DF567473}"/>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00539F"/>
                </a:solidFill>
                <a:latin typeface="Arial"/>
                <a:ea typeface="Arial"/>
                <a:cs typeface="Arial"/>
              </a:defRPr>
            </a:defPPr>
            <a:lvl1pPr>
              <a:defRPr sz="1200" b="0">
                <a:solidFill>
                  <a:srgbClr val="00539F"/>
                </a:solidFill>
                <a:latin typeface="Arial"/>
                <a:ea typeface="Arial"/>
                <a:cs typeface="Arial"/>
              </a:defRPr>
            </a:lvl1pPr>
            <a:lvl2pPr>
              <a:defRPr sz="1200" b="0">
                <a:solidFill>
                  <a:srgbClr val="00539F"/>
                </a:solidFill>
                <a:latin typeface="Arial"/>
                <a:ea typeface="Arial"/>
                <a:cs typeface="Arial"/>
              </a:defRPr>
            </a:lvl2pPr>
            <a:lvl3pPr>
              <a:defRPr sz="1200" b="0">
                <a:solidFill>
                  <a:srgbClr val="00539F"/>
                </a:solidFill>
                <a:latin typeface="Arial"/>
                <a:ea typeface="Arial"/>
                <a:cs typeface="Arial"/>
              </a:defRPr>
            </a:lvl3pPr>
            <a:lvl4pPr>
              <a:defRPr sz="1200" b="0">
                <a:solidFill>
                  <a:srgbClr val="00539F"/>
                </a:solidFill>
                <a:latin typeface="Arial"/>
                <a:ea typeface="Arial"/>
                <a:cs typeface="Arial"/>
              </a:defRPr>
            </a:lvl4pPr>
            <a:lvl5pPr>
              <a:defRPr sz="1200" b="0">
                <a:solidFill>
                  <a:srgbClr val="00539F"/>
                </a:solidFill>
                <a:latin typeface="Arial"/>
                <a:ea typeface="Arial"/>
                <a:cs typeface="Arial"/>
              </a:defRPr>
            </a:lvl5pPr>
            <a:lvl6pPr>
              <a:defRPr sz="1200" b="0">
                <a:solidFill>
                  <a:srgbClr val="00539F"/>
                </a:solidFill>
                <a:latin typeface="Arial"/>
                <a:ea typeface="Arial"/>
                <a:cs typeface="Arial"/>
              </a:defRPr>
            </a:lvl6pPr>
            <a:lvl7pPr>
              <a:defRPr sz="1200" b="0">
                <a:solidFill>
                  <a:srgbClr val="00539F"/>
                </a:solidFill>
                <a:latin typeface="Arial"/>
                <a:ea typeface="Arial"/>
                <a:cs typeface="Arial"/>
              </a:defRPr>
            </a:lvl7pPr>
            <a:lvl8pPr>
              <a:defRPr sz="1200" b="0">
                <a:solidFill>
                  <a:srgbClr val="00539F"/>
                </a:solidFill>
                <a:latin typeface="Arial"/>
                <a:ea typeface="Arial"/>
                <a:cs typeface="Arial"/>
              </a:defRPr>
            </a:lvl8pPr>
            <a:lvl9pPr>
              <a:defRPr sz="1200" b="0">
                <a:solidFill>
                  <a:srgbClr val="00539F"/>
                </a:solidFill>
                <a:latin typeface="Arial"/>
                <a:ea typeface="Arial"/>
                <a:cs typeface="Arial"/>
              </a:defRPr>
            </a:lvl9pPr>
          </a:lstStyle>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19</a:t>
            </a:r>
          </a:p>
        </p:txBody>
      </p:sp>
      <p:pic>
        <p:nvPicPr>
          <p:cNvPr id="4" name="">
            <a:extLst xmlns:a="http://schemas.openxmlformats.org/drawingml/2006/main">
              <a:ext uri="{FF2B5EF4-FFF2-40B4-BE49-F238E27FC236}">
                <a16:creationId xmlns:a16="http://schemas.microsoft.com/office/drawing/2014/main" id="{AC11AFA9-6AE3-4101-B3B4-9A47A4887284}"/>
              </a:ext>
            </a:extLst>
          </p:cNvPr>
          <p:cNvPicPr>
            <a:picLocks xmlns:a="http://schemas.openxmlformats.org/drawingml/2006/main" noChangeAspect="1"/>
          </p:cNvPicPr>
          <p:nvPr/>
        </p:nvPicPr>
        <p:blipFill>
          <a:blip xmlns:r="http://schemas.openxmlformats.org/officeDocument/2006/relationships" xmlns:a="http://schemas.openxmlformats.org/drawingml/2006/main" r:embed="R2937d8c8ef1641c4"/>
          <a:stretch xmlns:a="http://schemas.openxmlformats.org/drawingml/2006/main"/>
        </p:blipFill>
        <p:spPr>
          <a:xfrm xmlns:a="http://schemas.openxmlformats.org/drawingml/2006/main">
            <a:off x="495300" y="1500188"/>
            <a:ext cx="5524500" cy="2762250"/>
          </a:xfrm>
          <a:prstGeom xmlns:a="http://schemas.openxmlformats.org/drawingml/2006/main" prst="rect">
            <a:avLst/>
          </a:prstGeom>
        </p:spPr>
      </p:pic>
      <p:sp>
        <p:nvSpPr>
          <p:cNvPr id="5" name="Use a model to choose the feedback response.&#10;&#10;Decide how strongl">
            <a:extLst xmlns:a="http://schemas.openxmlformats.org/drawingml/2006/main">
              <a:ext uri="{FF2B5EF4-FFF2-40B4-BE49-F238E27FC236}">
                <a16:creationId xmlns:a16="http://schemas.microsoft.com/office/drawing/2014/main" id="{AF99D687-514D-4852-B6F0-EA9284B132BE}"/>
              </a:ext>
            </a:extLst>
          </p:cNvPr>
          <p:cNvSpPr>
            <a:spLocks xmlns:a="http://schemas.openxmlformats.org/drawingml/2006/main" noGrp="1"/>
          </p:cNvSpPr>
          <p:nvPr/>
        </p:nvSpPr>
        <p:spPr>
          <a:xfrm xmlns:a="http://schemas.openxmlformats.org/drawingml/2006/main">
            <a:off x="6286500" y="1476375"/>
            <a:ext cx="236220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650" b="0">
                <a:solidFill>
                  <a:srgbClr val="17324D"/>
                </a:solidFill>
                <a:latin typeface="Arial"/>
                <a:ea typeface="Arial"/>
                <a:cs typeface="Arial"/>
              </a:defRPr>
            </a:defPPr>
            <a:lvl1pPr>
              <a:defRPr sz="1650" b="0">
                <a:solidFill>
                  <a:srgbClr val="17324D"/>
                </a:solidFill>
                <a:latin typeface="Arial"/>
                <a:ea typeface="Arial"/>
                <a:cs typeface="Arial"/>
              </a:defRPr>
            </a:lvl1pPr>
            <a:lvl2pPr>
              <a:defRPr sz="1650" b="0">
                <a:solidFill>
                  <a:srgbClr val="17324D"/>
                </a:solidFill>
                <a:latin typeface="Arial"/>
                <a:ea typeface="Arial"/>
                <a:cs typeface="Arial"/>
              </a:defRPr>
            </a:lvl2pPr>
            <a:lvl3pPr>
              <a:defRPr sz="1650" b="0">
                <a:solidFill>
                  <a:srgbClr val="17324D"/>
                </a:solidFill>
                <a:latin typeface="Arial"/>
                <a:ea typeface="Arial"/>
                <a:cs typeface="Arial"/>
              </a:defRPr>
            </a:lvl3pPr>
            <a:lvl4pPr>
              <a:defRPr sz="1650" b="0">
                <a:solidFill>
                  <a:srgbClr val="17324D"/>
                </a:solidFill>
                <a:latin typeface="Arial"/>
                <a:ea typeface="Arial"/>
                <a:cs typeface="Arial"/>
              </a:defRPr>
            </a:lvl4pPr>
            <a:lvl5pPr>
              <a:defRPr sz="1650" b="0">
                <a:solidFill>
                  <a:srgbClr val="17324D"/>
                </a:solidFill>
                <a:latin typeface="Arial"/>
                <a:ea typeface="Arial"/>
                <a:cs typeface="Arial"/>
              </a:defRPr>
            </a:lvl5pPr>
            <a:lvl6pPr>
              <a:defRPr sz="1650" b="0">
                <a:solidFill>
                  <a:srgbClr val="17324D"/>
                </a:solidFill>
                <a:latin typeface="Arial"/>
                <a:ea typeface="Arial"/>
                <a:cs typeface="Arial"/>
              </a:defRPr>
            </a:lvl6pPr>
            <a:lvl7pPr>
              <a:defRPr sz="1650" b="0">
                <a:solidFill>
                  <a:srgbClr val="17324D"/>
                </a:solidFill>
                <a:latin typeface="Arial"/>
                <a:ea typeface="Arial"/>
                <a:cs typeface="Arial"/>
              </a:defRPr>
            </a:lvl7pPr>
            <a:lvl8pPr>
              <a:defRPr sz="1650" b="0">
                <a:solidFill>
                  <a:srgbClr val="17324D"/>
                </a:solidFill>
                <a:latin typeface="Arial"/>
                <a:ea typeface="Arial"/>
                <a:cs typeface="Arial"/>
              </a:defRPr>
            </a:lvl8pPr>
            <a:lvl9pPr>
              <a:defRPr sz="1650" b="0">
                <a:solidFill>
                  <a:srgbClr val="17324D"/>
                </a:solidFill>
                <a:latin typeface="Arial"/>
                <a:ea typeface="Arial"/>
                <a:cs typeface="Arial"/>
              </a:defRPr>
            </a:lvl9pPr>
          </a:lstStyle>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Use a model to choose the feedback response.</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Decide how strongly to value accurate tracking.</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Balance that against large steering corrections.</a:t>
            </a:r>
          </a:p>
        </p:txBody>
      </p:sp>
      <p:sp>
        <p:nvSpPr>
          <p:cNvPr id="6" name="Open interactive demonstration">
            <a:extLst xmlns:a="http://schemas.openxmlformats.org/drawingml/2006/main">
              <a:ext uri="{FF2B5EF4-FFF2-40B4-BE49-F238E27FC236}">
                <a16:creationId xmlns:a16="http://schemas.microsoft.com/office/drawing/2014/main" id="{AE766C24-D4C7-4BAF-884F-DC12914F4594}"/>
              </a:ext>
            </a:extLst>
          </p:cNvPr>
          <p:cNvSpPr>
            <a:spLocks xmlns:a="http://schemas.openxmlformats.org/drawingml/2006/main" noGrp="1"/>
          </p:cNvSpPr>
          <p:nvPr/>
        </p:nvSpPr>
        <p:spPr>
          <a:xfrm xmlns:a="http://schemas.openxmlformats.org/drawingml/2006/main">
            <a:off x="523875" y="4543425"/>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425" b="0">
                <a:solidFill>
                  <a:srgbClr val="00539F"/>
                </a:solidFill>
                <a:latin typeface="Arial"/>
                <a:ea typeface="Arial"/>
                <a:cs typeface="Arial"/>
              </a:defRPr>
            </a:defPPr>
            <a:lvl1pPr>
              <a:defRPr sz="1425" b="0">
                <a:solidFill>
                  <a:srgbClr val="00539F"/>
                </a:solidFill>
                <a:latin typeface="Arial"/>
                <a:ea typeface="Arial"/>
                <a:cs typeface="Arial"/>
              </a:defRPr>
            </a:lvl1pPr>
            <a:lvl2pPr>
              <a:defRPr sz="1425" b="0">
                <a:solidFill>
                  <a:srgbClr val="00539F"/>
                </a:solidFill>
                <a:latin typeface="Arial"/>
                <a:ea typeface="Arial"/>
                <a:cs typeface="Arial"/>
              </a:defRPr>
            </a:lvl2pPr>
            <a:lvl3pPr>
              <a:defRPr sz="1425" b="0">
                <a:solidFill>
                  <a:srgbClr val="00539F"/>
                </a:solidFill>
                <a:latin typeface="Arial"/>
                <a:ea typeface="Arial"/>
                <a:cs typeface="Arial"/>
              </a:defRPr>
            </a:lvl3pPr>
            <a:lvl4pPr>
              <a:defRPr sz="1425" b="0">
                <a:solidFill>
                  <a:srgbClr val="00539F"/>
                </a:solidFill>
                <a:latin typeface="Arial"/>
                <a:ea typeface="Arial"/>
                <a:cs typeface="Arial"/>
              </a:defRPr>
            </a:lvl4pPr>
            <a:lvl5pPr>
              <a:defRPr sz="1425" b="0">
                <a:solidFill>
                  <a:srgbClr val="00539F"/>
                </a:solidFill>
                <a:latin typeface="Arial"/>
                <a:ea typeface="Arial"/>
                <a:cs typeface="Arial"/>
              </a:defRPr>
            </a:lvl5pPr>
            <a:lvl6pPr>
              <a:defRPr sz="1425" b="0">
                <a:solidFill>
                  <a:srgbClr val="00539F"/>
                </a:solidFill>
                <a:latin typeface="Arial"/>
                <a:ea typeface="Arial"/>
                <a:cs typeface="Arial"/>
              </a:defRPr>
            </a:lvl6pPr>
            <a:lvl7pPr>
              <a:defRPr sz="1425" b="0">
                <a:solidFill>
                  <a:srgbClr val="00539F"/>
                </a:solidFill>
                <a:latin typeface="Arial"/>
                <a:ea typeface="Arial"/>
                <a:cs typeface="Arial"/>
              </a:defRPr>
            </a:lvl7pPr>
            <a:lvl8pPr>
              <a:defRPr sz="1425" b="0">
                <a:solidFill>
                  <a:srgbClr val="00539F"/>
                </a:solidFill>
                <a:latin typeface="Arial"/>
                <a:ea typeface="Arial"/>
                <a:cs typeface="Arial"/>
              </a:defRPr>
            </a:lvl8pPr>
            <a:lvl9pPr>
              <a:defRPr sz="1425" b="0">
                <a:solidFill>
                  <a:srgbClr val="00539F"/>
                </a:solidFill>
                <a:latin typeface="Arial"/>
                <a:ea typeface="Arial"/>
                <a:cs typeface="Arial"/>
              </a:defRPr>
            </a:lvl9pPr>
          </a:lstStyle>
          <a:p xmlns:a="http://schemas.openxmlformats.org/drawingml/2006/main">
            <a:pPr>
              <a:defRPr sz="1425" b="0">
                <a:solidFill>
                  <a:srgbClr val="00539F"/>
                </a:solidFill>
                <a:latin typeface="Arial"/>
                <a:ea typeface="Arial"/>
                <a:cs typeface="Arial"/>
              </a:defRPr>
            </a:pPr>
            <a:r>
              <a:rPr u="sng">
                <a:hlinkClick xmlns:r="http://schemas.openxmlformats.org/officeDocument/2006/relationships" r:id="R38ee538eaf6740a8"/>
              </a:rPr>
              <a:t>Open interactive demonstration</a:t>
            </a:r>
          </a:p>
        </p:txBody>
      </p:sp>
    </p:spTree>
    <p:extLst>
      <p:ext uri="{BB962C8B-B14F-4D97-AF65-F5344CB8AC3E}">
        <p14:creationId xmlns:p14="http://schemas.microsoft.com/office/powerpoint/2010/main" val="110413664"/>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0CC77A59-2D38-40C6-AFF5-3672464836B2}"/>
              </a:ext>
            </a:extLst>
          </p:cNvPr>
          <p:cNvPicPr>
            <a:picLocks xmlns:a="http://schemas.openxmlformats.org/drawingml/2006/main" noChangeAspect="1"/>
          </p:cNvPicPr>
          <p:nvPr/>
        </p:nvPicPr>
        <p:blipFill>
          <a:blip xmlns:r="http://schemas.openxmlformats.org/officeDocument/2006/relationships" xmlns:a="http://schemas.openxmlformats.org/drawingml/2006/main" r:embed="R697aec957ced4abb"/>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Watch: change the priority">
            <a:extLst xmlns:a="http://schemas.openxmlformats.org/drawingml/2006/main">
              <a:ext uri="{FF2B5EF4-FFF2-40B4-BE49-F238E27FC236}">
                <a16:creationId xmlns:a16="http://schemas.microsoft.com/office/drawing/2014/main" id="{24EFF4A4-BD90-4C6D-9C7A-D81679490EA2}"/>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550" b="0">
                <a:solidFill>
                  <a:srgbClr val="00A0DF"/>
                </a:solidFill>
                <a:latin typeface="Arial"/>
                <a:ea typeface="Arial"/>
                <a:cs typeface="Arial"/>
              </a:defRPr>
            </a:defPPr>
            <a:lvl1pPr>
              <a:defRPr sz="2550" b="0">
                <a:solidFill>
                  <a:srgbClr val="00A0DF"/>
                </a:solidFill>
                <a:latin typeface="Arial"/>
                <a:ea typeface="Arial"/>
                <a:cs typeface="Arial"/>
              </a:defRPr>
            </a:lvl1pPr>
            <a:lvl2pPr>
              <a:defRPr sz="2550" b="0">
                <a:solidFill>
                  <a:srgbClr val="00A0DF"/>
                </a:solidFill>
                <a:latin typeface="Arial"/>
                <a:ea typeface="Arial"/>
                <a:cs typeface="Arial"/>
              </a:defRPr>
            </a:lvl2pPr>
            <a:lvl3pPr>
              <a:defRPr sz="2550" b="0">
                <a:solidFill>
                  <a:srgbClr val="00A0DF"/>
                </a:solidFill>
                <a:latin typeface="Arial"/>
                <a:ea typeface="Arial"/>
                <a:cs typeface="Arial"/>
              </a:defRPr>
            </a:lvl3pPr>
            <a:lvl4pPr>
              <a:defRPr sz="2550" b="0">
                <a:solidFill>
                  <a:srgbClr val="00A0DF"/>
                </a:solidFill>
                <a:latin typeface="Arial"/>
                <a:ea typeface="Arial"/>
                <a:cs typeface="Arial"/>
              </a:defRPr>
            </a:lvl4pPr>
            <a:lvl5pPr>
              <a:defRPr sz="2550" b="0">
                <a:solidFill>
                  <a:srgbClr val="00A0DF"/>
                </a:solidFill>
                <a:latin typeface="Arial"/>
                <a:ea typeface="Arial"/>
                <a:cs typeface="Arial"/>
              </a:defRPr>
            </a:lvl5pPr>
            <a:lvl6pPr>
              <a:defRPr sz="2550" b="0">
                <a:solidFill>
                  <a:srgbClr val="00A0DF"/>
                </a:solidFill>
                <a:latin typeface="Arial"/>
                <a:ea typeface="Arial"/>
                <a:cs typeface="Arial"/>
              </a:defRPr>
            </a:lvl6pPr>
            <a:lvl7pPr>
              <a:defRPr sz="2550" b="0">
                <a:solidFill>
                  <a:srgbClr val="00A0DF"/>
                </a:solidFill>
                <a:latin typeface="Arial"/>
                <a:ea typeface="Arial"/>
                <a:cs typeface="Arial"/>
              </a:defRPr>
            </a:lvl7pPr>
            <a:lvl8pPr>
              <a:defRPr sz="2550" b="0">
                <a:solidFill>
                  <a:srgbClr val="00A0DF"/>
                </a:solidFill>
                <a:latin typeface="Arial"/>
                <a:ea typeface="Arial"/>
                <a:cs typeface="Arial"/>
              </a:defRPr>
            </a:lvl8pPr>
            <a:lvl9pPr>
              <a:defRPr sz="2550" b="0">
                <a:solidFill>
                  <a:srgbClr val="00A0DF"/>
                </a:solidFill>
                <a:latin typeface="Arial"/>
                <a:ea typeface="Arial"/>
                <a:cs typeface="Arial"/>
              </a:defRPr>
            </a:lvl9pPr>
          </a:lstStyle>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Watch: change the priority</a:t>
            </a:r>
          </a:p>
        </p:txBody>
      </p:sp>
      <p:sp>
        <p:nvSpPr>
          <p:cNvPr id="3" name="20">
            <a:extLst xmlns:a="http://schemas.openxmlformats.org/drawingml/2006/main">
              <a:ext uri="{FF2B5EF4-FFF2-40B4-BE49-F238E27FC236}">
                <a16:creationId xmlns:a16="http://schemas.microsoft.com/office/drawing/2014/main" id="{B45CF00F-EA26-4CB9-BAB6-BD2C88537C5E}"/>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00539F"/>
                </a:solidFill>
                <a:latin typeface="Arial"/>
                <a:ea typeface="Arial"/>
                <a:cs typeface="Arial"/>
              </a:defRPr>
            </a:defPPr>
            <a:lvl1pPr>
              <a:defRPr sz="1200" b="0">
                <a:solidFill>
                  <a:srgbClr val="00539F"/>
                </a:solidFill>
                <a:latin typeface="Arial"/>
                <a:ea typeface="Arial"/>
                <a:cs typeface="Arial"/>
              </a:defRPr>
            </a:lvl1pPr>
            <a:lvl2pPr>
              <a:defRPr sz="1200" b="0">
                <a:solidFill>
                  <a:srgbClr val="00539F"/>
                </a:solidFill>
                <a:latin typeface="Arial"/>
                <a:ea typeface="Arial"/>
                <a:cs typeface="Arial"/>
              </a:defRPr>
            </a:lvl2pPr>
            <a:lvl3pPr>
              <a:defRPr sz="1200" b="0">
                <a:solidFill>
                  <a:srgbClr val="00539F"/>
                </a:solidFill>
                <a:latin typeface="Arial"/>
                <a:ea typeface="Arial"/>
                <a:cs typeface="Arial"/>
              </a:defRPr>
            </a:lvl3pPr>
            <a:lvl4pPr>
              <a:defRPr sz="1200" b="0">
                <a:solidFill>
                  <a:srgbClr val="00539F"/>
                </a:solidFill>
                <a:latin typeface="Arial"/>
                <a:ea typeface="Arial"/>
                <a:cs typeface="Arial"/>
              </a:defRPr>
            </a:lvl4pPr>
            <a:lvl5pPr>
              <a:defRPr sz="1200" b="0">
                <a:solidFill>
                  <a:srgbClr val="00539F"/>
                </a:solidFill>
                <a:latin typeface="Arial"/>
                <a:ea typeface="Arial"/>
                <a:cs typeface="Arial"/>
              </a:defRPr>
            </a:lvl5pPr>
            <a:lvl6pPr>
              <a:defRPr sz="1200" b="0">
                <a:solidFill>
                  <a:srgbClr val="00539F"/>
                </a:solidFill>
                <a:latin typeface="Arial"/>
                <a:ea typeface="Arial"/>
                <a:cs typeface="Arial"/>
              </a:defRPr>
            </a:lvl6pPr>
            <a:lvl7pPr>
              <a:defRPr sz="1200" b="0">
                <a:solidFill>
                  <a:srgbClr val="00539F"/>
                </a:solidFill>
                <a:latin typeface="Arial"/>
                <a:ea typeface="Arial"/>
                <a:cs typeface="Arial"/>
              </a:defRPr>
            </a:lvl7pPr>
            <a:lvl8pPr>
              <a:defRPr sz="1200" b="0">
                <a:solidFill>
                  <a:srgbClr val="00539F"/>
                </a:solidFill>
                <a:latin typeface="Arial"/>
                <a:ea typeface="Arial"/>
                <a:cs typeface="Arial"/>
              </a:defRPr>
            </a:lvl8pPr>
            <a:lvl9pPr>
              <a:defRPr sz="1200" b="0">
                <a:solidFill>
                  <a:srgbClr val="00539F"/>
                </a:solidFill>
                <a:latin typeface="Arial"/>
                <a:ea typeface="Arial"/>
                <a:cs typeface="Arial"/>
              </a:defRPr>
            </a:lvl9pPr>
          </a:lstStyle>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20</a:t>
            </a:r>
          </a:p>
        </p:txBody>
      </p:sp>
      <p:pic>
        <p:nvPicPr>
          <p:cNvPr id="4" name="">
            <a:extLst xmlns:a="http://schemas.openxmlformats.org/drawingml/2006/main">
              <a:ext uri="{FF2B5EF4-FFF2-40B4-BE49-F238E27FC236}">
                <a16:creationId xmlns:a16="http://schemas.microsoft.com/office/drawing/2014/main" id="{5E4752C0-CC12-41F6-9EFA-478C3DA0C608}"/>
              </a:ext>
            </a:extLst>
          </p:cNvPr>
          <p:cNvPicPr>
            <a:picLocks xmlns:a="http://schemas.openxmlformats.org/drawingml/2006/main" noChangeAspect="1"/>
          </p:cNvPicPr>
          <p:nvPr/>
        </p:nvPicPr>
        <p:blipFill>
          <a:blip xmlns:r="http://schemas.openxmlformats.org/officeDocument/2006/relationships" xmlns:a="http://schemas.openxmlformats.org/drawingml/2006/main" r:embed="R25734a4d14c84b72"/>
          <a:stretch xmlns:a="http://schemas.openxmlformats.org/drawingml/2006/main"/>
        </p:blipFill>
        <p:spPr>
          <a:xfrm xmlns:a="http://schemas.openxmlformats.org/drawingml/2006/main">
            <a:off x="495300" y="1500188"/>
            <a:ext cx="5524500" cy="2762250"/>
          </a:xfrm>
          <a:prstGeom xmlns:a="http://schemas.openxmlformats.org/drawingml/2006/main" prst="rect">
            <a:avLst/>
          </a:prstGeom>
        </p:spPr>
      </p:pic>
      <p:sp>
        <p:nvSpPr>
          <p:cNvPr id="5" name="Tracking priority tolerates stronger corrections.&#10;&#10;Steering pena">
            <a:extLst xmlns:a="http://schemas.openxmlformats.org/drawingml/2006/main">
              <a:ext uri="{FF2B5EF4-FFF2-40B4-BE49-F238E27FC236}">
                <a16:creationId xmlns:a16="http://schemas.microsoft.com/office/drawing/2014/main" id="{D6ED65E4-C8AB-4EA0-AC7E-EF5BB97232DF}"/>
              </a:ext>
            </a:extLst>
          </p:cNvPr>
          <p:cNvSpPr>
            <a:spLocks xmlns:a="http://schemas.openxmlformats.org/drawingml/2006/main" noGrp="1"/>
          </p:cNvSpPr>
          <p:nvPr/>
        </p:nvSpPr>
        <p:spPr>
          <a:xfrm xmlns:a="http://schemas.openxmlformats.org/drawingml/2006/main">
            <a:off x="6286500" y="1476375"/>
            <a:ext cx="236220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650" b="0">
                <a:solidFill>
                  <a:srgbClr val="17324D"/>
                </a:solidFill>
                <a:latin typeface="Arial"/>
                <a:ea typeface="Arial"/>
                <a:cs typeface="Arial"/>
              </a:defRPr>
            </a:defPPr>
            <a:lvl1pPr>
              <a:defRPr sz="1650" b="0">
                <a:solidFill>
                  <a:srgbClr val="17324D"/>
                </a:solidFill>
                <a:latin typeface="Arial"/>
                <a:ea typeface="Arial"/>
                <a:cs typeface="Arial"/>
              </a:defRPr>
            </a:lvl1pPr>
            <a:lvl2pPr>
              <a:defRPr sz="1650" b="0">
                <a:solidFill>
                  <a:srgbClr val="17324D"/>
                </a:solidFill>
                <a:latin typeface="Arial"/>
                <a:ea typeface="Arial"/>
                <a:cs typeface="Arial"/>
              </a:defRPr>
            </a:lvl2pPr>
            <a:lvl3pPr>
              <a:defRPr sz="1650" b="0">
                <a:solidFill>
                  <a:srgbClr val="17324D"/>
                </a:solidFill>
                <a:latin typeface="Arial"/>
                <a:ea typeface="Arial"/>
                <a:cs typeface="Arial"/>
              </a:defRPr>
            </a:lvl3pPr>
            <a:lvl4pPr>
              <a:defRPr sz="1650" b="0">
                <a:solidFill>
                  <a:srgbClr val="17324D"/>
                </a:solidFill>
                <a:latin typeface="Arial"/>
                <a:ea typeface="Arial"/>
                <a:cs typeface="Arial"/>
              </a:defRPr>
            </a:lvl4pPr>
            <a:lvl5pPr>
              <a:defRPr sz="1650" b="0">
                <a:solidFill>
                  <a:srgbClr val="17324D"/>
                </a:solidFill>
                <a:latin typeface="Arial"/>
                <a:ea typeface="Arial"/>
                <a:cs typeface="Arial"/>
              </a:defRPr>
            </a:lvl5pPr>
            <a:lvl6pPr>
              <a:defRPr sz="1650" b="0">
                <a:solidFill>
                  <a:srgbClr val="17324D"/>
                </a:solidFill>
                <a:latin typeface="Arial"/>
                <a:ea typeface="Arial"/>
                <a:cs typeface="Arial"/>
              </a:defRPr>
            </a:lvl6pPr>
            <a:lvl7pPr>
              <a:defRPr sz="1650" b="0">
                <a:solidFill>
                  <a:srgbClr val="17324D"/>
                </a:solidFill>
                <a:latin typeface="Arial"/>
                <a:ea typeface="Arial"/>
                <a:cs typeface="Arial"/>
              </a:defRPr>
            </a:lvl7pPr>
            <a:lvl8pPr>
              <a:defRPr sz="1650" b="0">
                <a:solidFill>
                  <a:srgbClr val="17324D"/>
                </a:solidFill>
                <a:latin typeface="Arial"/>
                <a:ea typeface="Arial"/>
                <a:cs typeface="Arial"/>
              </a:defRPr>
            </a:lvl8pPr>
            <a:lvl9pPr>
              <a:defRPr sz="1650" b="0">
                <a:solidFill>
                  <a:srgbClr val="17324D"/>
                </a:solidFill>
                <a:latin typeface="Arial"/>
                <a:ea typeface="Arial"/>
                <a:cs typeface="Arial"/>
              </a:defRPr>
            </a:lvl9pPr>
          </a:lstStyle>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Tracking priority tolerates stronger corrections.</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Steering penalty discourages large corrections.</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A steering limit can prevent the designed response.</a:t>
            </a:r>
          </a:p>
        </p:txBody>
      </p:sp>
      <p:sp>
        <p:nvSpPr>
          <p:cNvPr id="6" name="Open interactive demonstration">
            <a:extLst xmlns:a="http://schemas.openxmlformats.org/drawingml/2006/main">
              <a:ext uri="{FF2B5EF4-FFF2-40B4-BE49-F238E27FC236}">
                <a16:creationId xmlns:a16="http://schemas.microsoft.com/office/drawing/2014/main" id="{367B0C28-5806-4839-8BCF-77AE894F4F7C}"/>
              </a:ext>
            </a:extLst>
          </p:cNvPr>
          <p:cNvSpPr>
            <a:spLocks xmlns:a="http://schemas.openxmlformats.org/drawingml/2006/main" noGrp="1"/>
          </p:cNvSpPr>
          <p:nvPr/>
        </p:nvSpPr>
        <p:spPr>
          <a:xfrm xmlns:a="http://schemas.openxmlformats.org/drawingml/2006/main">
            <a:off x="523875" y="4543425"/>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425" b="0">
                <a:solidFill>
                  <a:srgbClr val="00539F"/>
                </a:solidFill>
                <a:latin typeface="Arial"/>
                <a:ea typeface="Arial"/>
                <a:cs typeface="Arial"/>
              </a:defRPr>
            </a:defPPr>
            <a:lvl1pPr>
              <a:defRPr sz="1425" b="0">
                <a:solidFill>
                  <a:srgbClr val="00539F"/>
                </a:solidFill>
                <a:latin typeface="Arial"/>
                <a:ea typeface="Arial"/>
                <a:cs typeface="Arial"/>
              </a:defRPr>
            </a:lvl1pPr>
            <a:lvl2pPr>
              <a:defRPr sz="1425" b="0">
                <a:solidFill>
                  <a:srgbClr val="00539F"/>
                </a:solidFill>
                <a:latin typeface="Arial"/>
                <a:ea typeface="Arial"/>
                <a:cs typeface="Arial"/>
              </a:defRPr>
            </a:lvl2pPr>
            <a:lvl3pPr>
              <a:defRPr sz="1425" b="0">
                <a:solidFill>
                  <a:srgbClr val="00539F"/>
                </a:solidFill>
                <a:latin typeface="Arial"/>
                <a:ea typeface="Arial"/>
                <a:cs typeface="Arial"/>
              </a:defRPr>
            </a:lvl3pPr>
            <a:lvl4pPr>
              <a:defRPr sz="1425" b="0">
                <a:solidFill>
                  <a:srgbClr val="00539F"/>
                </a:solidFill>
                <a:latin typeface="Arial"/>
                <a:ea typeface="Arial"/>
                <a:cs typeface="Arial"/>
              </a:defRPr>
            </a:lvl4pPr>
            <a:lvl5pPr>
              <a:defRPr sz="1425" b="0">
                <a:solidFill>
                  <a:srgbClr val="00539F"/>
                </a:solidFill>
                <a:latin typeface="Arial"/>
                <a:ea typeface="Arial"/>
                <a:cs typeface="Arial"/>
              </a:defRPr>
            </a:lvl5pPr>
            <a:lvl6pPr>
              <a:defRPr sz="1425" b="0">
                <a:solidFill>
                  <a:srgbClr val="00539F"/>
                </a:solidFill>
                <a:latin typeface="Arial"/>
                <a:ea typeface="Arial"/>
                <a:cs typeface="Arial"/>
              </a:defRPr>
            </a:lvl6pPr>
            <a:lvl7pPr>
              <a:defRPr sz="1425" b="0">
                <a:solidFill>
                  <a:srgbClr val="00539F"/>
                </a:solidFill>
                <a:latin typeface="Arial"/>
                <a:ea typeface="Arial"/>
                <a:cs typeface="Arial"/>
              </a:defRPr>
            </a:lvl7pPr>
            <a:lvl8pPr>
              <a:defRPr sz="1425" b="0">
                <a:solidFill>
                  <a:srgbClr val="00539F"/>
                </a:solidFill>
                <a:latin typeface="Arial"/>
                <a:ea typeface="Arial"/>
                <a:cs typeface="Arial"/>
              </a:defRPr>
            </a:lvl8pPr>
            <a:lvl9pPr>
              <a:defRPr sz="1425" b="0">
                <a:solidFill>
                  <a:srgbClr val="00539F"/>
                </a:solidFill>
                <a:latin typeface="Arial"/>
                <a:ea typeface="Arial"/>
                <a:cs typeface="Arial"/>
              </a:defRPr>
            </a:lvl9pPr>
          </a:lstStyle>
          <a:p xmlns:a="http://schemas.openxmlformats.org/drawingml/2006/main">
            <a:pPr>
              <a:defRPr sz="1425" b="0">
                <a:solidFill>
                  <a:srgbClr val="00539F"/>
                </a:solidFill>
                <a:latin typeface="Arial"/>
                <a:ea typeface="Arial"/>
                <a:cs typeface="Arial"/>
              </a:defRPr>
            </a:pPr>
            <a:r>
              <a:rPr u="sng">
                <a:hlinkClick xmlns:r="http://schemas.openxmlformats.org/officeDocument/2006/relationships" r:id="R3014b90fe1504253"/>
              </a:rPr>
              <a:t>Open interactive demonstration</a:t>
            </a:r>
          </a:p>
        </p:txBody>
      </p:sp>
    </p:spTree>
    <p:extLst>
      <p:ext uri="{BB962C8B-B14F-4D97-AF65-F5344CB8AC3E}">
        <p14:creationId xmlns:p14="http://schemas.microsoft.com/office/powerpoint/2010/main" val="908886858"/>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1DFB241D-1F9A-4495-8C21-2AFD0CAB47C3}"/>
              </a:ext>
            </a:extLst>
          </p:cNvPr>
          <p:cNvPicPr>
            <a:picLocks xmlns:a="http://schemas.openxmlformats.org/drawingml/2006/main" noChangeAspect="1"/>
          </p:cNvPicPr>
          <p:nvPr/>
        </p:nvPicPr>
        <p:blipFill>
          <a:blip xmlns:r="http://schemas.openxmlformats.org/officeDocument/2006/relationships" xmlns:a="http://schemas.openxmlformats.org/drawingml/2006/main" r:embed="R938fb69c05794b49"/>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Why look farther ahead?">
            <a:extLst xmlns:a="http://schemas.openxmlformats.org/drawingml/2006/main">
              <a:ext uri="{FF2B5EF4-FFF2-40B4-BE49-F238E27FC236}">
                <a16:creationId xmlns:a16="http://schemas.microsoft.com/office/drawing/2014/main" id="{4DED23EF-C7E3-427C-B89D-ADA85940F7E5}"/>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550" b="0">
                <a:solidFill>
                  <a:srgbClr val="00A0DF"/>
                </a:solidFill>
                <a:latin typeface="Arial"/>
                <a:ea typeface="Arial"/>
                <a:cs typeface="Arial"/>
              </a:defRPr>
            </a:defPPr>
            <a:lvl1pPr>
              <a:defRPr sz="2550" b="0">
                <a:solidFill>
                  <a:srgbClr val="00A0DF"/>
                </a:solidFill>
                <a:latin typeface="Arial"/>
                <a:ea typeface="Arial"/>
                <a:cs typeface="Arial"/>
              </a:defRPr>
            </a:lvl1pPr>
            <a:lvl2pPr>
              <a:defRPr sz="2550" b="0">
                <a:solidFill>
                  <a:srgbClr val="00A0DF"/>
                </a:solidFill>
                <a:latin typeface="Arial"/>
                <a:ea typeface="Arial"/>
                <a:cs typeface="Arial"/>
              </a:defRPr>
            </a:lvl2pPr>
            <a:lvl3pPr>
              <a:defRPr sz="2550" b="0">
                <a:solidFill>
                  <a:srgbClr val="00A0DF"/>
                </a:solidFill>
                <a:latin typeface="Arial"/>
                <a:ea typeface="Arial"/>
                <a:cs typeface="Arial"/>
              </a:defRPr>
            </a:lvl3pPr>
            <a:lvl4pPr>
              <a:defRPr sz="2550" b="0">
                <a:solidFill>
                  <a:srgbClr val="00A0DF"/>
                </a:solidFill>
                <a:latin typeface="Arial"/>
                <a:ea typeface="Arial"/>
                <a:cs typeface="Arial"/>
              </a:defRPr>
            </a:lvl4pPr>
            <a:lvl5pPr>
              <a:defRPr sz="2550" b="0">
                <a:solidFill>
                  <a:srgbClr val="00A0DF"/>
                </a:solidFill>
                <a:latin typeface="Arial"/>
                <a:ea typeface="Arial"/>
                <a:cs typeface="Arial"/>
              </a:defRPr>
            </a:lvl5pPr>
            <a:lvl6pPr>
              <a:defRPr sz="2550" b="0">
                <a:solidFill>
                  <a:srgbClr val="00A0DF"/>
                </a:solidFill>
                <a:latin typeface="Arial"/>
                <a:ea typeface="Arial"/>
                <a:cs typeface="Arial"/>
              </a:defRPr>
            </a:lvl6pPr>
            <a:lvl7pPr>
              <a:defRPr sz="2550" b="0">
                <a:solidFill>
                  <a:srgbClr val="00A0DF"/>
                </a:solidFill>
                <a:latin typeface="Arial"/>
                <a:ea typeface="Arial"/>
                <a:cs typeface="Arial"/>
              </a:defRPr>
            </a:lvl7pPr>
            <a:lvl8pPr>
              <a:defRPr sz="2550" b="0">
                <a:solidFill>
                  <a:srgbClr val="00A0DF"/>
                </a:solidFill>
                <a:latin typeface="Arial"/>
                <a:ea typeface="Arial"/>
                <a:cs typeface="Arial"/>
              </a:defRPr>
            </a:lvl8pPr>
            <a:lvl9pPr>
              <a:defRPr sz="2550" b="0">
                <a:solidFill>
                  <a:srgbClr val="00A0DF"/>
                </a:solidFill>
                <a:latin typeface="Arial"/>
                <a:ea typeface="Arial"/>
                <a:cs typeface="Arial"/>
              </a:defRPr>
            </a:lvl9pPr>
          </a:lstStyle>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Why look farther ahead?</a:t>
            </a:r>
          </a:p>
        </p:txBody>
      </p:sp>
      <p:sp>
        <p:nvSpPr>
          <p:cNvPr id="3" name="21">
            <a:extLst xmlns:a="http://schemas.openxmlformats.org/drawingml/2006/main">
              <a:ext uri="{FF2B5EF4-FFF2-40B4-BE49-F238E27FC236}">
                <a16:creationId xmlns:a16="http://schemas.microsoft.com/office/drawing/2014/main" id="{455883D5-AB8F-423D-BE1A-6847329C3068}"/>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00539F"/>
                </a:solidFill>
                <a:latin typeface="Arial"/>
                <a:ea typeface="Arial"/>
                <a:cs typeface="Arial"/>
              </a:defRPr>
            </a:defPPr>
            <a:lvl1pPr>
              <a:defRPr sz="1200" b="0">
                <a:solidFill>
                  <a:srgbClr val="00539F"/>
                </a:solidFill>
                <a:latin typeface="Arial"/>
                <a:ea typeface="Arial"/>
                <a:cs typeface="Arial"/>
              </a:defRPr>
            </a:lvl1pPr>
            <a:lvl2pPr>
              <a:defRPr sz="1200" b="0">
                <a:solidFill>
                  <a:srgbClr val="00539F"/>
                </a:solidFill>
                <a:latin typeface="Arial"/>
                <a:ea typeface="Arial"/>
                <a:cs typeface="Arial"/>
              </a:defRPr>
            </a:lvl2pPr>
            <a:lvl3pPr>
              <a:defRPr sz="1200" b="0">
                <a:solidFill>
                  <a:srgbClr val="00539F"/>
                </a:solidFill>
                <a:latin typeface="Arial"/>
                <a:ea typeface="Arial"/>
                <a:cs typeface="Arial"/>
              </a:defRPr>
            </a:lvl3pPr>
            <a:lvl4pPr>
              <a:defRPr sz="1200" b="0">
                <a:solidFill>
                  <a:srgbClr val="00539F"/>
                </a:solidFill>
                <a:latin typeface="Arial"/>
                <a:ea typeface="Arial"/>
                <a:cs typeface="Arial"/>
              </a:defRPr>
            </a:lvl4pPr>
            <a:lvl5pPr>
              <a:defRPr sz="1200" b="0">
                <a:solidFill>
                  <a:srgbClr val="00539F"/>
                </a:solidFill>
                <a:latin typeface="Arial"/>
                <a:ea typeface="Arial"/>
                <a:cs typeface="Arial"/>
              </a:defRPr>
            </a:lvl5pPr>
            <a:lvl6pPr>
              <a:defRPr sz="1200" b="0">
                <a:solidFill>
                  <a:srgbClr val="00539F"/>
                </a:solidFill>
                <a:latin typeface="Arial"/>
                <a:ea typeface="Arial"/>
                <a:cs typeface="Arial"/>
              </a:defRPr>
            </a:lvl6pPr>
            <a:lvl7pPr>
              <a:defRPr sz="1200" b="0">
                <a:solidFill>
                  <a:srgbClr val="00539F"/>
                </a:solidFill>
                <a:latin typeface="Arial"/>
                <a:ea typeface="Arial"/>
                <a:cs typeface="Arial"/>
              </a:defRPr>
            </a:lvl7pPr>
            <a:lvl8pPr>
              <a:defRPr sz="1200" b="0">
                <a:solidFill>
                  <a:srgbClr val="00539F"/>
                </a:solidFill>
                <a:latin typeface="Arial"/>
                <a:ea typeface="Arial"/>
                <a:cs typeface="Arial"/>
              </a:defRPr>
            </a:lvl8pPr>
            <a:lvl9pPr>
              <a:defRPr sz="1200" b="0">
                <a:solidFill>
                  <a:srgbClr val="00539F"/>
                </a:solidFill>
                <a:latin typeface="Arial"/>
                <a:ea typeface="Arial"/>
                <a:cs typeface="Arial"/>
              </a:defRPr>
            </a:lvl9pPr>
          </a:lstStyle>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21</a:t>
            </a:r>
          </a:p>
        </p:txBody>
      </p:sp>
      <p:sp>
        <p:nvSpPr>
          <p:cNvPr id="4" name="A bend is coming while steering is still changing.">
            <a:extLst xmlns:a="http://schemas.openxmlformats.org/drawingml/2006/main">
              <a:ext uri="{FF2B5EF4-FFF2-40B4-BE49-F238E27FC236}">
                <a16:creationId xmlns:a16="http://schemas.microsoft.com/office/drawing/2014/main" id="{D3930EFC-1D77-4E15-BD41-6617EF46E573}"/>
              </a:ext>
            </a:extLst>
          </p:cNvPr>
          <p:cNvSpPr>
            <a:spLocks xmlns:a="http://schemas.openxmlformats.org/drawingml/2006/main" noGrp="1"/>
          </p:cNvSpPr>
          <p:nvPr/>
        </p:nvSpPr>
        <p:spPr>
          <a:xfrm xmlns:a="http://schemas.openxmlformats.org/drawingml/2006/main">
            <a:off x="619125" y="1438275"/>
            <a:ext cx="7905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950" b="0">
                <a:solidFill>
                  <a:srgbClr val="17324D"/>
                </a:solidFill>
                <a:latin typeface="Arial"/>
                <a:ea typeface="Arial"/>
                <a:cs typeface="Arial"/>
              </a:defRPr>
            </a:defPPr>
            <a:lvl1pPr>
              <a:defRPr sz="1950" b="0">
                <a:solidFill>
                  <a:srgbClr val="17324D"/>
                </a:solidFill>
                <a:latin typeface="Arial"/>
                <a:ea typeface="Arial"/>
                <a:cs typeface="Arial"/>
              </a:defRPr>
            </a:lvl1pPr>
            <a:lvl2pPr>
              <a:defRPr sz="1950" b="0">
                <a:solidFill>
                  <a:srgbClr val="17324D"/>
                </a:solidFill>
                <a:latin typeface="Arial"/>
                <a:ea typeface="Arial"/>
                <a:cs typeface="Arial"/>
              </a:defRPr>
            </a:lvl2pPr>
            <a:lvl3pPr>
              <a:defRPr sz="1950" b="0">
                <a:solidFill>
                  <a:srgbClr val="17324D"/>
                </a:solidFill>
                <a:latin typeface="Arial"/>
                <a:ea typeface="Arial"/>
                <a:cs typeface="Arial"/>
              </a:defRPr>
            </a:lvl3pPr>
            <a:lvl4pPr>
              <a:defRPr sz="1950" b="0">
                <a:solidFill>
                  <a:srgbClr val="17324D"/>
                </a:solidFill>
                <a:latin typeface="Arial"/>
                <a:ea typeface="Arial"/>
                <a:cs typeface="Arial"/>
              </a:defRPr>
            </a:lvl4pPr>
            <a:lvl5pPr>
              <a:defRPr sz="1950" b="0">
                <a:solidFill>
                  <a:srgbClr val="17324D"/>
                </a:solidFill>
                <a:latin typeface="Arial"/>
                <a:ea typeface="Arial"/>
                <a:cs typeface="Arial"/>
              </a:defRPr>
            </a:lvl5pPr>
            <a:lvl6pPr>
              <a:defRPr sz="1950" b="0">
                <a:solidFill>
                  <a:srgbClr val="17324D"/>
                </a:solidFill>
                <a:latin typeface="Arial"/>
                <a:ea typeface="Arial"/>
                <a:cs typeface="Arial"/>
              </a:defRPr>
            </a:lvl6pPr>
            <a:lvl7pPr>
              <a:defRPr sz="1950" b="0">
                <a:solidFill>
                  <a:srgbClr val="17324D"/>
                </a:solidFill>
                <a:latin typeface="Arial"/>
                <a:ea typeface="Arial"/>
                <a:cs typeface="Arial"/>
              </a:defRPr>
            </a:lvl7pPr>
            <a:lvl8pPr>
              <a:defRPr sz="1950" b="0">
                <a:solidFill>
                  <a:srgbClr val="17324D"/>
                </a:solidFill>
                <a:latin typeface="Arial"/>
                <a:ea typeface="Arial"/>
                <a:cs typeface="Arial"/>
              </a:defRPr>
            </a:lvl8pPr>
            <a:lvl9pPr>
              <a:defRPr sz="1950" b="0">
                <a:solidFill>
                  <a:srgbClr val="17324D"/>
                </a:solidFill>
                <a:latin typeface="Arial"/>
                <a:ea typeface="Arial"/>
                <a:cs typeface="Arial"/>
              </a:defRPr>
            </a:lvl9pPr>
          </a:lstStyle>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A bend is coming while steering is still changing.</a:t>
            </a:r>
          </a:p>
        </p:txBody>
      </p:sp>
      <p:sp>
        <p:nvSpPr>
          <p:cNvPr id="5" name="Waiting until the error appears can be too late.">
            <a:extLst xmlns:a="http://schemas.openxmlformats.org/drawingml/2006/main">
              <a:ext uri="{FF2B5EF4-FFF2-40B4-BE49-F238E27FC236}">
                <a16:creationId xmlns:a16="http://schemas.microsoft.com/office/drawing/2014/main" id="{1AE1C327-DD7C-4F2A-AD05-05C9DC0230FB}"/>
              </a:ext>
            </a:extLst>
          </p:cNvPr>
          <p:cNvSpPr>
            <a:spLocks xmlns:a="http://schemas.openxmlformats.org/drawingml/2006/main" noGrp="1"/>
          </p:cNvSpPr>
          <p:nvPr/>
        </p:nvSpPr>
        <p:spPr>
          <a:xfrm xmlns:a="http://schemas.openxmlformats.org/drawingml/2006/main">
            <a:off x="619125" y="2371725"/>
            <a:ext cx="7905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950" b="0">
                <a:solidFill>
                  <a:srgbClr val="17324D"/>
                </a:solidFill>
                <a:latin typeface="Arial"/>
                <a:ea typeface="Arial"/>
                <a:cs typeface="Arial"/>
              </a:defRPr>
            </a:defPPr>
            <a:lvl1pPr>
              <a:defRPr sz="1950" b="0">
                <a:solidFill>
                  <a:srgbClr val="17324D"/>
                </a:solidFill>
                <a:latin typeface="Arial"/>
                <a:ea typeface="Arial"/>
                <a:cs typeface="Arial"/>
              </a:defRPr>
            </a:lvl1pPr>
            <a:lvl2pPr>
              <a:defRPr sz="1950" b="0">
                <a:solidFill>
                  <a:srgbClr val="17324D"/>
                </a:solidFill>
                <a:latin typeface="Arial"/>
                <a:ea typeface="Arial"/>
                <a:cs typeface="Arial"/>
              </a:defRPr>
            </a:lvl2pPr>
            <a:lvl3pPr>
              <a:defRPr sz="1950" b="0">
                <a:solidFill>
                  <a:srgbClr val="17324D"/>
                </a:solidFill>
                <a:latin typeface="Arial"/>
                <a:ea typeface="Arial"/>
                <a:cs typeface="Arial"/>
              </a:defRPr>
            </a:lvl3pPr>
            <a:lvl4pPr>
              <a:defRPr sz="1950" b="0">
                <a:solidFill>
                  <a:srgbClr val="17324D"/>
                </a:solidFill>
                <a:latin typeface="Arial"/>
                <a:ea typeface="Arial"/>
                <a:cs typeface="Arial"/>
              </a:defRPr>
            </a:lvl4pPr>
            <a:lvl5pPr>
              <a:defRPr sz="1950" b="0">
                <a:solidFill>
                  <a:srgbClr val="17324D"/>
                </a:solidFill>
                <a:latin typeface="Arial"/>
                <a:ea typeface="Arial"/>
                <a:cs typeface="Arial"/>
              </a:defRPr>
            </a:lvl5pPr>
            <a:lvl6pPr>
              <a:defRPr sz="1950" b="0">
                <a:solidFill>
                  <a:srgbClr val="17324D"/>
                </a:solidFill>
                <a:latin typeface="Arial"/>
                <a:ea typeface="Arial"/>
                <a:cs typeface="Arial"/>
              </a:defRPr>
            </a:lvl6pPr>
            <a:lvl7pPr>
              <a:defRPr sz="1950" b="0">
                <a:solidFill>
                  <a:srgbClr val="17324D"/>
                </a:solidFill>
                <a:latin typeface="Arial"/>
                <a:ea typeface="Arial"/>
                <a:cs typeface="Arial"/>
              </a:defRPr>
            </a:lvl7pPr>
            <a:lvl8pPr>
              <a:defRPr sz="1950" b="0">
                <a:solidFill>
                  <a:srgbClr val="17324D"/>
                </a:solidFill>
                <a:latin typeface="Arial"/>
                <a:ea typeface="Arial"/>
                <a:cs typeface="Arial"/>
              </a:defRPr>
            </a:lvl8pPr>
            <a:lvl9pPr>
              <a:defRPr sz="1950" b="0">
                <a:solidFill>
                  <a:srgbClr val="17324D"/>
                </a:solidFill>
                <a:latin typeface="Arial"/>
                <a:ea typeface="Arial"/>
                <a:cs typeface="Arial"/>
              </a:defRPr>
            </a:lvl9pPr>
          </a:lstStyle>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Waiting until the error appears can be too late.</a:t>
            </a:r>
          </a:p>
        </p:txBody>
      </p:sp>
      <p:sp>
        <p:nvSpPr>
          <p:cNvPr id="6" name="Prediction lets the controller consider future choices now.">
            <a:extLst xmlns:a="http://schemas.openxmlformats.org/drawingml/2006/main">
              <a:ext uri="{FF2B5EF4-FFF2-40B4-BE49-F238E27FC236}">
                <a16:creationId xmlns:a16="http://schemas.microsoft.com/office/drawing/2014/main" id="{C4B60673-FEE0-4C8D-A89C-E82A5340F994}"/>
              </a:ext>
            </a:extLst>
          </p:cNvPr>
          <p:cNvSpPr>
            <a:spLocks xmlns:a="http://schemas.openxmlformats.org/drawingml/2006/main" noGrp="1"/>
          </p:cNvSpPr>
          <p:nvPr/>
        </p:nvSpPr>
        <p:spPr>
          <a:xfrm xmlns:a="http://schemas.openxmlformats.org/drawingml/2006/main">
            <a:off x="619125" y="3305175"/>
            <a:ext cx="7905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950" b="0">
                <a:solidFill>
                  <a:srgbClr val="17324D"/>
                </a:solidFill>
                <a:latin typeface="Arial"/>
                <a:ea typeface="Arial"/>
                <a:cs typeface="Arial"/>
              </a:defRPr>
            </a:defPPr>
            <a:lvl1pPr>
              <a:defRPr sz="1950" b="0">
                <a:solidFill>
                  <a:srgbClr val="17324D"/>
                </a:solidFill>
                <a:latin typeface="Arial"/>
                <a:ea typeface="Arial"/>
                <a:cs typeface="Arial"/>
              </a:defRPr>
            </a:lvl1pPr>
            <a:lvl2pPr>
              <a:defRPr sz="1950" b="0">
                <a:solidFill>
                  <a:srgbClr val="17324D"/>
                </a:solidFill>
                <a:latin typeface="Arial"/>
                <a:ea typeface="Arial"/>
                <a:cs typeface="Arial"/>
              </a:defRPr>
            </a:lvl2pPr>
            <a:lvl3pPr>
              <a:defRPr sz="1950" b="0">
                <a:solidFill>
                  <a:srgbClr val="17324D"/>
                </a:solidFill>
                <a:latin typeface="Arial"/>
                <a:ea typeface="Arial"/>
                <a:cs typeface="Arial"/>
              </a:defRPr>
            </a:lvl3pPr>
            <a:lvl4pPr>
              <a:defRPr sz="1950" b="0">
                <a:solidFill>
                  <a:srgbClr val="17324D"/>
                </a:solidFill>
                <a:latin typeface="Arial"/>
                <a:ea typeface="Arial"/>
                <a:cs typeface="Arial"/>
              </a:defRPr>
            </a:lvl4pPr>
            <a:lvl5pPr>
              <a:defRPr sz="1950" b="0">
                <a:solidFill>
                  <a:srgbClr val="17324D"/>
                </a:solidFill>
                <a:latin typeface="Arial"/>
                <a:ea typeface="Arial"/>
                <a:cs typeface="Arial"/>
              </a:defRPr>
            </a:lvl5pPr>
            <a:lvl6pPr>
              <a:defRPr sz="1950" b="0">
                <a:solidFill>
                  <a:srgbClr val="17324D"/>
                </a:solidFill>
                <a:latin typeface="Arial"/>
                <a:ea typeface="Arial"/>
                <a:cs typeface="Arial"/>
              </a:defRPr>
            </a:lvl6pPr>
            <a:lvl7pPr>
              <a:defRPr sz="1950" b="0">
                <a:solidFill>
                  <a:srgbClr val="17324D"/>
                </a:solidFill>
                <a:latin typeface="Arial"/>
                <a:ea typeface="Arial"/>
                <a:cs typeface="Arial"/>
              </a:defRPr>
            </a:lvl7pPr>
            <a:lvl8pPr>
              <a:defRPr sz="1950" b="0">
                <a:solidFill>
                  <a:srgbClr val="17324D"/>
                </a:solidFill>
                <a:latin typeface="Arial"/>
                <a:ea typeface="Arial"/>
                <a:cs typeface="Arial"/>
              </a:defRPr>
            </a:lvl8pPr>
            <a:lvl9pPr>
              <a:defRPr sz="1950" b="0">
                <a:solidFill>
                  <a:srgbClr val="17324D"/>
                </a:solidFill>
                <a:latin typeface="Arial"/>
                <a:ea typeface="Arial"/>
                <a:cs typeface="Arial"/>
              </a:defRPr>
            </a:lvl9pPr>
          </a:lstStyle>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Prediction lets the controller consider future choices now.</a:t>
            </a:r>
          </a:p>
        </p:txBody>
      </p:sp>
    </p:spTree>
    <p:extLst>
      <p:ext uri="{BB962C8B-B14F-4D97-AF65-F5344CB8AC3E}">
        <p14:creationId xmlns:p14="http://schemas.microsoft.com/office/powerpoint/2010/main" val="1067347997"/>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24" name="">
            <a:extLst xmlns:a="http://schemas.openxmlformats.org/drawingml/2006/main">
              <a:ext uri="{FF2B5EF4-FFF2-40B4-BE49-F238E27FC236}">
                <a16:creationId xmlns:a16="http://schemas.microsoft.com/office/drawing/2014/main" id="{32D50513-C6C5-419E-B4A9-9DFB3ADBFA88}"/>
              </a:ext>
            </a:extLst>
          </p:cNvPr>
          <p:cNvPicPr>
            <a:picLocks xmlns:a="http://schemas.openxmlformats.org/drawingml/2006/main" noChangeAspect="1"/>
          </p:cNvPicPr>
          <p:nvPr/>
        </p:nvPicPr>
        <p:blipFill>
          <a:blip xmlns:r="http://schemas.openxmlformats.org/officeDocument/2006/relationships" xmlns:a="http://schemas.openxmlformats.org/drawingml/2006/main" r:embed="R694462c0d33a4e2a"/>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MPC: plan, act once, update">
            <a:extLst xmlns:a="http://schemas.openxmlformats.org/drawingml/2006/main">
              <a:ext uri="{FF2B5EF4-FFF2-40B4-BE49-F238E27FC236}">
                <a16:creationId xmlns:a16="http://schemas.microsoft.com/office/drawing/2014/main" id="{34C8F384-AE74-48F2-B9FB-EB0F8131E928}"/>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550" b="0">
                <a:solidFill>
                  <a:srgbClr val="00A0DF"/>
                </a:solidFill>
                <a:latin typeface="Arial"/>
                <a:ea typeface="Arial"/>
                <a:cs typeface="Arial"/>
              </a:defRPr>
            </a:defPPr>
            <a:lvl1pPr>
              <a:defRPr sz="2550" b="0">
                <a:solidFill>
                  <a:srgbClr val="00A0DF"/>
                </a:solidFill>
                <a:latin typeface="Arial"/>
                <a:ea typeface="Arial"/>
                <a:cs typeface="Arial"/>
              </a:defRPr>
            </a:lvl1pPr>
            <a:lvl2pPr>
              <a:defRPr sz="2550" b="0">
                <a:solidFill>
                  <a:srgbClr val="00A0DF"/>
                </a:solidFill>
                <a:latin typeface="Arial"/>
                <a:ea typeface="Arial"/>
                <a:cs typeface="Arial"/>
              </a:defRPr>
            </a:lvl2pPr>
            <a:lvl3pPr>
              <a:defRPr sz="2550" b="0">
                <a:solidFill>
                  <a:srgbClr val="00A0DF"/>
                </a:solidFill>
                <a:latin typeface="Arial"/>
                <a:ea typeface="Arial"/>
                <a:cs typeface="Arial"/>
              </a:defRPr>
            </a:lvl3pPr>
            <a:lvl4pPr>
              <a:defRPr sz="2550" b="0">
                <a:solidFill>
                  <a:srgbClr val="00A0DF"/>
                </a:solidFill>
                <a:latin typeface="Arial"/>
                <a:ea typeface="Arial"/>
                <a:cs typeface="Arial"/>
              </a:defRPr>
            </a:lvl4pPr>
            <a:lvl5pPr>
              <a:defRPr sz="2550" b="0">
                <a:solidFill>
                  <a:srgbClr val="00A0DF"/>
                </a:solidFill>
                <a:latin typeface="Arial"/>
                <a:ea typeface="Arial"/>
                <a:cs typeface="Arial"/>
              </a:defRPr>
            </a:lvl5pPr>
            <a:lvl6pPr>
              <a:defRPr sz="2550" b="0">
                <a:solidFill>
                  <a:srgbClr val="00A0DF"/>
                </a:solidFill>
                <a:latin typeface="Arial"/>
                <a:ea typeface="Arial"/>
                <a:cs typeface="Arial"/>
              </a:defRPr>
            </a:lvl6pPr>
            <a:lvl7pPr>
              <a:defRPr sz="2550" b="0">
                <a:solidFill>
                  <a:srgbClr val="00A0DF"/>
                </a:solidFill>
                <a:latin typeface="Arial"/>
                <a:ea typeface="Arial"/>
                <a:cs typeface="Arial"/>
              </a:defRPr>
            </a:lvl7pPr>
            <a:lvl8pPr>
              <a:defRPr sz="2550" b="0">
                <a:solidFill>
                  <a:srgbClr val="00A0DF"/>
                </a:solidFill>
                <a:latin typeface="Arial"/>
                <a:ea typeface="Arial"/>
                <a:cs typeface="Arial"/>
              </a:defRPr>
            </a:lvl8pPr>
            <a:lvl9pPr>
              <a:defRPr sz="2550" b="0">
                <a:solidFill>
                  <a:srgbClr val="00A0DF"/>
                </a:solidFill>
                <a:latin typeface="Arial"/>
                <a:ea typeface="Arial"/>
                <a:cs typeface="Arial"/>
              </a:defRPr>
            </a:lvl9pPr>
          </a:lstStyle>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MPC: plan, act once, update</a:t>
            </a:r>
          </a:p>
        </p:txBody>
      </p:sp>
      <p:sp>
        <p:nvSpPr>
          <p:cNvPr id="3" name="22">
            <a:extLst xmlns:a="http://schemas.openxmlformats.org/drawingml/2006/main">
              <a:ext uri="{FF2B5EF4-FFF2-40B4-BE49-F238E27FC236}">
                <a16:creationId xmlns:a16="http://schemas.microsoft.com/office/drawing/2014/main" id="{D3C1AE26-5BBD-468A-81AD-38E24AE3E334}"/>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00539F"/>
                </a:solidFill>
                <a:latin typeface="Arial"/>
                <a:ea typeface="Arial"/>
                <a:cs typeface="Arial"/>
              </a:defRPr>
            </a:defPPr>
            <a:lvl1pPr>
              <a:defRPr sz="1200" b="0">
                <a:solidFill>
                  <a:srgbClr val="00539F"/>
                </a:solidFill>
                <a:latin typeface="Arial"/>
                <a:ea typeface="Arial"/>
                <a:cs typeface="Arial"/>
              </a:defRPr>
            </a:lvl1pPr>
            <a:lvl2pPr>
              <a:defRPr sz="1200" b="0">
                <a:solidFill>
                  <a:srgbClr val="00539F"/>
                </a:solidFill>
                <a:latin typeface="Arial"/>
                <a:ea typeface="Arial"/>
                <a:cs typeface="Arial"/>
              </a:defRPr>
            </a:lvl2pPr>
            <a:lvl3pPr>
              <a:defRPr sz="1200" b="0">
                <a:solidFill>
                  <a:srgbClr val="00539F"/>
                </a:solidFill>
                <a:latin typeface="Arial"/>
                <a:ea typeface="Arial"/>
                <a:cs typeface="Arial"/>
              </a:defRPr>
            </a:lvl3pPr>
            <a:lvl4pPr>
              <a:defRPr sz="1200" b="0">
                <a:solidFill>
                  <a:srgbClr val="00539F"/>
                </a:solidFill>
                <a:latin typeface="Arial"/>
                <a:ea typeface="Arial"/>
                <a:cs typeface="Arial"/>
              </a:defRPr>
            </a:lvl4pPr>
            <a:lvl5pPr>
              <a:defRPr sz="1200" b="0">
                <a:solidFill>
                  <a:srgbClr val="00539F"/>
                </a:solidFill>
                <a:latin typeface="Arial"/>
                <a:ea typeface="Arial"/>
                <a:cs typeface="Arial"/>
              </a:defRPr>
            </a:lvl5pPr>
            <a:lvl6pPr>
              <a:defRPr sz="1200" b="0">
                <a:solidFill>
                  <a:srgbClr val="00539F"/>
                </a:solidFill>
                <a:latin typeface="Arial"/>
                <a:ea typeface="Arial"/>
                <a:cs typeface="Arial"/>
              </a:defRPr>
            </a:lvl6pPr>
            <a:lvl7pPr>
              <a:defRPr sz="1200" b="0">
                <a:solidFill>
                  <a:srgbClr val="00539F"/>
                </a:solidFill>
                <a:latin typeface="Arial"/>
                <a:ea typeface="Arial"/>
                <a:cs typeface="Arial"/>
              </a:defRPr>
            </a:lvl7pPr>
            <a:lvl8pPr>
              <a:defRPr sz="1200" b="0">
                <a:solidFill>
                  <a:srgbClr val="00539F"/>
                </a:solidFill>
                <a:latin typeface="Arial"/>
                <a:ea typeface="Arial"/>
                <a:cs typeface="Arial"/>
              </a:defRPr>
            </a:lvl8pPr>
            <a:lvl9pPr>
              <a:defRPr sz="1200" b="0">
                <a:solidFill>
                  <a:srgbClr val="00539F"/>
                </a:solidFill>
                <a:latin typeface="Arial"/>
                <a:ea typeface="Arial"/>
                <a:cs typeface="Arial"/>
              </a:defRPr>
            </a:lvl9pPr>
          </a:lstStyle>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22</a:t>
            </a:r>
          </a:p>
        </p:txBody>
      </p:sp>
      <p:sp>
        <p:nvSpPr>
          <p:cNvPr id="4" name="">
            <a:extLst xmlns:a="http://schemas.openxmlformats.org/drawingml/2006/main">
              <a:ext uri="{FF2B5EF4-FFF2-40B4-BE49-F238E27FC236}">
                <a16:creationId xmlns:a16="http://schemas.microsoft.com/office/drawing/2014/main" id="{D3029037-879B-44EC-9B02-207BF7573CAA}"/>
              </a:ext>
            </a:extLst>
          </p:cNvPr>
          <p:cNvSpPr>
            <a:spLocks xmlns:a="http://schemas.openxmlformats.org/drawingml/2006/main" noGrp="1"/>
          </p:cNvSpPr>
          <p:nvPr/>
        </p:nvSpPr>
        <p:spPr>
          <a:xfrm xmlns:a="http://schemas.openxmlformats.org/drawingml/2006/main">
            <a:off x="523875" y="1819275"/>
            <a:ext cx="1852613" cy="1619250"/>
          </a:xfrm>
          <a:prstGeom xmlns:a="http://schemas.openxmlformats.org/drawingml/2006/main" prst="roundRect">
            <a:avLst>
              <a:gd name="adj" fmla="val 4706"/>
            </a:avLst>
          </a:prstGeom>
          <a:solidFill xmlns:a="http://schemas.openxmlformats.org/drawingml/2006/main">
            <a:srgbClr val="EDF6FC"/>
          </a:solidFill>
          <a:ln xmlns:a="http://schemas.openxmlformats.org/drawingml/2006/main" w="9525">
            <a:solidFill>
              <a:srgbClr val="A9CDDF"/>
            </a:solidFill>
          </a:ln>
        </p:spPr>
      </p:sp>
      <p:sp>
        <p:nvSpPr>
          <p:cNvPr id="5" name="1">
            <a:extLst xmlns:a="http://schemas.openxmlformats.org/drawingml/2006/main">
              <a:ext uri="{FF2B5EF4-FFF2-40B4-BE49-F238E27FC236}">
                <a16:creationId xmlns:a16="http://schemas.microsoft.com/office/drawing/2014/main" id="{9C7B1109-4CCE-4B24-8F48-DDBF778141B8}"/>
              </a:ext>
            </a:extLst>
          </p:cNvPr>
          <p:cNvSpPr>
            <a:spLocks xmlns:a="http://schemas.openxmlformats.org/drawingml/2006/main" noGrp="1"/>
          </p:cNvSpPr>
          <p:nvPr/>
        </p:nvSpPr>
        <p:spPr>
          <a:xfrm xmlns:a="http://schemas.openxmlformats.org/drawingml/2006/main">
            <a:off x="657225" y="1971675"/>
            <a:ext cx="1585913"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800" b="1">
                <a:solidFill>
                  <a:srgbClr val="00539F"/>
                </a:solidFill>
                <a:latin typeface="Arial"/>
                <a:ea typeface="Arial"/>
                <a:cs typeface="Arial"/>
              </a:defRPr>
            </a:defPPr>
            <a:lvl1pPr>
              <a:defRPr sz="1800" b="1">
                <a:solidFill>
                  <a:srgbClr val="00539F"/>
                </a:solidFill>
                <a:latin typeface="Arial"/>
                <a:ea typeface="Arial"/>
                <a:cs typeface="Arial"/>
              </a:defRPr>
            </a:lvl1pPr>
            <a:lvl2pPr>
              <a:defRPr sz="1800" b="1">
                <a:solidFill>
                  <a:srgbClr val="00539F"/>
                </a:solidFill>
                <a:latin typeface="Arial"/>
                <a:ea typeface="Arial"/>
                <a:cs typeface="Arial"/>
              </a:defRPr>
            </a:lvl2pPr>
            <a:lvl3pPr>
              <a:defRPr sz="1800" b="1">
                <a:solidFill>
                  <a:srgbClr val="00539F"/>
                </a:solidFill>
                <a:latin typeface="Arial"/>
                <a:ea typeface="Arial"/>
                <a:cs typeface="Arial"/>
              </a:defRPr>
            </a:lvl3pPr>
            <a:lvl4pPr>
              <a:defRPr sz="1800" b="1">
                <a:solidFill>
                  <a:srgbClr val="00539F"/>
                </a:solidFill>
                <a:latin typeface="Arial"/>
                <a:ea typeface="Arial"/>
                <a:cs typeface="Arial"/>
              </a:defRPr>
            </a:lvl4pPr>
            <a:lvl5pPr>
              <a:defRPr sz="1800" b="1">
                <a:solidFill>
                  <a:srgbClr val="00539F"/>
                </a:solidFill>
                <a:latin typeface="Arial"/>
                <a:ea typeface="Arial"/>
                <a:cs typeface="Arial"/>
              </a:defRPr>
            </a:lvl5pPr>
            <a:lvl6pPr>
              <a:defRPr sz="1800" b="1">
                <a:solidFill>
                  <a:srgbClr val="00539F"/>
                </a:solidFill>
                <a:latin typeface="Arial"/>
                <a:ea typeface="Arial"/>
                <a:cs typeface="Arial"/>
              </a:defRPr>
            </a:lvl6pPr>
            <a:lvl7pPr>
              <a:defRPr sz="1800" b="1">
                <a:solidFill>
                  <a:srgbClr val="00539F"/>
                </a:solidFill>
                <a:latin typeface="Arial"/>
                <a:ea typeface="Arial"/>
                <a:cs typeface="Arial"/>
              </a:defRPr>
            </a:lvl7pPr>
            <a:lvl8pPr>
              <a:defRPr sz="1800" b="1">
                <a:solidFill>
                  <a:srgbClr val="00539F"/>
                </a:solidFill>
                <a:latin typeface="Arial"/>
                <a:ea typeface="Arial"/>
                <a:cs typeface="Arial"/>
              </a:defRPr>
            </a:lvl8pPr>
            <a:lvl9pPr>
              <a:defRPr sz="1800" b="1">
                <a:solidFill>
                  <a:srgbClr val="00539F"/>
                </a:solidFill>
                <a:latin typeface="Arial"/>
                <a:ea typeface="Arial"/>
                <a:cs typeface="Arial"/>
              </a:defRPr>
            </a:lvl9pPr>
          </a:lstStyle>
          <a:p xmlns:a="http://schemas.openxmlformats.org/drawingml/2006/main">
            <a:pPr>
              <a:defRPr sz="1800" b="1">
                <a:solidFill>
                  <a:srgbClr val="00539F"/>
                </a:solidFill>
                <a:latin typeface="Arial"/>
                <a:ea typeface="Arial"/>
                <a:cs typeface="Arial"/>
              </a:defRPr>
            </a:pPr>
            <a:r>
              <a:rPr sz="1800" b="1">
                <a:solidFill>
                  <a:srgbClr val="00539F"/>
                </a:solidFill>
                <a:latin typeface="Arial"/>
                <a:ea typeface="Arial"/>
                <a:cs typeface="Arial"/>
              </a:rPr>
              <a:t>1</a:t>
            </a:r>
          </a:p>
        </p:txBody>
      </p:sp>
      <p:sp>
        <p:nvSpPr>
          <p:cNvPr id="6" name="Predict ahead">
            <a:extLst xmlns:a="http://schemas.openxmlformats.org/drawingml/2006/main">
              <a:ext uri="{FF2B5EF4-FFF2-40B4-BE49-F238E27FC236}">
                <a16:creationId xmlns:a16="http://schemas.microsoft.com/office/drawing/2014/main" id="{AE3D4A13-0E68-478C-8DC5-54966B183B5C}"/>
              </a:ext>
            </a:extLst>
          </p:cNvPr>
          <p:cNvSpPr>
            <a:spLocks xmlns:a="http://schemas.openxmlformats.org/drawingml/2006/main" noGrp="1"/>
          </p:cNvSpPr>
          <p:nvPr/>
        </p:nvSpPr>
        <p:spPr>
          <a:xfrm xmlns:a="http://schemas.openxmlformats.org/drawingml/2006/main">
            <a:off x="657225" y="2362200"/>
            <a:ext cx="1585913"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500" b="1">
                <a:solidFill>
                  <a:srgbClr val="00539F"/>
                </a:solidFill>
                <a:latin typeface="Arial"/>
                <a:ea typeface="Arial"/>
                <a:cs typeface="Arial"/>
              </a:defRPr>
            </a:defPPr>
            <a:lvl1pPr>
              <a:defRPr sz="1500" b="1">
                <a:solidFill>
                  <a:srgbClr val="00539F"/>
                </a:solidFill>
                <a:latin typeface="Arial"/>
                <a:ea typeface="Arial"/>
                <a:cs typeface="Arial"/>
              </a:defRPr>
            </a:lvl1pPr>
            <a:lvl2pPr>
              <a:defRPr sz="1500" b="1">
                <a:solidFill>
                  <a:srgbClr val="00539F"/>
                </a:solidFill>
                <a:latin typeface="Arial"/>
                <a:ea typeface="Arial"/>
                <a:cs typeface="Arial"/>
              </a:defRPr>
            </a:lvl2pPr>
            <a:lvl3pPr>
              <a:defRPr sz="1500" b="1">
                <a:solidFill>
                  <a:srgbClr val="00539F"/>
                </a:solidFill>
                <a:latin typeface="Arial"/>
                <a:ea typeface="Arial"/>
                <a:cs typeface="Arial"/>
              </a:defRPr>
            </a:lvl3pPr>
            <a:lvl4pPr>
              <a:defRPr sz="1500" b="1">
                <a:solidFill>
                  <a:srgbClr val="00539F"/>
                </a:solidFill>
                <a:latin typeface="Arial"/>
                <a:ea typeface="Arial"/>
                <a:cs typeface="Arial"/>
              </a:defRPr>
            </a:lvl4pPr>
            <a:lvl5pPr>
              <a:defRPr sz="1500" b="1">
                <a:solidFill>
                  <a:srgbClr val="00539F"/>
                </a:solidFill>
                <a:latin typeface="Arial"/>
                <a:ea typeface="Arial"/>
                <a:cs typeface="Arial"/>
              </a:defRPr>
            </a:lvl5pPr>
            <a:lvl6pPr>
              <a:defRPr sz="1500" b="1">
                <a:solidFill>
                  <a:srgbClr val="00539F"/>
                </a:solidFill>
                <a:latin typeface="Arial"/>
                <a:ea typeface="Arial"/>
                <a:cs typeface="Arial"/>
              </a:defRPr>
            </a:lvl6pPr>
            <a:lvl7pPr>
              <a:defRPr sz="1500" b="1">
                <a:solidFill>
                  <a:srgbClr val="00539F"/>
                </a:solidFill>
                <a:latin typeface="Arial"/>
                <a:ea typeface="Arial"/>
                <a:cs typeface="Arial"/>
              </a:defRPr>
            </a:lvl7pPr>
            <a:lvl8pPr>
              <a:defRPr sz="1500" b="1">
                <a:solidFill>
                  <a:srgbClr val="00539F"/>
                </a:solidFill>
                <a:latin typeface="Arial"/>
                <a:ea typeface="Arial"/>
                <a:cs typeface="Arial"/>
              </a:defRPr>
            </a:lvl8pPr>
            <a:lvl9pPr>
              <a:defRPr sz="1500" b="1">
                <a:solidFill>
                  <a:srgbClr val="00539F"/>
                </a:solidFill>
                <a:latin typeface="Arial"/>
                <a:ea typeface="Arial"/>
                <a:cs typeface="Arial"/>
              </a:defRPr>
            </a:lvl9pPr>
          </a:lstStyle>
          <a:p xmlns:a="http://schemas.openxmlformats.org/drawingml/2006/main">
            <a:pPr>
              <a:defRPr sz="1500" b="1">
                <a:solidFill>
                  <a:srgbClr val="00539F"/>
                </a:solidFill>
                <a:latin typeface="Arial"/>
                <a:ea typeface="Arial"/>
                <a:cs typeface="Arial"/>
              </a:defRPr>
            </a:pPr>
            <a:r>
              <a:rPr sz="1500" b="1">
                <a:solidFill>
                  <a:srgbClr val="00539F"/>
                </a:solidFill>
                <a:latin typeface="Arial"/>
                <a:ea typeface="Arial"/>
                <a:cs typeface="Arial"/>
              </a:rPr>
              <a:t>Predict ahead</a:t>
            </a:r>
          </a:p>
        </p:txBody>
      </p:sp>
      <p:sp>
        <p:nvSpPr>
          <p:cNvPr id="7" name="Use the current state">
            <a:extLst xmlns:a="http://schemas.openxmlformats.org/drawingml/2006/main">
              <a:ext uri="{FF2B5EF4-FFF2-40B4-BE49-F238E27FC236}">
                <a16:creationId xmlns:a16="http://schemas.microsoft.com/office/drawing/2014/main" id="{8190B2CE-FEB5-4BFE-9E79-5C473548ABF4}"/>
              </a:ext>
            </a:extLst>
          </p:cNvPr>
          <p:cNvSpPr>
            <a:spLocks xmlns:a="http://schemas.openxmlformats.org/drawingml/2006/main" noGrp="1"/>
          </p:cNvSpPr>
          <p:nvPr/>
        </p:nvSpPr>
        <p:spPr>
          <a:xfrm xmlns:a="http://schemas.openxmlformats.org/drawingml/2006/main">
            <a:off x="657225" y="2952750"/>
            <a:ext cx="1585913"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75" b="0">
                <a:solidFill>
                  <a:srgbClr val="17324D"/>
                </a:solidFill>
                <a:latin typeface="Arial"/>
                <a:ea typeface="Arial"/>
                <a:cs typeface="Arial"/>
              </a:defRPr>
            </a:defPPr>
            <a:lvl1pPr>
              <a:defRPr sz="1275" b="0">
                <a:solidFill>
                  <a:srgbClr val="17324D"/>
                </a:solidFill>
                <a:latin typeface="Arial"/>
                <a:ea typeface="Arial"/>
                <a:cs typeface="Arial"/>
              </a:defRPr>
            </a:lvl1pPr>
            <a:lvl2pPr>
              <a:defRPr sz="1275" b="0">
                <a:solidFill>
                  <a:srgbClr val="17324D"/>
                </a:solidFill>
                <a:latin typeface="Arial"/>
                <a:ea typeface="Arial"/>
                <a:cs typeface="Arial"/>
              </a:defRPr>
            </a:lvl2pPr>
            <a:lvl3pPr>
              <a:defRPr sz="1275" b="0">
                <a:solidFill>
                  <a:srgbClr val="17324D"/>
                </a:solidFill>
                <a:latin typeface="Arial"/>
                <a:ea typeface="Arial"/>
                <a:cs typeface="Arial"/>
              </a:defRPr>
            </a:lvl3pPr>
            <a:lvl4pPr>
              <a:defRPr sz="1275" b="0">
                <a:solidFill>
                  <a:srgbClr val="17324D"/>
                </a:solidFill>
                <a:latin typeface="Arial"/>
                <a:ea typeface="Arial"/>
                <a:cs typeface="Arial"/>
              </a:defRPr>
            </a:lvl4pPr>
            <a:lvl5pPr>
              <a:defRPr sz="1275" b="0">
                <a:solidFill>
                  <a:srgbClr val="17324D"/>
                </a:solidFill>
                <a:latin typeface="Arial"/>
                <a:ea typeface="Arial"/>
                <a:cs typeface="Arial"/>
              </a:defRPr>
            </a:lvl5pPr>
            <a:lvl6pPr>
              <a:defRPr sz="1275" b="0">
                <a:solidFill>
                  <a:srgbClr val="17324D"/>
                </a:solidFill>
                <a:latin typeface="Arial"/>
                <a:ea typeface="Arial"/>
                <a:cs typeface="Arial"/>
              </a:defRPr>
            </a:lvl6pPr>
            <a:lvl7pPr>
              <a:defRPr sz="1275" b="0">
                <a:solidFill>
                  <a:srgbClr val="17324D"/>
                </a:solidFill>
                <a:latin typeface="Arial"/>
                <a:ea typeface="Arial"/>
                <a:cs typeface="Arial"/>
              </a:defRPr>
            </a:lvl7pPr>
            <a:lvl8pPr>
              <a:defRPr sz="1275" b="0">
                <a:solidFill>
                  <a:srgbClr val="17324D"/>
                </a:solidFill>
                <a:latin typeface="Arial"/>
                <a:ea typeface="Arial"/>
                <a:cs typeface="Arial"/>
              </a:defRPr>
            </a:lvl8pPr>
            <a:lvl9pPr>
              <a:defRPr sz="1275" b="0">
                <a:solidFill>
                  <a:srgbClr val="17324D"/>
                </a:solidFill>
                <a:latin typeface="Arial"/>
                <a:ea typeface="Arial"/>
                <a:cs typeface="Arial"/>
              </a:defRPr>
            </a:lvl9pPr>
          </a:lstStyle>
          <a:p xmlns:a="http://schemas.openxmlformats.org/drawingml/2006/main">
            <a:pPr>
              <a:defRPr sz="1275" b="0">
                <a:solidFill>
                  <a:srgbClr val="17324D"/>
                </a:solidFill>
                <a:latin typeface="Arial"/>
                <a:ea typeface="Arial"/>
                <a:cs typeface="Arial"/>
              </a:defRPr>
            </a:pPr>
            <a:r>
              <a:rPr sz="1275" b="0">
                <a:solidFill>
                  <a:srgbClr val="17324D"/>
                </a:solidFill>
                <a:latin typeface="Arial"/>
                <a:ea typeface="Arial"/>
                <a:cs typeface="Arial"/>
              </a:rPr>
              <a:t>Use the current state</a:t>
            </a:r>
          </a:p>
        </p:txBody>
      </p:sp>
      <p:sp>
        <p:nvSpPr>
          <p:cNvPr id="8" name="→">
            <a:extLst xmlns:a="http://schemas.openxmlformats.org/drawingml/2006/main">
              <a:ext uri="{FF2B5EF4-FFF2-40B4-BE49-F238E27FC236}">
                <a16:creationId xmlns:a16="http://schemas.microsoft.com/office/drawing/2014/main" id="{3401C76D-C145-4459-AB10-7BA87881C2BA}"/>
              </a:ext>
            </a:extLst>
          </p:cNvPr>
          <p:cNvSpPr>
            <a:spLocks xmlns:a="http://schemas.openxmlformats.org/drawingml/2006/main" noGrp="1"/>
          </p:cNvSpPr>
          <p:nvPr/>
        </p:nvSpPr>
        <p:spPr>
          <a:xfrm xmlns:a="http://schemas.openxmlformats.org/drawingml/2006/main">
            <a:off x="2376488" y="2352675"/>
            <a:ext cx="228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800" b="1">
                <a:solidFill>
                  <a:srgbClr val="00539F"/>
                </a:solidFill>
                <a:latin typeface="Arial"/>
                <a:ea typeface="Arial"/>
                <a:cs typeface="Arial"/>
              </a:defRPr>
            </a:defPPr>
            <a:lvl1pPr>
              <a:defRPr sz="1800" b="1">
                <a:solidFill>
                  <a:srgbClr val="00539F"/>
                </a:solidFill>
                <a:latin typeface="Arial"/>
                <a:ea typeface="Arial"/>
                <a:cs typeface="Arial"/>
              </a:defRPr>
            </a:lvl1pPr>
            <a:lvl2pPr>
              <a:defRPr sz="1800" b="1">
                <a:solidFill>
                  <a:srgbClr val="00539F"/>
                </a:solidFill>
                <a:latin typeface="Arial"/>
                <a:ea typeface="Arial"/>
                <a:cs typeface="Arial"/>
              </a:defRPr>
            </a:lvl2pPr>
            <a:lvl3pPr>
              <a:defRPr sz="1800" b="1">
                <a:solidFill>
                  <a:srgbClr val="00539F"/>
                </a:solidFill>
                <a:latin typeface="Arial"/>
                <a:ea typeface="Arial"/>
                <a:cs typeface="Arial"/>
              </a:defRPr>
            </a:lvl3pPr>
            <a:lvl4pPr>
              <a:defRPr sz="1800" b="1">
                <a:solidFill>
                  <a:srgbClr val="00539F"/>
                </a:solidFill>
                <a:latin typeface="Arial"/>
                <a:ea typeface="Arial"/>
                <a:cs typeface="Arial"/>
              </a:defRPr>
            </a:lvl4pPr>
            <a:lvl5pPr>
              <a:defRPr sz="1800" b="1">
                <a:solidFill>
                  <a:srgbClr val="00539F"/>
                </a:solidFill>
                <a:latin typeface="Arial"/>
                <a:ea typeface="Arial"/>
                <a:cs typeface="Arial"/>
              </a:defRPr>
            </a:lvl5pPr>
            <a:lvl6pPr>
              <a:defRPr sz="1800" b="1">
                <a:solidFill>
                  <a:srgbClr val="00539F"/>
                </a:solidFill>
                <a:latin typeface="Arial"/>
                <a:ea typeface="Arial"/>
                <a:cs typeface="Arial"/>
              </a:defRPr>
            </a:lvl6pPr>
            <a:lvl7pPr>
              <a:defRPr sz="1800" b="1">
                <a:solidFill>
                  <a:srgbClr val="00539F"/>
                </a:solidFill>
                <a:latin typeface="Arial"/>
                <a:ea typeface="Arial"/>
                <a:cs typeface="Arial"/>
              </a:defRPr>
            </a:lvl7pPr>
            <a:lvl8pPr>
              <a:defRPr sz="1800" b="1">
                <a:solidFill>
                  <a:srgbClr val="00539F"/>
                </a:solidFill>
                <a:latin typeface="Arial"/>
                <a:ea typeface="Arial"/>
                <a:cs typeface="Arial"/>
              </a:defRPr>
            </a:lvl8pPr>
            <a:lvl9pPr>
              <a:defRPr sz="1800" b="1">
                <a:solidFill>
                  <a:srgbClr val="00539F"/>
                </a:solidFill>
                <a:latin typeface="Arial"/>
                <a:ea typeface="Arial"/>
                <a:cs typeface="Arial"/>
              </a:defRPr>
            </a:lvl9pPr>
          </a:lstStyle>
          <a:p xmlns:a="http://schemas.openxmlformats.org/drawingml/2006/main">
            <a:pPr>
              <a:defRPr sz="1800" b="1">
                <a:solidFill>
                  <a:srgbClr val="00539F"/>
                </a:solidFill>
                <a:latin typeface="Arial"/>
                <a:ea typeface="Arial"/>
                <a:cs typeface="Arial"/>
              </a:defRPr>
            </a:pPr>
            <a:r>
              <a:rPr sz="1800" b="1">
                <a:solidFill>
                  <a:srgbClr val="00539F"/>
                </a:solidFill>
                <a:latin typeface="Arial"/>
                <a:ea typeface="Arial"/>
                <a:cs typeface="Arial"/>
              </a:rPr>
              <a:t>→</a:t>
            </a:r>
          </a:p>
        </p:txBody>
      </p:sp>
      <p:sp>
        <p:nvSpPr>
          <p:cNvPr id="9" name="">
            <a:extLst xmlns:a="http://schemas.openxmlformats.org/drawingml/2006/main">
              <a:ext uri="{FF2B5EF4-FFF2-40B4-BE49-F238E27FC236}">
                <a16:creationId xmlns:a16="http://schemas.microsoft.com/office/drawing/2014/main" id="{9A45306A-B807-4B91-BF98-A6C932FAF70D}"/>
              </a:ext>
            </a:extLst>
          </p:cNvPr>
          <p:cNvSpPr>
            <a:spLocks xmlns:a="http://schemas.openxmlformats.org/drawingml/2006/main" noGrp="1"/>
          </p:cNvSpPr>
          <p:nvPr/>
        </p:nvSpPr>
        <p:spPr>
          <a:xfrm xmlns:a="http://schemas.openxmlformats.org/drawingml/2006/main">
            <a:off x="2605088" y="1819275"/>
            <a:ext cx="1852613" cy="1619250"/>
          </a:xfrm>
          <a:prstGeom xmlns:a="http://schemas.openxmlformats.org/drawingml/2006/main" prst="roundRect">
            <a:avLst>
              <a:gd name="adj" fmla="val 4706"/>
            </a:avLst>
          </a:prstGeom>
          <a:solidFill xmlns:a="http://schemas.openxmlformats.org/drawingml/2006/main">
            <a:srgbClr val="EDF6FC"/>
          </a:solidFill>
          <a:ln xmlns:a="http://schemas.openxmlformats.org/drawingml/2006/main" w="9525">
            <a:solidFill>
              <a:srgbClr val="A9CDDF"/>
            </a:solidFill>
          </a:ln>
        </p:spPr>
      </p:sp>
      <p:sp>
        <p:nvSpPr>
          <p:cNvPr id="10" name="2">
            <a:extLst xmlns:a="http://schemas.openxmlformats.org/drawingml/2006/main">
              <a:ext uri="{FF2B5EF4-FFF2-40B4-BE49-F238E27FC236}">
                <a16:creationId xmlns:a16="http://schemas.microsoft.com/office/drawing/2014/main" id="{E357CB34-62E5-4BCD-8E9C-ED162B24A2F1}"/>
              </a:ext>
            </a:extLst>
          </p:cNvPr>
          <p:cNvSpPr>
            <a:spLocks xmlns:a="http://schemas.openxmlformats.org/drawingml/2006/main" noGrp="1"/>
          </p:cNvSpPr>
          <p:nvPr/>
        </p:nvSpPr>
        <p:spPr>
          <a:xfrm xmlns:a="http://schemas.openxmlformats.org/drawingml/2006/main">
            <a:off x="2738438" y="1971675"/>
            <a:ext cx="1585913"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800" b="1">
                <a:solidFill>
                  <a:srgbClr val="00539F"/>
                </a:solidFill>
                <a:latin typeface="Arial"/>
                <a:ea typeface="Arial"/>
                <a:cs typeface="Arial"/>
              </a:defRPr>
            </a:defPPr>
            <a:lvl1pPr>
              <a:defRPr sz="1800" b="1">
                <a:solidFill>
                  <a:srgbClr val="00539F"/>
                </a:solidFill>
                <a:latin typeface="Arial"/>
                <a:ea typeface="Arial"/>
                <a:cs typeface="Arial"/>
              </a:defRPr>
            </a:lvl1pPr>
            <a:lvl2pPr>
              <a:defRPr sz="1800" b="1">
                <a:solidFill>
                  <a:srgbClr val="00539F"/>
                </a:solidFill>
                <a:latin typeface="Arial"/>
                <a:ea typeface="Arial"/>
                <a:cs typeface="Arial"/>
              </a:defRPr>
            </a:lvl2pPr>
            <a:lvl3pPr>
              <a:defRPr sz="1800" b="1">
                <a:solidFill>
                  <a:srgbClr val="00539F"/>
                </a:solidFill>
                <a:latin typeface="Arial"/>
                <a:ea typeface="Arial"/>
                <a:cs typeface="Arial"/>
              </a:defRPr>
            </a:lvl3pPr>
            <a:lvl4pPr>
              <a:defRPr sz="1800" b="1">
                <a:solidFill>
                  <a:srgbClr val="00539F"/>
                </a:solidFill>
                <a:latin typeface="Arial"/>
                <a:ea typeface="Arial"/>
                <a:cs typeface="Arial"/>
              </a:defRPr>
            </a:lvl4pPr>
            <a:lvl5pPr>
              <a:defRPr sz="1800" b="1">
                <a:solidFill>
                  <a:srgbClr val="00539F"/>
                </a:solidFill>
                <a:latin typeface="Arial"/>
                <a:ea typeface="Arial"/>
                <a:cs typeface="Arial"/>
              </a:defRPr>
            </a:lvl5pPr>
            <a:lvl6pPr>
              <a:defRPr sz="1800" b="1">
                <a:solidFill>
                  <a:srgbClr val="00539F"/>
                </a:solidFill>
                <a:latin typeface="Arial"/>
                <a:ea typeface="Arial"/>
                <a:cs typeface="Arial"/>
              </a:defRPr>
            </a:lvl6pPr>
            <a:lvl7pPr>
              <a:defRPr sz="1800" b="1">
                <a:solidFill>
                  <a:srgbClr val="00539F"/>
                </a:solidFill>
                <a:latin typeface="Arial"/>
                <a:ea typeface="Arial"/>
                <a:cs typeface="Arial"/>
              </a:defRPr>
            </a:lvl7pPr>
            <a:lvl8pPr>
              <a:defRPr sz="1800" b="1">
                <a:solidFill>
                  <a:srgbClr val="00539F"/>
                </a:solidFill>
                <a:latin typeface="Arial"/>
                <a:ea typeface="Arial"/>
                <a:cs typeface="Arial"/>
              </a:defRPr>
            </a:lvl8pPr>
            <a:lvl9pPr>
              <a:defRPr sz="1800" b="1">
                <a:solidFill>
                  <a:srgbClr val="00539F"/>
                </a:solidFill>
                <a:latin typeface="Arial"/>
                <a:ea typeface="Arial"/>
                <a:cs typeface="Arial"/>
              </a:defRPr>
            </a:lvl9pPr>
          </a:lstStyle>
          <a:p xmlns:a="http://schemas.openxmlformats.org/drawingml/2006/main">
            <a:pPr>
              <a:defRPr sz="1800" b="1">
                <a:solidFill>
                  <a:srgbClr val="00539F"/>
                </a:solidFill>
                <a:latin typeface="Arial"/>
                <a:ea typeface="Arial"/>
                <a:cs typeface="Arial"/>
              </a:defRPr>
            </a:pPr>
            <a:r>
              <a:rPr sz="1800" b="1">
                <a:solidFill>
                  <a:srgbClr val="00539F"/>
                </a:solidFill>
                <a:latin typeface="Arial"/>
                <a:ea typeface="Arial"/>
                <a:cs typeface="Arial"/>
              </a:rPr>
              <a:t>2</a:t>
            </a:r>
          </a:p>
        </p:txBody>
      </p:sp>
      <p:sp>
        <p:nvSpPr>
          <p:cNvPr id="11" name="Choose a sequence">
            <a:extLst xmlns:a="http://schemas.openxmlformats.org/drawingml/2006/main">
              <a:ext uri="{FF2B5EF4-FFF2-40B4-BE49-F238E27FC236}">
                <a16:creationId xmlns:a16="http://schemas.microsoft.com/office/drawing/2014/main" id="{8C69B5BE-AC13-497C-9624-8F5AA74190D2}"/>
              </a:ext>
            </a:extLst>
          </p:cNvPr>
          <p:cNvSpPr>
            <a:spLocks xmlns:a="http://schemas.openxmlformats.org/drawingml/2006/main" noGrp="1"/>
          </p:cNvSpPr>
          <p:nvPr/>
        </p:nvSpPr>
        <p:spPr>
          <a:xfrm xmlns:a="http://schemas.openxmlformats.org/drawingml/2006/main">
            <a:off x="2738438" y="2362200"/>
            <a:ext cx="1585913"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500" b="1">
                <a:solidFill>
                  <a:srgbClr val="00539F"/>
                </a:solidFill>
                <a:latin typeface="Arial"/>
                <a:ea typeface="Arial"/>
                <a:cs typeface="Arial"/>
              </a:defRPr>
            </a:defPPr>
            <a:lvl1pPr>
              <a:defRPr sz="1500" b="1">
                <a:solidFill>
                  <a:srgbClr val="00539F"/>
                </a:solidFill>
                <a:latin typeface="Arial"/>
                <a:ea typeface="Arial"/>
                <a:cs typeface="Arial"/>
              </a:defRPr>
            </a:lvl1pPr>
            <a:lvl2pPr>
              <a:defRPr sz="1500" b="1">
                <a:solidFill>
                  <a:srgbClr val="00539F"/>
                </a:solidFill>
                <a:latin typeface="Arial"/>
                <a:ea typeface="Arial"/>
                <a:cs typeface="Arial"/>
              </a:defRPr>
            </a:lvl2pPr>
            <a:lvl3pPr>
              <a:defRPr sz="1500" b="1">
                <a:solidFill>
                  <a:srgbClr val="00539F"/>
                </a:solidFill>
                <a:latin typeface="Arial"/>
                <a:ea typeface="Arial"/>
                <a:cs typeface="Arial"/>
              </a:defRPr>
            </a:lvl3pPr>
            <a:lvl4pPr>
              <a:defRPr sz="1500" b="1">
                <a:solidFill>
                  <a:srgbClr val="00539F"/>
                </a:solidFill>
                <a:latin typeface="Arial"/>
                <a:ea typeface="Arial"/>
                <a:cs typeface="Arial"/>
              </a:defRPr>
            </a:lvl4pPr>
            <a:lvl5pPr>
              <a:defRPr sz="1500" b="1">
                <a:solidFill>
                  <a:srgbClr val="00539F"/>
                </a:solidFill>
                <a:latin typeface="Arial"/>
                <a:ea typeface="Arial"/>
                <a:cs typeface="Arial"/>
              </a:defRPr>
            </a:lvl5pPr>
            <a:lvl6pPr>
              <a:defRPr sz="1500" b="1">
                <a:solidFill>
                  <a:srgbClr val="00539F"/>
                </a:solidFill>
                <a:latin typeface="Arial"/>
                <a:ea typeface="Arial"/>
                <a:cs typeface="Arial"/>
              </a:defRPr>
            </a:lvl6pPr>
            <a:lvl7pPr>
              <a:defRPr sz="1500" b="1">
                <a:solidFill>
                  <a:srgbClr val="00539F"/>
                </a:solidFill>
                <a:latin typeface="Arial"/>
                <a:ea typeface="Arial"/>
                <a:cs typeface="Arial"/>
              </a:defRPr>
            </a:lvl7pPr>
            <a:lvl8pPr>
              <a:defRPr sz="1500" b="1">
                <a:solidFill>
                  <a:srgbClr val="00539F"/>
                </a:solidFill>
                <a:latin typeface="Arial"/>
                <a:ea typeface="Arial"/>
                <a:cs typeface="Arial"/>
              </a:defRPr>
            </a:lvl8pPr>
            <a:lvl9pPr>
              <a:defRPr sz="1500" b="1">
                <a:solidFill>
                  <a:srgbClr val="00539F"/>
                </a:solidFill>
                <a:latin typeface="Arial"/>
                <a:ea typeface="Arial"/>
                <a:cs typeface="Arial"/>
              </a:defRPr>
            </a:lvl9pPr>
          </a:lstStyle>
          <a:p xmlns:a="http://schemas.openxmlformats.org/drawingml/2006/main">
            <a:pPr>
              <a:defRPr sz="1500" b="1">
                <a:solidFill>
                  <a:srgbClr val="00539F"/>
                </a:solidFill>
                <a:latin typeface="Arial"/>
                <a:ea typeface="Arial"/>
                <a:cs typeface="Arial"/>
              </a:defRPr>
            </a:pPr>
            <a:r>
              <a:rPr sz="1500" b="1">
                <a:solidFill>
                  <a:srgbClr val="00539F"/>
                </a:solidFill>
                <a:latin typeface="Arial"/>
                <a:ea typeface="Arial"/>
                <a:cs typeface="Arial"/>
              </a:rPr>
              <a:t>Choose a sequence</a:t>
            </a:r>
          </a:p>
        </p:txBody>
      </p:sp>
      <p:sp>
        <p:nvSpPr>
          <p:cNvPr id="12" name="Consider preferences and limits">
            <a:extLst xmlns:a="http://schemas.openxmlformats.org/drawingml/2006/main">
              <a:ext uri="{FF2B5EF4-FFF2-40B4-BE49-F238E27FC236}">
                <a16:creationId xmlns:a16="http://schemas.microsoft.com/office/drawing/2014/main" id="{1DC6E803-6AB2-404E-A3E3-CF93E7B90D14}"/>
              </a:ext>
            </a:extLst>
          </p:cNvPr>
          <p:cNvSpPr>
            <a:spLocks xmlns:a="http://schemas.openxmlformats.org/drawingml/2006/main" noGrp="1"/>
          </p:cNvSpPr>
          <p:nvPr/>
        </p:nvSpPr>
        <p:spPr>
          <a:xfrm xmlns:a="http://schemas.openxmlformats.org/drawingml/2006/main">
            <a:off x="2738438" y="2952750"/>
            <a:ext cx="1585913"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75" b="0">
                <a:solidFill>
                  <a:srgbClr val="17324D"/>
                </a:solidFill>
                <a:latin typeface="Arial"/>
                <a:ea typeface="Arial"/>
                <a:cs typeface="Arial"/>
              </a:defRPr>
            </a:defPPr>
            <a:lvl1pPr>
              <a:defRPr sz="1275" b="0">
                <a:solidFill>
                  <a:srgbClr val="17324D"/>
                </a:solidFill>
                <a:latin typeface="Arial"/>
                <a:ea typeface="Arial"/>
                <a:cs typeface="Arial"/>
              </a:defRPr>
            </a:lvl1pPr>
            <a:lvl2pPr>
              <a:defRPr sz="1275" b="0">
                <a:solidFill>
                  <a:srgbClr val="17324D"/>
                </a:solidFill>
                <a:latin typeface="Arial"/>
                <a:ea typeface="Arial"/>
                <a:cs typeface="Arial"/>
              </a:defRPr>
            </a:lvl2pPr>
            <a:lvl3pPr>
              <a:defRPr sz="1275" b="0">
                <a:solidFill>
                  <a:srgbClr val="17324D"/>
                </a:solidFill>
                <a:latin typeface="Arial"/>
                <a:ea typeface="Arial"/>
                <a:cs typeface="Arial"/>
              </a:defRPr>
            </a:lvl3pPr>
            <a:lvl4pPr>
              <a:defRPr sz="1275" b="0">
                <a:solidFill>
                  <a:srgbClr val="17324D"/>
                </a:solidFill>
                <a:latin typeface="Arial"/>
                <a:ea typeface="Arial"/>
                <a:cs typeface="Arial"/>
              </a:defRPr>
            </a:lvl4pPr>
            <a:lvl5pPr>
              <a:defRPr sz="1275" b="0">
                <a:solidFill>
                  <a:srgbClr val="17324D"/>
                </a:solidFill>
                <a:latin typeface="Arial"/>
                <a:ea typeface="Arial"/>
                <a:cs typeface="Arial"/>
              </a:defRPr>
            </a:lvl5pPr>
            <a:lvl6pPr>
              <a:defRPr sz="1275" b="0">
                <a:solidFill>
                  <a:srgbClr val="17324D"/>
                </a:solidFill>
                <a:latin typeface="Arial"/>
                <a:ea typeface="Arial"/>
                <a:cs typeface="Arial"/>
              </a:defRPr>
            </a:lvl6pPr>
            <a:lvl7pPr>
              <a:defRPr sz="1275" b="0">
                <a:solidFill>
                  <a:srgbClr val="17324D"/>
                </a:solidFill>
                <a:latin typeface="Arial"/>
                <a:ea typeface="Arial"/>
                <a:cs typeface="Arial"/>
              </a:defRPr>
            </a:lvl7pPr>
            <a:lvl8pPr>
              <a:defRPr sz="1275" b="0">
                <a:solidFill>
                  <a:srgbClr val="17324D"/>
                </a:solidFill>
                <a:latin typeface="Arial"/>
                <a:ea typeface="Arial"/>
                <a:cs typeface="Arial"/>
              </a:defRPr>
            </a:lvl8pPr>
            <a:lvl9pPr>
              <a:defRPr sz="1275" b="0">
                <a:solidFill>
                  <a:srgbClr val="17324D"/>
                </a:solidFill>
                <a:latin typeface="Arial"/>
                <a:ea typeface="Arial"/>
                <a:cs typeface="Arial"/>
              </a:defRPr>
            </a:lvl9pPr>
          </a:lstStyle>
          <a:p xmlns:a="http://schemas.openxmlformats.org/drawingml/2006/main">
            <a:pPr>
              <a:defRPr sz="1275" b="0">
                <a:solidFill>
                  <a:srgbClr val="17324D"/>
                </a:solidFill>
                <a:latin typeface="Arial"/>
                <a:ea typeface="Arial"/>
                <a:cs typeface="Arial"/>
              </a:defRPr>
            </a:pPr>
            <a:r>
              <a:rPr sz="1275" b="0">
                <a:solidFill>
                  <a:srgbClr val="17324D"/>
                </a:solidFill>
                <a:latin typeface="Arial"/>
                <a:ea typeface="Arial"/>
                <a:cs typeface="Arial"/>
              </a:rPr>
              <a:t>Consider preferences and limits</a:t>
            </a:r>
          </a:p>
        </p:txBody>
      </p:sp>
      <p:sp>
        <p:nvSpPr>
          <p:cNvPr id="13" name="→">
            <a:extLst xmlns:a="http://schemas.openxmlformats.org/drawingml/2006/main">
              <a:ext uri="{FF2B5EF4-FFF2-40B4-BE49-F238E27FC236}">
                <a16:creationId xmlns:a16="http://schemas.microsoft.com/office/drawing/2014/main" id="{6B9FE176-3A48-42E7-ADA7-CB207151D796}"/>
              </a:ext>
            </a:extLst>
          </p:cNvPr>
          <p:cNvSpPr>
            <a:spLocks xmlns:a="http://schemas.openxmlformats.org/drawingml/2006/main" noGrp="1"/>
          </p:cNvSpPr>
          <p:nvPr/>
        </p:nvSpPr>
        <p:spPr>
          <a:xfrm xmlns:a="http://schemas.openxmlformats.org/drawingml/2006/main">
            <a:off x="4457700" y="2352675"/>
            <a:ext cx="228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800" b="1">
                <a:solidFill>
                  <a:srgbClr val="00539F"/>
                </a:solidFill>
                <a:latin typeface="Arial"/>
                <a:ea typeface="Arial"/>
                <a:cs typeface="Arial"/>
              </a:defRPr>
            </a:defPPr>
            <a:lvl1pPr>
              <a:defRPr sz="1800" b="1">
                <a:solidFill>
                  <a:srgbClr val="00539F"/>
                </a:solidFill>
                <a:latin typeface="Arial"/>
                <a:ea typeface="Arial"/>
                <a:cs typeface="Arial"/>
              </a:defRPr>
            </a:lvl1pPr>
            <a:lvl2pPr>
              <a:defRPr sz="1800" b="1">
                <a:solidFill>
                  <a:srgbClr val="00539F"/>
                </a:solidFill>
                <a:latin typeface="Arial"/>
                <a:ea typeface="Arial"/>
                <a:cs typeface="Arial"/>
              </a:defRPr>
            </a:lvl2pPr>
            <a:lvl3pPr>
              <a:defRPr sz="1800" b="1">
                <a:solidFill>
                  <a:srgbClr val="00539F"/>
                </a:solidFill>
                <a:latin typeface="Arial"/>
                <a:ea typeface="Arial"/>
                <a:cs typeface="Arial"/>
              </a:defRPr>
            </a:lvl3pPr>
            <a:lvl4pPr>
              <a:defRPr sz="1800" b="1">
                <a:solidFill>
                  <a:srgbClr val="00539F"/>
                </a:solidFill>
                <a:latin typeface="Arial"/>
                <a:ea typeface="Arial"/>
                <a:cs typeface="Arial"/>
              </a:defRPr>
            </a:lvl4pPr>
            <a:lvl5pPr>
              <a:defRPr sz="1800" b="1">
                <a:solidFill>
                  <a:srgbClr val="00539F"/>
                </a:solidFill>
                <a:latin typeface="Arial"/>
                <a:ea typeface="Arial"/>
                <a:cs typeface="Arial"/>
              </a:defRPr>
            </a:lvl5pPr>
            <a:lvl6pPr>
              <a:defRPr sz="1800" b="1">
                <a:solidFill>
                  <a:srgbClr val="00539F"/>
                </a:solidFill>
                <a:latin typeface="Arial"/>
                <a:ea typeface="Arial"/>
                <a:cs typeface="Arial"/>
              </a:defRPr>
            </a:lvl6pPr>
            <a:lvl7pPr>
              <a:defRPr sz="1800" b="1">
                <a:solidFill>
                  <a:srgbClr val="00539F"/>
                </a:solidFill>
                <a:latin typeface="Arial"/>
                <a:ea typeface="Arial"/>
                <a:cs typeface="Arial"/>
              </a:defRPr>
            </a:lvl7pPr>
            <a:lvl8pPr>
              <a:defRPr sz="1800" b="1">
                <a:solidFill>
                  <a:srgbClr val="00539F"/>
                </a:solidFill>
                <a:latin typeface="Arial"/>
                <a:ea typeface="Arial"/>
                <a:cs typeface="Arial"/>
              </a:defRPr>
            </a:lvl8pPr>
            <a:lvl9pPr>
              <a:defRPr sz="1800" b="1">
                <a:solidFill>
                  <a:srgbClr val="00539F"/>
                </a:solidFill>
                <a:latin typeface="Arial"/>
                <a:ea typeface="Arial"/>
                <a:cs typeface="Arial"/>
              </a:defRPr>
            </a:lvl9pPr>
          </a:lstStyle>
          <a:p xmlns:a="http://schemas.openxmlformats.org/drawingml/2006/main">
            <a:pPr>
              <a:defRPr sz="1800" b="1">
                <a:solidFill>
                  <a:srgbClr val="00539F"/>
                </a:solidFill>
                <a:latin typeface="Arial"/>
                <a:ea typeface="Arial"/>
                <a:cs typeface="Arial"/>
              </a:defRPr>
            </a:pPr>
            <a:r>
              <a:rPr sz="1800" b="1">
                <a:solidFill>
                  <a:srgbClr val="00539F"/>
                </a:solidFill>
                <a:latin typeface="Arial"/>
                <a:ea typeface="Arial"/>
                <a:cs typeface="Arial"/>
              </a:rPr>
              <a:t>→</a:t>
            </a:r>
          </a:p>
        </p:txBody>
      </p:sp>
      <p:sp>
        <p:nvSpPr>
          <p:cNvPr id="14" name="">
            <a:extLst xmlns:a="http://schemas.openxmlformats.org/drawingml/2006/main">
              <a:ext uri="{FF2B5EF4-FFF2-40B4-BE49-F238E27FC236}">
                <a16:creationId xmlns:a16="http://schemas.microsoft.com/office/drawing/2014/main" id="{856A524F-8BD3-447D-B327-93FF72C7505F}"/>
              </a:ext>
            </a:extLst>
          </p:cNvPr>
          <p:cNvSpPr>
            <a:spLocks xmlns:a="http://schemas.openxmlformats.org/drawingml/2006/main" noGrp="1"/>
          </p:cNvSpPr>
          <p:nvPr/>
        </p:nvSpPr>
        <p:spPr>
          <a:xfrm xmlns:a="http://schemas.openxmlformats.org/drawingml/2006/main">
            <a:off x="4686300" y="1819275"/>
            <a:ext cx="1852613" cy="1619250"/>
          </a:xfrm>
          <a:prstGeom xmlns:a="http://schemas.openxmlformats.org/drawingml/2006/main" prst="roundRect">
            <a:avLst>
              <a:gd name="adj" fmla="val 4706"/>
            </a:avLst>
          </a:prstGeom>
          <a:solidFill xmlns:a="http://schemas.openxmlformats.org/drawingml/2006/main">
            <a:srgbClr val="EDF6FC"/>
          </a:solidFill>
          <a:ln xmlns:a="http://schemas.openxmlformats.org/drawingml/2006/main" w="9525">
            <a:solidFill>
              <a:srgbClr val="A9CDDF"/>
            </a:solidFill>
          </a:ln>
        </p:spPr>
      </p:sp>
      <p:sp>
        <p:nvSpPr>
          <p:cNvPr id="15" name="3">
            <a:extLst xmlns:a="http://schemas.openxmlformats.org/drawingml/2006/main">
              <a:ext uri="{FF2B5EF4-FFF2-40B4-BE49-F238E27FC236}">
                <a16:creationId xmlns:a16="http://schemas.microsoft.com/office/drawing/2014/main" id="{320183EA-C3C1-4A04-A281-90D4161F241E}"/>
              </a:ext>
            </a:extLst>
          </p:cNvPr>
          <p:cNvSpPr>
            <a:spLocks xmlns:a="http://schemas.openxmlformats.org/drawingml/2006/main" noGrp="1"/>
          </p:cNvSpPr>
          <p:nvPr/>
        </p:nvSpPr>
        <p:spPr>
          <a:xfrm xmlns:a="http://schemas.openxmlformats.org/drawingml/2006/main">
            <a:off x="4819650" y="1971675"/>
            <a:ext cx="1585913"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800" b="1">
                <a:solidFill>
                  <a:srgbClr val="00539F"/>
                </a:solidFill>
                <a:latin typeface="Arial"/>
                <a:ea typeface="Arial"/>
                <a:cs typeface="Arial"/>
              </a:defRPr>
            </a:defPPr>
            <a:lvl1pPr>
              <a:defRPr sz="1800" b="1">
                <a:solidFill>
                  <a:srgbClr val="00539F"/>
                </a:solidFill>
                <a:latin typeface="Arial"/>
                <a:ea typeface="Arial"/>
                <a:cs typeface="Arial"/>
              </a:defRPr>
            </a:lvl1pPr>
            <a:lvl2pPr>
              <a:defRPr sz="1800" b="1">
                <a:solidFill>
                  <a:srgbClr val="00539F"/>
                </a:solidFill>
                <a:latin typeface="Arial"/>
                <a:ea typeface="Arial"/>
                <a:cs typeface="Arial"/>
              </a:defRPr>
            </a:lvl2pPr>
            <a:lvl3pPr>
              <a:defRPr sz="1800" b="1">
                <a:solidFill>
                  <a:srgbClr val="00539F"/>
                </a:solidFill>
                <a:latin typeface="Arial"/>
                <a:ea typeface="Arial"/>
                <a:cs typeface="Arial"/>
              </a:defRPr>
            </a:lvl3pPr>
            <a:lvl4pPr>
              <a:defRPr sz="1800" b="1">
                <a:solidFill>
                  <a:srgbClr val="00539F"/>
                </a:solidFill>
                <a:latin typeface="Arial"/>
                <a:ea typeface="Arial"/>
                <a:cs typeface="Arial"/>
              </a:defRPr>
            </a:lvl4pPr>
            <a:lvl5pPr>
              <a:defRPr sz="1800" b="1">
                <a:solidFill>
                  <a:srgbClr val="00539F"/>
                </a:solidFill>
                <a:latin typeface="Arial"/>
                <a:ea typeface="Arial"/>
                <a:cs typeface="Arial"/>
              </a:defRPr>
            </a:lvl5pPr>
            <a:lvl6pPr>
              <a:defRPr sz="1800" b="1">
                <a:solidFill>
                  <a:srgbClr val="00539F"/>
                </a:solidFill>
                <a:latin typeface="Arial"/>
                <a:ea typeface="Arial"/>
                <a:cs typeface="Arial"/>
              </a:defRPr>
            </a:lvl6pPr>
            <a:lvl7pPr>
              <a:defRPr sz="1800" b="1">
                <a:solidFill>
                  <a:srgbClr val="00539F"/>
                </a:solidFill>
                <a:latin typeface="Arial"/>
                <a:ea typeface="Arial"/>
                <a:cs typeface="Arial"/>
              </a:defRPr>
            </a:lvl7pPr>
            <a:lvl8pPr>
              <a:defRPr sz="1800" b="1">
                <a:solidFill>
                  <a:srgbClr val="00539F"/>
                </a:solidFill>
                <a:latin typeface="Arial"/>
                <a:ea typeface="Arial"/>
                <a:cs typeface="Arial"/>
              </a:defRPr>
            </a:lvl8pPr>
            <a:lvl9pPr>
              <a:defRPr sz="1800" b="1">
                <a:solidFill>
                  <a:srgbClr val="00539F"/>
                </a:solidFill>
                <a:latin typeface="Arial"/>
                <a:ea typeface="Arial"/>
                <a:cs typeface="Arial"/>
              </a:defRPr>
            </a:lvl9pPr>
          </a:lstStyle>
          <a:p xmlns:a="http://schemas.openxmlformats.org/drawingml/2006/main">
            <a:pPr>
              <a:defRPr sz="1800" b="1">
                <a:solidFill>
                  <a:srgbClr val="00539F"/>
                </a:solidFill>
                <a:latin typeface="Arial"/>
                <a:ea typeface="Arial"/>
                <a:cs typeface="Arial"/>
              </a:defRPr>
            </a:pPr>
            <a:r>
              <a:rPr sz="1800" b="1">
                <a:solidFill>
                  <a:srgbClr val="00539F"/>
                </a:solidFill>
                <a:latin typeface="Arial"/>
                <a:ea typeface="Arial"/>
                <a:cs typeface="Arial"/>
              </a:rPr>
              <a:t>3</a:t>
            </a:r>
          </a:p>
        </p:txBody>
      </p:sp>
      <p:sp>
        <p:nvSpPr>
          <p:cNvPr id="16" name="Apply the first action">
            <a:extLst xmlns:a="http://schemas.openxmlformats.org/drawingml/2006/main">
              <a:ext uri="{FF2B5EF4-FFF2-40B4-BE49-F238E27FC236}">
                <a16:creationId xmlns:a16="http://schemas.microsoft.com/office/drawing/2014/main" id="{F032CE39-2590-463C-B1BE-143E36E77653}"/>
              </a:ext>
            </a:extLst>
          </p:cNvPr>
          <p:cNvSpPr>
            <a:spLocks xmlns:a="http://schemas.openxmlformats.org/drawingml/2006/main" noGrp="1"/>
          </p:cNvSpPr>
          <p:nvPr/>
        </p:nvSpPr>
        <p:spPr>
          <a:xfrm xmlns:a="http://schemas.openxmlformats.org/drawingml/2006/main">
            <a:off x="4819650" y="2362200"/>
            <a:ext cx="1585913"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500" b="1">
                <a:solidFill>
                  <a:srgbClr val="00539F"/>
                </a:solidFill>
                <a:latin typeface="Arial"/>
                <a:ea typeface="Arial"/>
                <a:cs typeface="Arial"/>
              </a:defRPr>
            </a:defPPr>
            <a:lvl1pPr>
              <a:defRPr sz="1500" b="1">
                <a:solidFill>
                  <a:srgbClr val="00539F"/>
                </a:solidFill>
                <a:latin typeface="Arial"/>
                <a:ea typeface="Arial"/>
                <a:cs typeface="Arial"/>
              </a:defRPr>
            </a:lvl1pPr>
            <a:lvl2pPr>
              <a:defRPr sz="1500" b="1">
                <a:solidFill>
                  <a:srgbClr val="00539F"/>
                </a:solidFill>
                <a:latin typeface="Arial"/>
                <a:ea typeface="Arial"/>
                <a:cs typeface="Arial"/>
              </a:defRPr>
            </a:lvl2pPr>
            <a:lvl3pPr>
              <a:defRPr sz="1500" b="1">
                <a:solidFill>
                  <a:srgbClr val="00539F"/>
                </a:solidFill>
                <a:latin typeface="Arial"/>
                <a:ea typeface="Arial"/>
                <a:cs typeface="Arial"/>
              </a:defRPr>
            </a:lvl3pPr>
            <a:lvl4pPr>
              <a:defRPr sz="1500" b="1">
                <a:solidFill>
                  <a:srgbClr val="00539F"/>
                </a:solidFill>
                <a:latin typeface="Arial"/>
                <a:ea typeface="Arial"/>
                <a:cs typeface="Arial"/>
              </a:defRPr>
            </a:lvl4pPr>
            <a:lvl5pPr>
              <a:defRPr sz="1500" b="1">
                <a:solidFill>
                  <a:srgbClr val="00539F"/>
                </a:solidFill>
                <a:latin typeface="Arial"/>
                <a:ea typeface="Arial"/>
                <a:cs typeface="Arial"/>
              </a:defRPr>
            </a:lvl5pPr>
            <a:lvl6pPr>
              <a:defRPr sz="1500" b="1">
                <a:solidFill>
                  <a:srgbClr val="00539F"/>
                </a:solidFill>
                <a:latin typeface="Arial"/>
                <a:ea typeface="Arial"/>
                <a:cs typeface="Arial"/>
              </a:defRPr>
            </a:lvl6pPr>
            <a:lvl7pPr>
              <a:defRPr sz="1500" b="1">
                <a:solidFill>
                  <a:srgbClr val="00539F"/>
                </a:solidFill>
                <a:latin typeface="Arial"/>
                <a:ea typeface="Arial"/>
                <a:cs typeface="Arial"/>
              </a:defRPr>
            </a:lvl7pPr>
            <a:lvl8pPr>
              <a:defRPr sz="1500" b="1">
                <a:solidFill>
                  <a:srgbClr val="00539F"/>
                </a:solidFill>
                <a:latin typeface="Arial"/>
                <a:ea typeface="Arial"/>
                <a:cs typeface="Arial"/>
              </a:defRPr>
            </a:lvl8pPr>
            <a:lvl9pPr>
              <a:defRPr sz="1500" b="1">
                <a:solidFill>
                  <a:srgbClr val="00539F"/>
                </a:solidFill>
                <a:latin typeface="Arial"/>
                <a:ea typeface="Arial"/>
                <a:cs typeface="Arial"/>
              </a:defRPr>
            </a:lvl9pPr>
          </a:lstStyle>
          <a:p xmlns:a="http://schemas.openxmlformats.org/drawingml/2006/main">
            <a:pPr>
              <a:defRPr sz="1500" b="1">
                <a:solidFill>
                  <a:srgbClr val="00539F"/>
                </a:solidFill>
                <a:latin typeface="Arial"/>
                <a:ea typeface="Arial"/>
                <a:cs typeface="Arial"/>
              </a:defRPr>
            </a:pPr>
            <a:r>
              <a:rPr sz="1500" b="1">
                <a:solidFill>
                  <a:srgbClr val="00539F"/>
                </a:solidFill>
                <a:latin typeface="Arial"/>
                <a:ea typeface="Arial"/>
                <a:cs typeface="Arial"/>
              </a:rPr>
              <a:t>Apply the first action</a:t>
            </a:r>
          </a:p>
        </p:txBody>
      </p:sp>
      <p:sp>
        <p:nvSpPr>
          <p:cNvPr id="17" name="Start carrying out the plan">
            <a:extLst xmlns:a="http://schemas.openxmlformats.org/drawingml/2006/main">
              <a:ext uri="{FF2B5EF4-FFF2-40B4-BE49-F238E27FC236}">
                <a16:creationId xmlns:a16="http://schemas.microsoft.com/office/drawing/2014/main" id="{C25BD391-B16B-4C6F-8B70-858524ED9398}"/>
              </a:ext>
            </a:extLst>
          </p:cNvPr>
          <p:cNvSpPr>
            <a:spLocks xmlns:a="http://schemas.openxmlformats.org/drawingml/2006/main" noGrp="1"/>
          </p:cNvSpPr>
          <p:nvPr/>
        </p:nvSpPr>
        <p:spPr>
          <a:xfrm xmlns:a="http://schemas.openxmlformats.org/drawingml/2006/main">
            <a:off x="4819650" y="2952750"/>
            <a:ext cx="1585913"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75" b="0">
                <a:solidFill>
                  <a:srgbClr val="17324D"/>
                </a:solidFill>
                <a:latin typeface="Arial"/>
                <a:ea typeface="Arial"/>
                <a:cs typeface="Arial"/>
              </a:defRPr>
            </a:defPPr>
            <a:lvl1pPr>
              <a:defRPr sz="1275" b="0">
                <a:solidFill>
                  <a:srgbClr val="17324D"/>
                </a:solidFill>
                <a:latin typeface="Arial"/>
                <a:ea typeface="Arial"/>
                <a:cs typeface="Arial"/>
              </a:defRPr>
            </a:lvl1pPr>
            <a:lvl2pPr>
              <a:defRPr sz="1275" b="0">
                <a:solidFill>
                  <a:srgbClr val="17324D"/>
                </a:solidFill>
                <a:latin typeface="Arial"/>
                <a:ea typeface="Arial"/>
                <a:cs typeface="Arial"/>
              </a:defRPr>
            </a:lvl2pPr>
            <a:lvl3pPr>
              <a:defRPr sz="1275" b="0">
                <a:solidFill>
                  <a:srgbClr val="17324D"/>
                </a:solidFill>
                <a:latin typeface="Arial"/>
                <a:ea typeface="Arial"/>
                <a:cs typeface="Arial"/>
              </a:defRPr>
            </a:lvl3pPr>
            <a:lvl4pPr>
              <a:defRPr sz="1275" b="0">
                <a:solidFill>
                  <a:srgbClr val="17324D"/>
                </a:solidFill>
                <a:latin typeface="Arial"/>
                <a:ea typeface="Arial"/>
                <a:cs typeface="Arial"/>
              </a:defRPr>
            </a:lvl4pPr>
            <a:lvl5pPr>
              <a:defRPr sz="1275" b="0">
                <a:solidFill>
                  <a:srgbClr val="17324D"/>
                </a:solidFill>
                <a:latin typeface="Arial"/>
                <a:ea typeface="Arial"/>
                <a:cs typeface="Arial"/>
              </a:defRPr>
            </a:lvl5pPr>
            <a:lvl6pPr>
              <a:defRPr sz="1275" b="0">
                <a:solidFill>
                  <a:srgbClr val="17324D"/>
                </a:solidFill>
                <a:latin typeface="Arial"/>
                <a:ea typeface="Arial"/>
                <a:cs typeface="Arial"/>
              </a:defRPr>
            </a:lvl6pPr>
            <a:lvl7pPr>
              <a:defRPr sz="1275" b="0">
                <a:solidFill>
                  <a:srgbClr val="17324D"/>
                </a:solidFill>
                <a:latin typeface="Arial"/>
                <a:ea typeface="Arial"/>
                <a:cs typeface="Arial"/>
              </a:defRPr>
            </a:lvl7pPr>
            <a:lvl8pPr>
              <a:defRPr sz="1275" b="0">
                <a:solidFill>
                  <a:srgbClr val="17324D"/>
                </a:solidFill>
                <a:latin typeface="Arial"/>
                <a:ea typeface="Arial"/>
                <a:cs typeface="Arial"/>
              </a:defRPr>
            </a:lvl8pPr>
            <a:lvl9pPr>
              <a:defRPr sz="1275" b="0">
                <a:solidFill>
                  <a:srgbClr val="17324D"/>
                </a:solidFill>
                <a:latin typeface="Arial"/>
                <a:ea typeface="Arial"/>
                <a:cs typeface="Arial"/>
              </a:defRPr>
            </a:lvl9pPr>
          </a:lstStyle>
          <a:p xmlns:a="http://schemas.openxmlformats.org/drawingml/2006/main">
            <a:pPr>
              <a:defRPr sz="1275" b="0">
                <a:solidFill>
                  <a:srgbClr val="17324D"/>
                </a:solidFill>
                <a:latin typeface="Arial"/>
                <a:ea typeface="Arial"/>
                <a:cs typeface="Arial"/>
              </a:defRPr>
            </a:pPr>
            <a:r>
              <a:rPr sz="1275" b="0">
                <a:solidFill>
                  <a:srgbClr val="17324D"/>
                </a:solidFill>
                <a:latin typeface="Arial"/>
                <a:ea typeface="Arial"/>
                <a:cs typeface="Arial"/>
              </a:rPr>
              <a:t>Start carrying out the plan</a:t>
            </a:r>
          </a:p>
        </p:txBody>
      </p:sp>
      <p:sp>
        <p:nvSpPr>
          <p:cNvPr id="18" name="→">
            <a:extLst xmlns:a="http://schemas.openxmlformats.org/drawingml/2006/main">
              <a:ext uri="{FF2B5EF4-FFF2-40B4-BE49-F238E27FC236}">
                <a16:creationId xmlns:a16="http://schemas.microsoft.com/office/drawing/2014/main" id="{0713B6F1-707C-495C-A837-00CEB61C82C0}"/>
              </a:ext>
            </a:extLst>
          </p:cNvPr>
          <p:cNvSpPr>
            <a:spLocks xmlns:a="http://schemas.openxmlformats.org/drawingml/2006/main" noGrp="1"/>
          </p:cNvSpPr>
          <p:nvPr/>
        </p:nvSpPr>
        <p:spPr>
          <a:xfrm xmlns:a="http://schemas.openxmlformats.org/drawingml/2006/main">
            <a:off x="6538913" y="2352675"/>
            <a:ext cx="228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800" b="1">
                <a:solidFill>
                  <a:srgbClr val="00539F"/>
                </a:solidFill>
                <a:latin typeface="Arial"/>
                <a:ea typeface="Arial"/>
                <a:cs typeface="Arial"/>
              </a:defRPr>
            </a:defPPr>
            <a:lvl1pPr>
              <a:defRPr sz="1800" b="1">
                <a:solidFill>
                  <a:srgbClr val="00539F"/>
                </a:solidFill>
                <a:latin typeface="Arial"/>
                <a:ea typeface="Arial"/>
                <a:cs typeface="Arial"/>
              </a:defRPr>
            </a:lvl1pPr>
            <a:lvl2pPr>
              <a:defRPr sz="1800" b="1">
                <a:solidFill>
                  <a:srgbClr val="00539F"/>
                </a:solidFill>
                <a:latin typeface="Arial"/>
                <a:ea typeface="Arial"/>
                <a:cs typeface="Arial"/>
              </a:defRPr>
            </a:lvl2pPr>
            <a:lvl3pPr>
              <a:defRPr sz="1800" b="1">
                <a:solidFill>
                  <a:srgbClr val="00539F"/>
                </a:solidFill>
                <a:latin typeface="Arial"/>
                <a:ea typeface="Arial"/>
                <a:cs typeface="Arial"/>
              </a:defRPr>
            </a:lvl3pPr>
            <a:lvl4pPr>
              <a:defRPr sz="1800" b="1">
                <a:solidFill>
                  <a:srgbClr val="00539F"/>
                </a:solidFill>
                <a:latin typeface="Arial"/>
                <a:ea typeface="Arial"/>
                <a:cs typeface="Arial"/>
              </a:defRPr>
            </a:lvl4pPr>
            <a:lvl5pPr>
              <a:defRPr sz="1800" b="1">
                <a:solidFill>
                  <a:srgbClr val="00539F"/>
                </a:solidFill>
                <a:latin typeface="Arial"/>
                <a:ea typeface="Arial"/>
                <a:cs typeface="Arial"/>
              </a:defRPr>
            </a:lvl5pPr>
            <a:lvl6pPr>
              <a:defRPr sz="1800" b="1">
                <a:solidFill>
                  <a:srgbClr val="00539F"/>
                </a:solidFill>
                <a:latin typeface="Arial"/>
                <a:ea typeface="Arial"/>
                <a:cs typeface="Arial"/>
              </a:defRPr>
            </a:lvl6pPr>
            <a:lvl7pPr>
              <a:defRPr sz="1800" b="1">
                <a:solidFill>
                  <a:srgbClr val="00539F"/>
                </a:solidFill>
                <a:latin typeface="Arial"/>
                <a:ea typeface="Arial"/>
                <a:cs typeface="Arial"/>
              </a:defRPr>
            </a:lvl7pPr>
            <a:lvl8pPr>
              <a:defRPr sz="1800" b="1">
                <a:solidFill>
                  <a:srgbClr val="00539F"/>
                </a:solidFill>
                <a:latin typeface="Arial"/>
                <a:ea typeface="Arial"/>
                <a:cs typeface="Arial"/>
              </a:defRPr>
            </a:lvl8pPr>
            <a:lvl9pPr>
              <a:defRPr sz="1800" b="1">
                <a:solidFill>
                  <a:srgbClr val="00539F"/>
                </a:solidFill>
                <a:latin typeface="Arial"/>
                <a:ea typeface="Arial"/>
                <a:cs typeface="Arial"/>
              </a:defRPr>
            </a:lvl9pPr>
          </a:lstStyle>
          <a:p xmlns:a="http://schemas.openxmlformats.org/drawingml/2006/main">
            <a:pPr>
              <a:defRPr sz="1800" b="1">
                <a:solidFill>
                  <a:srgbClr val="00539F"/>
                </a:solidFill>
                <a:latin typeface="Arial"/>
                <a:ea typeface="Arial"/>
                <a:cs typeface="Arial"/>
              </a:defRPr>
            </a:pPr>
            <a:r>
              <a:rPr sz="1800" b="1">
                <a:solidFill>
                  <a:srgbClr val="00539F"/>
                </a:solidFill>
                <a:latin typeface="Arial"/>
                <a:ea typeface="Arial"/>
                <a:cs typeface="Arial"/>
              </a:rPr>
              <a:t>→</a:t>
            </a:r>
          </a:p>
        </p:txBody>
      </p:sp>
      <p:sp>
        <p:nvSpPr>
          <p:cNvPr id="19" name="">
            <a:extLst xmlns:a="http://schemas.openxmlformats.org/drawingml/2006/main">
              <a:ext uri="{FF2B5EF4-FFF2-40B4-BE49-F238E27FC236}">
                <a16:creationId xmlns:a16="http://schemas.microsoft.com/office/drawing/2014/main" id="{84B88EC6-2486-4192-9EA6-0BE1DED1BF99}"/>
              </a:ext>
            </a:extLst>
          </p:cNvPr>
          <p:cNvSpPr>
            <a:spLocks xmlns:a="http://schemas.openxmlformats.org/drawingml/2006/main" noGrp="1"/>
          </p:cNvSpPr>
          <p:nvPr/>
        </p:nvSpPr>
        <p:spPr>
          <a:xfrm xmlns:a="http://schemas.openxmlformats.org/drawingml/2006/main">
            <a:off x="6767513" y="1819275"/>
            <a:ext cx="1852613" cy="1619250"/>
          </a:xfrm>
          <a:prstGeom xmlns:a="http://schemas.openxmlformats.org/drawingml/2006/main" prst="roundRect">
            <a:avLst>
              <a:gd name="adj" fmla="val 4706"/>
            </a:avLst>
          </a:prstGeom>
          <a:solidFill xmlns:a="http://schemas.openxmlformats.org/drawingml/2006/main">
            <a:srgbClr val="EDF6FC"/>
          </a:solidFill>
          <a:ln xmlns:a="http://schemas.openxmlformats.org/drawingml/2006/main" w="9525">
            <a:solidFill>
              <a:srgbClr val="A9CDDF"/>
            </a:solidFill>
          </a:ln>
        </p:spPr>
      </p:sp>
      <p:sp>
        <p:nvSpPr>
          <p:cNvPr id="20" name="4">
            <a:extLst xmlns:a="http://schemas.openxmlformats.org/drawingml/2006/main">
              <a:ext uri="{FF2B5EF4-FFF2-40B4-BE49-F238E27FC236}">
                <a16:creationId xmlns:a16="http://schemas.microsoft.com/office/drawing/2014/main" id="{7BDA7582-4D63-4677-ADF9-329F1A23AE8A}"/>
              </a:ext>
            </a:extLst>
          </p:cNvPr>
          <p:cNvSpPr>
            <a:spLocks xmlns:a="http://schemas.openxmlformats.org/drawingml/2006/main" noGrp="1"/>
          </p:cNvSpPr>
          <p:nvPr/>
        </p:nvSpPr>
        <p:spPr>
          <a:xfrm xmlns:a="http://schemas.openxmlformats.org/drawingml/2006/main">
            <a:off x="6900863" y="1971675"/>
            <a:ext cx="1585913"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800" b="1">
                <a:solidFill>
                  <a:srgbClr val="00539F"/>
                </a:solidFill>
                <a:latin typeface="Arial"/>
                <a:ea typeface="Arial"/>
                <a:cs typeface="Arial"/>
              </a:defRPr>
            </a:defPPr>
            <a:lvl1pPr>
              <a:defRPr sz="1800" b="1">
                <a:solidFill>
                  <a:srgbClr val="00539F"/>
                </a:solidFill>
                <a:latin typeface="Arial"/>
                <a:ea typeface="Arial"/>
                <a:cs typeface="Arial"/>
              </a:defRPr>
            </a:lvl1pPr>
            <a:lvl2pPr>
              <a:defRPr sz="1800" b="1">
                <a:solidFill>
                  <a:srgbClr val="00539F"/>
                </a:solidFill>
                <a:latin typeface="Arial"/>
                <a:ea typeface="Arial"/>
                <a:cs typeface="Arial"/>
              </a:defRPr>
            </a:lvl2pPr>
            <a:lvl3pPr>
              <a:defRPr sz="1800" b="1">
                <a:solidFill>
                  <a:srgbClr val="00539F"/>
                </a:solidFill>
                <a:latin typeface="Arial"/>
                <a:ea typeface="Arial"/>
                <a:cs typeface="Arial"/>
              </a:defRPr>
            </a:lvl3pPr>
            <a:lvl4pPr>
              <a:defRPr sz="1800" b="1">
                <a:solidFill>
                  <a:srgbClr val="00539F"/>
                </a:solidFill>
                <a:latin typeface="Arial"/>
                <a:ea typeface="Arial"/>
                <a:cs typeface="Arial"/>
              </a:defRPr>
            </a:lvl4pPr>
            <a:lvl5pPr>
              <a:defRPr sz="1800" b="1">
                <a:solidFill>
                  <a:srgbClr val="00539F"/>
                </a:solidFill>
                <a:latin typeface="Arial"/>
                <a:ea typeface="Arial"/>
                <a:cs typeface="Arial"/>
              </a:defRPr>
            </a:lvl5pPr>
            <a:lvl6pPr>
              <a:defRPr sz="1800" b="1">
                <a:solidFill>
                  <a:srgbClr val="00539F"/>
                </a:solidFill>
                <a:latin typeface="Arial"/>
                <a:ea typeface="Arial"/>
                <a:cs typeface="Arial"/>
              </a:defRPr>
            </a:lvl6pPr>
            <a:lvl7pPr>
              <a:defRPr sz="1800" b="1">
                <a:solidFill>
                  <a:srgbClr val="00539F"/>
                </a:solidFill>
                <a:latin typeface="Arial"/>
                <a:ea typeface="Arial"/>
                <a:cs typeface="Arial"/>
              </a:defRPr>
            </a:lvl7pPr>
            <a:lvl8pPr>
              <a:defRPr sz="1800" b="1">
                <a:solidFill>
                  <a:srgbClr val="00539F"/>
                </a:solidFill>
                <a:latin typeface="Arial"/>
                <a:ea typeface="Arial"/>
                <a:cs typeface="Arial"/>
              </a:defRPr>
            </a:lvl8pPr>
            <a:lvl9pPr>
              <a:defRPr sz="1800" b="1">
                <a:solidFill>
                  <a:srgbClr val="00539F"/>
                </a:solidFill>
                <a:latin typeface="Arial"/>
                <a:ea typeface="Arial"/>
                <a:cs typeface="Arial"/>
              </a:defRPr>
            </a:lvl9pPr>
          </a:lstStyle>
          <a:p xmlns:a="http://schemas.openxmlformats.org/drawingml/2006/main">
            <a:pPr>
              <a:defRPr sz="1800" b="1">
                <a:solidFill>
                  <a:srgbClr val="00539F"/>
                </a:solidFill>
                <a:latin typeface="Arial"/>
                <a:ea typeface="Arial"/>
                <a:cs typeface="Arial"/>
              </a:defRPr>
            </a:pPr>
            <a:r>
              <a:rPr sz="1800" b="1">
                <a:solidFill>
                  <a:srgbClr val="00539F"/>
                </a:solidFill>
                <a:latin typeface="Arial"/>
                <a:ea typeface="Arial"/>
                <a:cs typeface="Arial"/>
              </a:rPr>
              <a:t>4</a:t>
            </a:r>
          </a:p>
        </p:txBody>
      </p:sp>
      <p:sp>
        <p:nvSpPr>
          <p:cNvPr id="21" name="Measure and replan">
            <a:extLst xmlns:a="http://schemas.openxmlformats.org/drawingml/2006/main">
              <a:ext uri="{FF2B5EF4-FFF2-40B4-BE49-F238E27FC236}">
                <a16:creationId xmlns:a16="http://schemas.microsoft.com/office/drawing/2014/main" id="{4546CD4B-BA9B-4AC8-8D35-A0248DFD461D}"/>
              </a:ext>
            </a:extLst>
          </p:cNvPr>
          <p:cNvSpPr>
            <a:spLocks xmlns:a="http://schemas.openxmlformats.org/drawingml/2006/main" noGrp="1"/>
          </p:cNvSpPr>
          <p:nvPr/>
        </p:nvSpPr>
        <p:spPr>
          <a:xfrm xmlns:a="http://schemas.openxmlformats.org/drawingml/2006/main">
            <a:off x="6900863" y="2362200"/>
            <a:ext cx="1585913"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500" b="1">
                <a:solidFill>
                  <a:srgbClr val="00539F"/>
                </a:solidFill>
                <a:latin typeface="Arial"/>
                <a:ea typeface="Arial"/>
                <a:cs typeface="Arial"/>
              </a:defRPr>
            </a:defPPr>
            <a:lvl1pPr>
              <a:defRPr sz="1500" b="1">
                <a:solidFill>
                  <a:srgbClr val="00539F"/>
                </a:solidFill>
                <a:latin typeface="Arial"/>
                <a:ea typeface="Arial"/>
                <a:cs typeface="Arial"/>
              </a:defRPr>
            </a:lvl1pPr>
            <a:lvl2pPr>
              <a:defRPr sz="1500" b="1">
                <a:solidFill>
                  <a:srgbClr val="00539F"/>
                </a:solidFill>
                <a:latin typeface="Arial"/>
                <a:ea typeface="Arial"/>
                <a:cs typeface="Arial"/>
              </a:defRPr>
            </a:lvl2pPr>
            <a:lvl3pPr>
              <a:defRPr sz="1500" b="1">
                <a:solidFill>
                  <a:srgbClr val="00539F"/>
                </a:solidFill>
                <a:latin typeface="Arial"/>
                <a:ea typeface="Arial"/>
                <a:cs typeface="Arial"/>
              </a:defRPr>
            </a:lvl3pPr>
            <a:lvl4pPr>
              <a:defRPr sz="1500" b="1">
                <a:solidFill>
                  <a:srgbClr val="00539F"/>
                </a:solidFill>
                <a:latin typeface="Arial"/>
                <a:ea typeface="Arial"/>
                <a:cs typeface="Arial"/>
              </a:defRPr>
            </a:lvl4pPr>
            <a:lvl5pPr>
              <a:defRPr sz="1500" b="1">
                <a:solidFill>
                  <a:srgbClr val="00539F"/>
                </a:solidFill>
                <a:latin typeface="Arial"/>
                <a:ea typeface="Arial"/>
                <a:cs typeface="Arial"/>
              </a:defRPr>
            </a:lvl5pPr>
            <a:lvl6pPr>
              <a:defRPr sz="1500" b="1">
                <a:solidFill>
                  <a:srgbClr val="00539F"/>
                </a:solidFill>
                <a:latin typeface="Arial"/>
                <a:ea typeface="Arial"/>
                <a:cs typeface="Arial"/>
              </a:defRPr>
            </a:lvl6pPr>
            <a:lvl7pPr>
              <a:defRPr sz="1500" b="1">
                <a:solidFill>
                  <a:srgbClr val="00539F"/>
                </a:solidFill>
                <a:latin typeface="Arial"/>
                <a:ea typeface="Arial"/>
                <a:cs typeface="Arial"/>
              </a:defRPr>
            </a:lvl7pPr>
            <a:lvl8pPr>
              <a:defRPr sz="1500" b="1">
                <a:solidFill>
                  <a:srgbClr val="00539F"/>
                </a:solidFill>
                <a:latin typeface="Arial"/>
                <a:ea typeface="Arial"/>
                <a:cs typeface="Arial"/>
              </a:defRPr>
            </a:lvl8pPr>
            <a:lvl9pPr>
              <a:defRPr sz="1500" b="1">
                <a:solidFill>
                  <a:srgbClr val="00539F"/>
                </a:solidFill>
                <a:latin typeface="Arial"/>
                <a:ea typeface="Arial"/>
                <a:cs typeface="Arial"/>
              </a:defRPr>
            </a:lvl9pPr>
          </a:lstStyle>
          <a:p xmlns:a="http://schemas.openxmlformats.org/drawingml/2006/main">
            <a:pPr>
              <a:defRPr sz="1500" b="1">
                <a:solidFill>
                  <a:srgbClr val="00539F"/>
                </a:solidFill>
                <a:latin typeface="Arial"/>
                <a:ea typeface="Arial"/>
                <a:cs typeface="Arial"/>
              </a:defRPr>
            </a:pPr>
            <a:r>
              <a:rPr sz="1500" b="1">
                <a:solidFill>
                  <a:srgbClr val="00539F"/>
                </a:solidFill>
                <a:latin typeface="Arial"/>
                <a:ea typeface="Arial"/>
                <a:cs typeface="Arial"/>
              </a:rPr>
              <a:t>Measure and replan</a:t>
            </a:r>
          </a:p>
        </p:txBody>
      </p:sp>
      <p:sp>
        <p:nvSpPr>
          <p:cNvPr id="22" name="Use the latest situation">
            <a:extLst xmlns:a="http://schemas.openxmlformats.org/drawingml/2006/main">
              <a:ext uri="{FF2B5EF4-FFF2-40B4-BE49-F238E27FC236}">
                <a16:creationId xmlns:a16="http://schemas.microsoft.com/office/drawing/2014/main" id="{3143DEC6-7B72-4315-8501-20DE7106E925}"/>
              </a:ext>
            </a:extLst>
          </p:cNvPr>
          <p:cNvSpPr>
            <a:spLocks xmlns:a="http://schemas.openxmlformats.org/drawingml/2006/main" noGrp="1"/>
          </p:cNvSpPr>
          <p:nvPr/>
        </p:nvSpPr>
        <p:spPr>
          <a:xfrm xmlns:a="http://schemas.openxmlformats.org/drawingml/2006/main">
            <a:off x="6900863" y="2952750"/>
            <a:ext cx="1585913"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75" b="0">
                <a:solidFill>
                  <a:srgbClr val="17324D"/>
                </a:solidFill>
                <a:latin typeface="Arial"/>
                <a:ea typeface="Arial"/>
                <a:cs typeface="Arial"/>
              </a:defRPr>
            </a:defPPr>
            <a:lvl1pPr>
              <a:defRPr sz="1275" b="0">
                <a:solidFill>
                  <a:srgbClr val="17324D"/>
                </a:solidFill>
                <a:latin typeface="Arial"/>
                <a:ea typeface="Arial"/>
                <a:cs typeface="Arial"/>
              </a:defRPr>
            </a:lvl1pPr>
            <a:lvl2pPr>
              <a:defRPr sz="1275" b="0">
                <a:solidFill>
                  <a:srgbClr val="17324D"/>
                </a:solidFill>
                <a:latin typeface="Arial"/>
                <a:ea typeface="Arial"/>
                <a:cs typeface="Arial"/>
              </a:defRPr>
            </a:lvl2pPr>
            <a:lvl3pPr>
              <a:defRPr sz="1275" b="0">
                <a:solidFill>
                  <a:srgbClr val="17324D"/>
                </a:solidFill>
                <a:latin typeface="Arial"/>
                <a:ea typeface="Arial"/>
                <a:cs typeface="Arial"/>
              </a:defRPr>
            </a:lvl3pPr>
            <a:lvl4pPr>
              <a:defRPr sz="1275" b="0">
                <a:solidFill>
                  <a:srgbClr val="17324D"/>
                </a:solidFill>
                <a:latin typeface="Arial"/>
                <a:ea typeface="Arial"/>
                <a:cs typeface="Arial"/>
              </a:defRPr>
            </a:lvl4pPr>
            <a:lvl5pPr>
              <a:defRPr sz="1275" b="0">
                <a:solidFill>
                  <a:srgbClr val="17324D"/>
                </a:solidFill>
                <a:latin typeface="Arial"/>
                <a:ea typeface="Arial"/>
                <a:cs typeface="Arial"/>
              </a:defRPr>
            </a:lvl5pPr>
            <a:lvl6pPr>
              <a:defRPr sz="1275" b="0">
                <a:solidFill>
                  <a:srgbClr val="17324D"/>
                </a:solidFill>
                <a:latin typeface="Arial"/>
                <a:ea typeface="Arial"/>
                <a:cs typeface="Arial"/>
              </a:defRPr>
            </a:lvl6pPr>
            <a:lvl7pPr>
              <a:defRPr sz="1275" b="0">
                <a:solidFill>
                  <a:srgbClr val="17324D"/>
                </a:solidFill>
                <a:latin typeface="Arial"/>
                <a:ea typeface="Arial"/>
                <a:cs typeface="Arial"/>
              </a:defRPr>
            </a:lvl7pPr>
            <a:lvl8pPr>
              <a:defRPr sz="1275" b="0">
                <a:solidFill>
                  <a:srgbClr val="17324D"/>
                </a:solidFill>
                <a:latin typeface="Arial"/>
                <a:ea typeface="Arial"/>
                <a:cs typeface="Arial"/>
              </a:defRPr>
            </a:lvl8pPr>
            <a:lvl9pPr>
              <a:defRPr sz="1275" b="0">
                <a:solidFill>
                  <a:srgbClr val="17324D"/>
                </a:solidFill>
                <a:latin typeface="Arial"/>
                <a:ea typeface="Arial"/>
                <a:cs typeface="Arial"/>
              </a:defRPr>
            </a:lvl9pPr>
          </a:lstStyle>
          <a:p xmlns:a="http://schemas.openxmlformats.org/drawingml/2006/main">
            <a:pPr>
              <a:defRPr sz="1275" b="0">
                <a:solidFill>
                  <a:srgbClr val="17324D"/>
                </a:solidFill>
                <a:latin typeface="Arial"/>
                <a:ea typeface="Arial"/>
                <a:cs typeface="Arial"/>
              </a:defRPr>
            </a:pPr>
            <a:r>
              <a:rPr sz="1275" b="0">
                <a:solidFill>
                  <a:srgbClr val="17324D"/>
                </a:solidFill>
                <a:latin typeface="Arial"/>
                <a:ea typeface="Arial"/>
                <a:cs typeface="Arial"/>
              </a:rPr>
              <a:t>Use the latest situation</a:t>
            </a:r>
          </a:p>
        </p:txBody>
      </p:sp>
      <p:sp>
        <p:nvSpPr>
          <p:cNvPr id="23" name="Future actions are a plan. The next measurement can change that ">
            <a:extLst xmlns:a="http://schemas.openxmlformats.org/drawingml/2006/main">
              <a:ext uri="{FF2B5EF4-FFF2-40B4-BE49-F238E27FC236}">
                <a16:creationId xmlns:a16="http://schemas.microsoft.com/office/drawing/2014/main" id="{E892AE48-E3E1-4299-A890-6AF25067399B}"/>
              </a:ext>
            </a:extLst>
          </p:cNvPr>
          <p:cNvSpPr>
            <a:spLocks xmlns:a="http://schemas.openxmlformats.org/drawingml/2006/main" noGrp="1"/>
          </p:cNvSpPr>
          <p:nvPr/>
        </p:nvSpPr>
        <p:spPr>
          <a:xfrm xmlns:a="http://schemas.openxmlformats.org/drawingml/2006/main">
            <a:off x="619125" y="3886200"/>
            <a:ext cx="7905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800" b="0">
                <a:solidFill>
                  <a:srgbClr val="17324D"/>
                </a:solidFill>
                <a:latin typeface="Arial"/>
                <a:ea typeface="Arial"/>
                <a:cs typeface="Arial"/>
              </a:defRPr>
            </a:defPPr>
            <a:lvl1pPr>
              <a:defRPr sz="1800" b="0">
                <a:solidFill>
                  <a:srgbClr val="17324D"/>
                </a:solidFill>
                <a:latin typeface="Arial"/>
                <a:ea typeface="Arial"/>
                <a:cs typeface="Arial"/>
              </a:defRPr>
            </a:lvl1pPr>
            <a:lvl2pPr>
              <a:defRPr sz="1800" b="0">
                <a:solidFill>
                  <a:srgbClr val="17324D"/>
                </a:solidFill>
                <a:latin typeface="Arial"/>
                <a:ea typeface="Arial"/>
                <a:cs typeface="Arial"/>
              </a:defRPr>
            </a:lvl2pPr>
            <a:lvl3pPr>
              <a:defRPr sz="1800" b="0">
                <a:solidFill>
                  <a:srgbClr val="17324D"/>
                </a:solidFill>
                <a:latin typeface="Arial"/>
                <a:ea typeface="Arial"/>
                <a:cs typeface="Arial"/>
              </a:defRPr>
            </a:lvl3pPr>
            <a:lvl4pPr>
              <a:defRPr sz="1800" b="0">
                <a:solidFill>
                  <a:srgbClr val="17324D"/>
                </a:solidFill>
                <a:latin typeface="Arial"/>
                <a:ea typeface="Arial"/>
                <a:cs typeface="Arial"/>
              </a:defRPr>
            </a:lvl4pPr>
            <a:lvl5pPr>
              <a:defRPr sz="1800" b="0">
                <a:solidFill>
                  <a:srgbClr val="17324D"/>
                </a:solidFill>
                <a:latin typeface="Arial"/>
                <a:ea typeface="Arial"/>
                <a:cs typeface="Arial"/>
              </a:defRPr>
            </a:lvl5pPr>
            <a:lvl6pPr>
              <a:defRPr sz="1800" b="0">
                <a:solidFill>
                  <a:srgbClr val="17324D"/>
                </a:solidFill>
                <a:latin typeface="Arial"/>
                <a:ea typeface="Arial"/>
                <a:cs typeface="Arial"/>
              </a:defRPr>
            </a:lvl6pPr>
            <a:lvl7pPr>
              <a:defRPr sz="1800" b="0">
                <a:solidFill>
                  <a:srgbClr val="17324D"/>
                </a:solidFill>
                <a:latin typeface="Arial"/>
                <a:ea typeface="Arial"/>
                <a:cs typeface="Arial"/>
              </a:defRPr>
            </a:lvl7pPr>
            <a:lvl8pPr>
              <a:defRPr sz="1800" b="0">
                <a:solidFill>
                  <a:srgbClr val="17324D"/>
                </a:solidFill>
                <a:latin typeface="Arial"/>
                <a:ea typeface="Arial"/>
                <a:cs typeface="Arial"/>
              </a:defRPr>
            </a:lvl8pPr>
            <a:lvl9pPr>
              <a:defRPr sz="1800" b="0">
                <a:solidFill>
                  <a:srgbClr val="17324D"/>
                </a:solidFill>
                <a:latin typeface="Arial"/>
                <a:ea typeface="Arial"/>
                <a:cs typeface="Arial"/>
              </a:defRPr>
            </a:lvl9pPr>
          </a:lstStyle>
          <a:p xmlns:a="http://schemas.openxmlformats.org/drawingml/2006/main">
            <a:pPr>
              <a:defRPr sz="1800" b="0">
                <a:solidFill>
                  <a:srgbClr val="17324D"/>
                </a:solidFill>
                <a:latin typeface="Arial"/>
                <a:ea typeface="Arial"/>
                <a:cs typeface="Arial"/>
              </a:defRPr>
            </a:pPr>
            <a:r>
              <a:rPr sz="1800" b="0">
                <a:solidFill>
                  <a:srgbClr val="17324D"/>
                </a:solidFill>
                <a:latin typeface="Arial"/>
                <a:ea typeface="Arial"/>
                <a:cs typeface="Arial"/>
              </a:rPr>
              <a:t>Future actions are a plan. The next measurement can change that plan.</a:t>
            </a:r>
          </a:p>
        </p:txBody>
      </p:sp>
    </p:spTree>
    <p:extLst>
      <p:ext uri="{BB962C8B-B14F-4D97-AF65-F5344CB8AC3E}">
        <p14:creationId xmlns:p14="http://schemas.microsoft.com/office/powerpoint/2010/main" val="1867337677"/>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1A63ADEF-737E-4CA5-899F-ED67F274574B}"/>
              </a:ext>
            </a:extLst>
          </p:cNvPr>
          <p:cNvPicPr>
            <a:picLocks xmlns:a="http://schemas.openxmlformats.org/drawingml/2006/main" noChangeAspect="1"/>
          </p:cNvPicPr>
          <p:nvPr/>
        </p:nvPicPr>
        <p:blipFill>
          <a:blip xmlns:r="http://schemas.openxmlformats.org/officeDocument/2006/relationships" xmlns:a="http://schemas.openxmlformats.org/drawingml/2006/main" r:embed="R04150af8a8cb449e"/>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The green path is a prediction">
            <a:extLst xmlns:a="http://schemas.openxmlformats.org/drawingml/2006/main">
              <a:ext uri="{FF2B5EF4-FFF2-40B4-BE49-F238E27FC236}">
                <a16:creationId xmlns:a16="http://schemas.microsoft.com/office/drawing/2014/main" id="{A155A9DC-9887-4C07-81E4-BCD5C3C02A78}"/>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550" b="0">
                <a:solidFill>
                  <a:srgbClr val="00A0DF"/>
                </a:solidFill>
                <a:latin typeface="Arial"/>
                <a:ea typeface="Arial"/>
                <a:cs typeface="Arial"/>
              </a:defRPr>
            </a:defPPr>
            <a:lvl1pPr>
              <a:defRPr sz="2550" b="0">
                <a:solidFill>
                  <a:srgbClr val="00A0DF"/>
                </a:solidFill>
                <a:latin typeface="Arial"/>
                <a:ea typeface="Arial"/>
                <a:cs typeface="Arial"/>
              </a:defRPr>
            </a:lvl1pPr>
            <a:lvl2pPr>
              <a:defRPr sz="2550" b="0">
                <a:solidFill>
                  <a:srgbClr val="00A0DF"/>
                </a:solidFill>
                <a:latin typeface="Arial"/>
                <a:ea typeface="Arial"/>
                <a:cs typeface="Arial"/>
              </a:defRPr>
            </a:lvl2pPr>
            <a:lvl3pPr>
              <a:defRPr sz="2550" b="0">
                <a:solidFill>
                  <a:srgbClr val="00A0DF"/>
                </a:solidFill>
                <a:latin typeface="Arial"/>
                <a:ea typeface="Arial"/>
                <a:cs typeface="Arial"/>
              </a:defRPr>
            </a:lvl3pPr>
            <a:lvl4pPr>
              <a:defRPr sz="2550" b="0">
                <a:solidFill>
                  <a:srgbClr val="00A0DF"/>
                </a:solidFill>
                <a:latin typeface="Arial"/>
                <a:ea typeface="Arial"/>
                <a:cs typeface="Arial"/>
              </a:defRPr>
            </a:lvl4pPr>
            <a:lvl5pPr>
              <a:defRPr sz="2550" b="0">
                <a:solidFill>
                  <a:srgbClr val="00A0DF"/>
                </a:solidFill>
                <a:latin typeface="Arial"/>
                <a:ea typeface="Arial"/>
                <a:cs typeface="Arial"/>
              </a:defRPr>
            </a:lvl5pPr>
            <a:lvl6pPr>
              <a:defRPr sz="2550" b="0">
                <a:solidFill>
                  <a:srgbClr val="00A0DF"/>
                </a:solidFill>
                <a:latin typeface="Arial"/>
                <a:ea typeface="Arial"/>
                <a:cs typeface="Arial"/>
              </a:defRPr>
            </a:lvl6pPr>
            <a:lvl7pPr>
              <a:defRPr sz="2550" b="0">
                <a:solidFill>
                  <a:srgbClr val="00A0DF"/>
                </a:solidFill>
                <a:latin typeface="Arial"/>
                <a:ea typeface="Arial"/>
                <a:cs typeface="Arial"/>
              </a:defRPr>
            </a:lvl7pPr>
            <a:lvl8pPr>
              <a:defRPr sz="2550" b="0">
                <a:solidFill>
                  <a:srgbClr val="00A0DF"/>
                </a:solidFill>
                <a:latin typeface="Arial"/>
                <a:ea typeface="Arial"/>
                <a:cs typeface="Arial"/>
              </a:defRPr>
            </a:lvl8pPr>
            <a:lvl9pPr>
              <a:defRPr sz="2550" b="0">
                <a:solidFill>
                  <a:srgbClr val="00A0DF"/>
                </a:solidFill>
                <a:latin typeface="Arial"/>
                <a:ea typeface="Arial"/>
                <a:cs typeface="Arial"/>
              </a:defRPr>
            </a:lvl9pPr>
          </a:lstStyle>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The green path is a prediction</a:t>
            </a:r>
          </a:p>
        </p:txBody>
      </p:sp>
      <p:sp>
        <p:nvSpPr>
          <p:cNvPr id="3" name="23">
            <a:extLst xmlns:a="http://schemas.openxmlformats.org/drawingml/2006/main">
              <a:ext uri="{FF2B5EF4-FFF2-40B4-BE49-F238E27FC236}">
                <a16:creationId xmlns:a16="http://schemas.microsoft.com/office/drawing/2014/main" id="{8300DAB4-D124-4F4E-AA34-C895D5A2DA5B}"/>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00539F"/>
                </a:solidFill>
                <a:latin typeface="Arial"/>
                <a:ea typeface="Arial"/>
                <a:cs typeface="Arial"/>
              </a:defRPr>
            </a:defPPr>
            <a:lvl1pPr>
              <a:defRPr sz="1200" b="0">
                <a:solidFill>
                  <a:srgbClr val="00539F"/>
                </a:solidFill>
                <a:latin typeface="Arial"/>
                <a:ea typeface="Arial"/>
                <a:cs typeface="Arial"/>
              </a:defRPr>
            </a:lvl1pPr>
            <a:lvl2pPr>
              <a:defRPr sz="1200" b="0">
                <a:solidFill>
                  <a:srgbClr val="00539F"/>
                </a:solidFill>
                <a:latin typeface="Arial"/>
                <a:ea typeface="Arial"/>
                <a:cs typeface="Arial"/>
              </a:defRPr>
            </a:lvl2pPr>
            <a:lvl3pPr>
              <a:defRPr sz="1200" b="0">
                <a:solidFill>
                  <a:srgbClr val="00539F"/>
                </a:solidFill>
                <a:latin typeface="Arial"/>
                <a:ea typeface="Arial"/>
                <a:cs typeface="Arial"/>
              </a:defRPr>
            </a:lvl3pPr>
            <a:lvl4pPr>
              <a:defRPr sz="1200" b="0">
                <a:solidFill>
                  <a:srgbClr val="00539F"/>
                </a:solidFill>
                <a:latin typeface="Arial"/>
                <a:ea typeface="Arial"/>
                <a:cs typeface="Arial"/>
              </a:defRPr>
            </a:lvl4pPr>
            <a:lvl5pPr>
              <a:defRPr sz="1200" b="0">
                <a:solidFill>
                  <a:srgbClr val="00539F"/>
                </a:solidFill>
                <a:latin typeface="Arial"/>
                <a:ea typeface="Arial"/>
                <a:cs typeface="Arial"/>
              </a:defRPr>
            </a:lvl5pPr>
            <a:lvl6pPr>
              <a:defRPr sz="1200" b="0">
                <a:solidFill>
                  <a:srgbClr val="00539F"/>
                </a:solidFill>
                <a:latin typeface="Arial"/>
                <a:ea typeface="Arial"/>
                <a:cs typeface="Arial"/>
              </a:defRPr>
            </a:lvl6pPr>
            <a:lvl7pPr>
              <a:defRPr sz="1200" b="0">
                <a:solidFill>
                  <a:srgbClr val="00539F"/>
                </a:solidFill>
                <a:latin typeface="Arial"/>
                <a:ea typeface="Arial"/>
                <a:cs typeface="Arial"/>
              </a:defRPr>
            </a:lvl7pPr>
            <a:lvl8pPr>
              <a:defRPr sz="1200" b="0">
                <a:solidFill>
                  <a:srgbClr val="00539F"/>
                </a:solidFill>
                <a:latin typeface="Arial"/>
                <a:ea typeface="Arial"/>
                <a:cs typeface="Arial"/>
              </a:defRPr>
            </a:lvl8pPr>
            <a:lvl9pPr>
              <a:defRPr sz="1200" b="0">
                <a:solidFill>
                  <a:srgbClr val="00539F"/>
                </a:solidFill>
                <a:latin typeface="Arial"/>
                <a:ea typeface="Arial"/>
                <a:cs typeface="Arial"/>
              </a:defRPr>
            </a:lvl9pPr>
          </a:lstStyle>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23</a:t>
            </a:r>
          </a:p>
        </p:txBody>
      </p:sp>
      <p:pic>
        <p:nvPicPr>
          <p:cNvPr id="4" name="">
            <a:extLst xmlns:a="http://schemas.openxmlformats.org/drawingml/2006/main">
              <a:ext uri="{FF2B5EF4-FFF2-40B4-BE49-F238E27FC236}">
                <a16:creationId xmlns:a16="http://schemas.microsoft.com/office/drawing/2014/main" id="{12530A15-5DC5-46DA-BD80-0E1036151A25}"/>
              </a:ext>
            </a:extLst>
          </p:cNvPr>
          <p:cNvPicPr>
            <a:picLocks xmlns:a="http://schemas.openxmlformats.org/drawingml/2006/main" noChangeAspect="1"/>
          </p:cNvPicPr>
          <p:nvPr/>
        </p:nvPicPr>
        <p:blipFill>
          <a:blip xmlns:r="http://schemas.openxmlformats.org/officeDocument/2006/relationships" xmlns:a="http://schemas.openxmlformats.org/drawingml/2006/main" r:embed="Rdc5ce3c4794c4114"/>
          <a:stretch xmlns:a="http://schemas.openxmlformats.org/drawingml/2006/main"/>
        </p:blipFill>
        <p:spPr>
          <a:xfrm xmlns:a="http://schemas.openxmlformats.org/drawingml/2006/main">
            <a:off x="495300" y="1500188"/>
            <a:ext cx="5524500" cy="2762250"/>
          </a:xfrm>
          <a:prstGeom xmlns:a="http://schemas.openxmlformats.org/drawingml/2006/main" prst="rect">
            <a:avLst/>
          </a:prstGeom>
        </p:spPr>
      </p:pic>
      <p:sp>
        <p:nvSpPr>
          <p:cNvPr id="5" name="It shows where the current plan expects to go.&#10;&#10;Longer preview c">
            <a:extLst xmlns:a="http://schemas.openxmlformats.org/drawingml/2006/main">
              <a:ext uri="{FF2B5EF4-FFF2-40B4-BE49-F238E27FC236}">
                <a16:creationId xmlns:a16="http://schemas.microsoft.com/office/drawing/2014/main" id="{94FF59D0-0E7F-469F-8B87-92AAC01B80C6}"/>
              </a:ext>
            </a:extLst>
          </p:cNvPr>
          <p:cNvSpPr>
            <a:spLocks xmlns:a="http://schemas.openxmlformats.org/drawingml/2006/main" noGrp="1"/>
          </p:cNvSpPr>
          <p:nvPr/>
        </p:nvSpPr>
        <p:spPr>
          <a:xfrm xmlns:a="http://schemas.openxmlformats.org/drawingml/2006/main">
            <a:off x="6286500" y="1476375"/>
            <a:ext cx="236220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650" b="0">
                <a:solidFill>
                  <a:srgbClr val="17324D"/>
                </a:solidFill>
                <a:latin typeface="Arial"/>
                <a:ea typeface="Arial"/>
                <a:cs typeface="Arial"/>
              </a:defRPr>
            </a:defPPr>
            <a:lvl1pPr>
              <a:defRPr sz="1650" b="0">
                <a:solidFill>
                  <a:srgbClr val="17324D"/>
                </a:solidFill>
                <a:latin typeface="Arial"/>
                <a:ea typeface="Arial"/>
                <a:cs typeface="Arial"/>
              </a:defRPr>
            </a:lvl1pPr>
            <a:lvl2pPr>
              <a:defRPr sz="1650" b="0">
                <a:solidFill>
                  <a:srgbClr val="17324D"/>
                </a:solidFill>
                <a:latin typeface="Arial"/>
                <a:ea typeface="Arial"/>
                <a:cs typeface="Arial"/>
              </a:defRPr>
            </a:lvl2pPr>
            <a:lvl3pPr>
              <a:defRPr sz="1650" b="0">
                <a:solidFill>
                  <a:srgbClr val="17324D"/>
                </a:solidFill>
                <a:latin typeface="Arial"/>
                <a:ea typeface="Arial"/>
                <a:cs typeface="Arial"/>
              </a:defRPr>
            </a:lvl3pPr>
            <a:lvl4pPr>
              <a:defRPr sz="1650" b="0">
                <a:solidFill>
                  <a:srgbClr val="17324D"/>
                </a:solidFill>
                <a:latin typeface="Arial"/>
                <a:ea typeface="Arial"/>
                <a:cs typeface="Arial"/>
              </a:defRPr>
            </a:lvl4pPr>
            <a:lvl5pPr>
              <a:defRPr sz="1650" b="0">
                <a:solidFill>
                  <a:srgbClr val="17324D"/>
                </a:solidFill>
                <a:latin typeface="Arial"/>
                <a:ea typeface="Arial"/>
                <a:cs typeface="Arial"/>
              </a:defRPr>
            </a:lvl5pPr>
            <a:lvl6pPr>
              <a:defRPr sz="1650" b="0">
                <a:solidFill>
                  <a:srgbClr val="17324D"/>
                </a:solidFill>
                <a:latin typeface="Arial"/>
                <a:ea typeface="Arial"/>
                <a:cs typeface="Arial"/>
              </a:defRPr>
            </a:lvl6pPr>
            <a:lvl7pPr>
              <a:defRPr sz="1650" b="0">
                <a:solidFill>
                  <a:srgbClr val="17324D"/>
                </a:solidFill>
                <a:latin typeface="Arial"/>
                <a:ea typeface="Arial"/>
                <a:cs typeface="Arial"/>
              </a:defRPr>
            </a:lvl7pPr>
            <a:lvl8pPr>
              <a:defRPr sz="1650" b="0">
                <a:solidFill>
                  <a:srgbClr val="17324D"/>
                </a:solidFill>
                <a:latin typeface="Arial"/>
                <a:ea typeface="Arial"/>
                <a:cs typeface="Arial"/>
              </a:defRPr>
            </a:lvl8pPr>
            <a:lvl9pPr>
              <a:defRPr sz="1650" b="0">
                <a:solidFill>
                  <a:srgbClr val="17324D"/>
                </a:solidFill>
                <a:latin typeface="Arial"/>
                <a:ea typeface="Arial"/>
                <a:cs typeface="Arial"/>
              </a:defRPr>
            </a:lvl9pPr>
          </a:lstStyle>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It shows where the current plan expects to go.</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Longer preview considers more of the upcoming path.</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It changes when the vehicle state changes.</a:t>
            </a:r>
          </a:p>
        </p:txBody>
      </p:sp>
      <p:sp>
        <p:nvSpPr>
          <p:cNvPr id="6" name="Open interactive demonstration">
            <a:extLst xmlns:a="http://schemas.openxmlformats.org/drawingml/2006/main">
              <a:ext uri="{FF2B5EF4-FFF2-40B4-BE49-F238E27FC236}">
                <a16:creationId xmlns:a16="http://schemas.microsoft.com/office/drawing/2014/main" id="{66F24CA9-7199-49B5-A4CC-06B23242634C}"/>
              </a:ext>
            </a:extLst>
          </p:cNvPr>
          <p:cNvSpPr>
            <a:spLocks xmlns:a="http://schemas.openxmlformats.org/drawingml/2006/main" noGrp="1"/>
          </p:cNvSpPr>
          <p:nvPr/>
        </p:nvSpPr>
        <p:spPr>
          <a:xfrm xmlns:a="http://schemas.openxmlformats.org/drawingml/2006/main">
            <a:off x="523875" y="4543425"/>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425" b="0">
                <a:solidFill>
                  <a:srgbClr val="00539F"/>
                </a:solidFill>
                <a:latin typeface="Arial"/>
                <a:ea typeface="Arial"/>
                <a:cs typeface="Arial"/>
              </a:defRPr>
            </a:defPPr>
            <a:lvl1pPr>
              <a:defRPr sz="1425" b="0">
                <a:solidFill>
                  <a:srgbClr val="00539F"/>
                </a:solidFill>
                <a:latin typeface="Arial"/>
                <a:ea typeface="Arial"/>
                <a:cs typeface="Arial"/>
              </a:defRPr>
            </a:lvl1pPr>
            <a:lvl2pPr>
              <a:defRPr sz="1425" b="0">
                <a:solidFill>
                  <a:srgbClr val="00539F"/>
                </a:solidFill>
                <a:latin typeface="Arial"/>
                <a:ea typeface="Arial"/>
                <a:cs typeface="Arial"/>
              </a:defRPr>
            </a:lvl2pPr>
            <a:lvl3pPr>
              <a:defRPr sz="1425" b="0">
                <a:solidFill>
                  <a:srgbClr val="00539F"/>
                </a:solidFill>
                <a:latin typeface="Arial"/>
                <a:ea typeface="Arial"/>
                <a:cs typeface="Arial"/>
              </a:defRPr>
            </a:lvl3pPr>
            <a:lvl4pPr>
              <a:defRPr sz="1425" b="0">
                <a:solidFill>
                  <a:srgbClr val="00539F"/>
                </a:solidFill>
                <a:latin typeface="Arial"/>
                <a:ea typeface="Arial"/>
                <a:cs typeface="Arial"/>
              </a:defRPr>
            </a:lvl4pPr>
            <a:lvl5pPr>
              <a:defRPr sz="1425" b="0">
                <a:solidFill>
                  <a:srgbClr val="00539F"/>
                </a:solidFill>
                <a:latin typeface="Arial"/>
                <a:ea typeface="Arial"/>
                <a:cs typeface="Arial"/>
              </a:defRPr>
            </a:lvl5pPr>
            <a:lvl6pPr>
              <a:defRPr sz="1425" b="0">
                <a:solidFill>
                  <a:srgbClr val="00539F"/>
                </a:solidFill>
                <a:latin typeface="Arial"/>
                <a:ea typeface="Arial"/>
                <a:cs typeface="Arial"/>
              </a:defRPr>
            </a:lvl6pPr>
            <a:lvl7pPr>
              <a:defRPr sz="1425" b="0">
                <a:solidFill>
                  <a:srgbClr val="00539F"/>
                </a:solidFill>
                <a:latin typeface="Arial"/>
                <a:ea typeface="Arial"/>
                <a:cs typeface="Arial"/>
              </a:defRPr>
            </a:lvl7pPr>
            <a:lvl8pPr>
              <a:defRPr sz="1425" b="0">
                <a:solidFill>
                  <a:srgbClr val="00539F"/>
                </a:solidFill>
                <a:latin typeface="Arial"/>
                <a:ea typeface="Arial"/>
                <a:cs typeface="Arial"/>
              </a:defRPr>
            </a:lvl8pPr>
            <a:lvl9pPr>
              <a:defRPr sz="1425" b="0">
                <a:solidFill>
                  <a:srgbClr val="00539F"/>
                </a:solidFill>
                <a:latin typeface="Arial"/>
                <a:ea typeface="Arial"/>
                <a:cs typeface="Arial"/>
              </a:defRPr>
            </a:lvl9pPr>
          </a:lstStyle>
          <a:p xmlns:a="http://schemas.openxmlformats.org/drawingml/2006/main">
            <a:pPr>
              <a:defRPr sz="1425" b="0">
                <a:solidFill>
                  <a:srgbClr val="00539F"/>
                </a:solidFill>
                <a:latin typeface="Arial"/>
                <a:ea typeface="Arial"/>
                <a:cs typeface="Arial"/>
              </a:defRPr>
            </a:pPr>
            <a:r>
              <a:rPr u="sng">
                <a:hlinkClick xmlns:r="http://schemas.openxmlformats.org/officeDocument/2006/relationships" r:id="Rf495276b746e4bce"/>
              </a:rPr>
              <a:t>Open interactive demonstration</a:t>
            </a:r>
          </a:p>
        </p:txBody>
      </p:sp>
    </p:spTree>
    <p:extLst>
      <p:ext uri="{BB962C8B-B14F-4D97-AF65-F5344CB8AC3E}">
        <p14:creationId xmlns:p14="http://schemas.microsoft.com/office/powerpoint/2010/main" val="1418486280"/>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0CD20408-3F0A-4708-8880-3596435951FC}"/>
              </a:ext>
            </a:extLst>
          </p:cNvPr>
          <p:cNvPicPr>
            <a:picLocks xmlns:a="http://schemas.openxmlformats.org/drawingml/2006/main" noChangeAspect="1"/>
          </p:cNvPicPr>
          <p:nvPr/>
        </p:nvPicPr>
        <p:blipFill>
          <a:blip xmlns:r="http://schemas.openxmlformats.org/officeDocument/2006/relationships" xmlns:a="http://schemas.openxmlformats.org/drawingml/2006/main" r:embed="R8fbcc779e5654825"/>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Only the first planned action is used">
            <a:extLst xmlns:a="http://schemas.openxmlformats.org/drawingml/2006/main">
              <a:ext uri="{FF2B5EF4-FFF2-40B4-BE49-F238E27FC236}">
                <a16:creationId xmlns:a16="http://schemas.microsoft.com/office/drawing/2014/main" id="{0F44E19A-21EF-46F2-9EED-04AF32B353A2}"/>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550" b="0">
                <a:solidFill>
                  <a:srgbClr val="00A0DF"/>
                </a:solidFill>
                <a:latin typeface="Arial"/>
                <a:ea typeface="Arial"/>
                <a:cs typeface="Arial"/>
              </a:defRPr>
            </a:defPPr>
            <a:lvl1pPr>
              <a:defRPr sz="2550" b="0">
                <a:solidFill>
                  <a:srgbClr val="00A0DF"/>
                </a:solidFill>
                <a:latin typeface="Arial"/>
                <a:ea typeface="Arial"/>
                <a:cs typeface="Arial"/>
              </a:defRPr>
            </a:lvl1pPr>
            <a:lvl2pPr>
              <a:defRPr sz="2550" b="0">
                <a:solidFill>
                  <a:srgbClr val="00A0DF"/>
                </a:solidFill>
                <a:latin typeface="Arial"/>
                <a:ea typeface="Arial"/>
                <a:cs typeface="Arial"/>
              </a:defRPr>
            </a:lvl2pPr>
            <a:lvl3pPr>
              <a:defRPr sz="2550" b="0">
                <a:solidFill>
                  <a:srgbClr val="00A0DF"/>
                </a:solidFill>
                <a:latin typeface="Arial"/>
                <a:ea typeface="Arial"/>
                <a:cs typeface="Arial"/>
              </a:defRPr>
            </a:lvl3pPr>
            <a:lvl4pPr>
              <a:defRPr sz="2550" b="0">
                <a:solidFill>
                  <a:srgbClr val="00A0DF"/>
                </a:solidFill>
                <a:latin typeface="Arial"/>
                <a:ea typeface="Arial"/>
                <a:cs typeface="Arial"/>
              </a:defRPr>
            </a:lvl4pPr>
            <a:lvl5pPr>
              <a:defRPr sz="2550" b="0">
                <a:solidFill>
                  <a:srgbClr val="00A0DF"/>
                </a:solidFill>
                <a:latin typeface="Arial"/>
                <a:ea typeface="Arial"/>
                <a:cs typeface="Arial"/>
              </a:defRPr>
            </a:lvl5pPr>
            <a:lvl6pPr>
              <a:defRPr sz="2550" b="0">
                <a:solidFill>
                  <a:srgbClr val="00A0DF"/>
                </a:solidFill>
                <a:latin typeface="Arial"/>
                <a:ea typeface="Arial"/>
                <a:cs typeface="Arial"/>
              </a:defRPr>
            </a:lvl6pPr>
            <a:lvl7pPr>
              <a:defRPr sz="2550" b="0">
                <a:solidFill>
                  <a:srgbClr val="00A0DF"/>
                </a:solidFill>
                <a:latin typeface="Arial"/>
                <a:ea typeface="Arial"/>
                <a:cs typeface="Arial"/>
              </a:defRPr>
            </a:lvl7pPr>
            <a:lvl8pPr>
              <a:defRPr sz="2550" b="0">
                <a:solidFill>
                  <a:srgbClr val="00A0DF"/>
                </a:solidFill>
                <a:latin typeface="Arial"/>
                <a:ea typeface="Arial"/>
                <a:cs typeface="Arial"/>
              </a:defRPr>
            </a:lvl8pPr>
            <a:lvl9pPr>
              <a:defRPr sz="2550" b="0">
                <a:solidFill>
                  <a:srgbClr val="00A0DF"/>
                </a:solidFill>
                <a:latin typeface="Arial"/>
                <a:ea typeface="Arial"/>
                <a:cs typeface="Arial"/>
              </a:defRPr>
            </a:lvl9pPr>
          </a:lstStyle>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Only the first planned action is used</a:t>
            </a:r>
          </a:p>
        </p:txBody>
      </p:sp>
      <p:sp>
        <p:nvSpPr>
          <p:cNvPr id="3" name="24">
            <a:extLst xmlns:a="http://schemas.openxmlformats.org/drawingml/2006/main">
              <a:ext uri="{FF2B5EF4-FFF2-40B4-BE49-F238E27FC236}">
                <a16:creationId xmlns:a16="http://schemas.microsoft.com/office/drawing/2014/main" id="{6F2BC9B5-A199-4324-95F7-4DDE2A369653}"/>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00539F"/>
                </a:solidFill>
                <a:latin typeface="Arial"/>
                <a:ea typeface="Arial"/>
                <a:cs typeface="Arial"/>
              </a:defRPr>
            </a:defPPr>
            <a:lvl1pPr>
              <a:defRPr sz="1200" b="0">
                <a:solidFill>
                  <a:srgbClr val="00539F"/>
                </a:solidFill>
                <a:latin typeface="Arial"/>
                <a:ea typeface="Arial"/>
                <a:cs typeface="Arial"/>
              </a:defRPr>
            </a:lvl1pPr>
            <a:lvl2pPr>
              <a:defRPr sz="1200" b="0">
                <a:solidFill>
                  <a:srgbClr val="00539F"/>
                </a:solidFill>
                <a:latin typeface="Arial"/>
                <a:ea typeface="Arial"/>
                <a:cs typeface="Arial"/>
              </a:defRPr>
            </a:lvl2pPr>
            <a:lvl3pPr>
              <a:defRPr sz="1200" b="0">
                <a:solidFill>
                  <a:srgbClr val="00539F"/>
                </a:solidFill>
                <a:latin typeface="Arial"/>
                <a:ea typeface="Arial"/>
                <a:cs typeface="Arial"/>
              </a:defRPr>
            </a:lvl3pPr>
            <a:lvl4pPr>
              <a:defRPr sz="1200" b="0">
                <a:solidFill>
                  <a:srgbClr val="00539F"/>
                </a:solidFill>
                <a:latin typeface="Arial"/>
                <a:ea typeface="Arial"/>
                <a:cs typeface="Arial"/>
              </a:defRPr>
            </a:lvl4pPr>
            <a:lvl5pPr>
              <a:defRPr sz="1200" b="0">
                <a:solidFill>
                  <a:srgbClr val="00539F"/>
                </a:solidFill>
                <a:latin typeface="Arial"/>
                <a:ea typeface="Arial"/>
                <a:cs typeface="Arial"/>
              </a:defRPr>
            </a:lvl5pPr>
            <a:lvl6pPr>
              <a:defRPr sz="1200" b="0">
                <a:solidFill>
                  <a:srgbClr val="00539F"/>
                </a:solidFill>
                <a:latin typeface="Arial"/>
                <a:ea typeface="Arial"/>
                <a:cs typeface="Arial"/>
              </a:defRPr>
            </a:lvl6pPr>
            <a:lvl7pPr>
              <a:defRPr sz="1200" b="0">
                <a:solidFill>
                  <a:srgbClr val="00539F"/>
                </a:solidFill>
                <a:latin typeface="Arial"/>
                <a:ea typeface="Arial"/>
                <a:cs typeface="Arial"/>
              </a:defRPr>
            </a:lvl7pPr>
            <a:lvl8pPr>
              <a:defRPr sz="1200" b="0">
                <a:solidFill>
                  <a:srgbClr val="00539F"/>
                </a:solidFill>
                <a:latin typeface="Arial"/>
                <a:ea typeface="Arial"/>
                <a:cs typeface="Arial"/>
              </a:defRPr>
            </a:lvl8pPr>
            <a:lvl9pPr>
              <a:defRPr sz="1200" b="0">
                <a:solidFill>
                  <a:srgbClr val="00539F"/>
                </a:solidFill>
                <a:latin typeface="Arial"/>
                <a:ea typeface="Arial"/>
                <a:cs typeface="Arial"/>
              </a:defRPr>
            </a:lvl9pPr>
          </a:lstStyle>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24</a:t>
            </a:r>
          </a:p>
        </p:txBody>
      </p:sp>
      <p:pic>
        <p:nvPicPr>
          <p:cNvPr id="4" name="">
            <a:extLst xmlns:a="http://schemas.openxmlformats.org/drawingml/2006/main">
              <a:ext uri="{FF2B5EF4-FFF2-40B4-BE49-F238E27FC236}">
                <a16:creationId xmlns:a16="http://schemas.microsoft.com/office/drawing/2014/main" id="{2C50543C-6A97-4B30-94E1-1BB7224C8AE9}"/>
              </a:ext>
            </a:extLst>
          </p:cNvPr>
          <p:cNvPicPr>
            <a:picLocks xmlns:a="http://schemas.openxmlformats.org/drawingml/2006/main" noChangeAspect="1"/>
          </p:cNvPicPr>
          <p:nvPr/>
        </p:nvPicPr>
        <p:blipFill>
          <a:blip xmlns:r="http://schemas.openxmlformats.org/officeDocument/2006/relationships" xmlns:a="http://schemas.openxmlformats.org/drawingml/2006/main" r:embed="Rf79fa450471b4110"/>
          <a:stretch xmlns:a="http://schemas.openxmlformats.org/drawingml/2006/main"/>
        </p:blipFill>
        <p:spPr>
          <a:xfrm xmlns:a="http://schemas.openxmlformats.org/drawingml/2006/main">
            <a:off x="495300" y="1942148"/>
            <a:ext cx="5524500" cy="1878330"/>
          </a:xfrm>
          <a:prstGeom xmlns:a="http://schemas.openxmlformats.org/drawingml/2006/main" prst="rect">
            <a:avLst/>
          </a:prstGeom>
        </p:spPr>
      </p:pic>
      <p:sp>
        <p:nvSpPr>
          <p:cNvPr id="5" name="The orange point marks the next steering request.&#10;&#10;Later points ">
            <a:extLst xmlns:a="http://schemas.openxmlformats.org/drawingml/2006/main">
              <a:ext uri="{FF2B5EF4-FFF2-40B4-BE49-F238E27FC236}">
                <a16:creationId xmlns:a16="http://schemas.microsoft.com/office/drawing/2014/main" id="{BA8E5BD7-1D1A-498E-A8CF-269C2EB8FA20}"/>
              </a:ext>
            </a:extLst>
          </p:cNvPr>
          <p:cNvSpPr>
            <a:spLocks xmlns:a="http://schemas.openxmlformats.org/drawingml/2006/main" noGrp="1"/>
          </p:cNvSpPr>
          <p:nvPr/>
        </p:nvSpPr>
        <p:spPr>
          <a:xfrm xmlns:a="http://schemas.openxmlformats.org/drawingml/2006/main">
            <a:off x="6286500" y="1476375"/>
            <a:ext cx="236220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650" b="0">
                <a:solidFill>
                  <a:srgbClr val="17324D"/>
                </a:solidFill>
                <a:latin typeface="Arial"/>
                <a:ea typeface="Arial"/>
                <a:cs typeface="Arial"/>
              </a:defRPr>
            </a:defPPr>
            <a:lvl1pPr>
              <a:defRPr sz="1650" b="0">
                <a:solidFill>
                  <a:srgbClr val="17324D"/>
                </a:solidFill>
                <a:latin typeface="Arial"/>
                <a:ea typeface="Arial"/>
                <a:cs typeface="Arial"/>
              </a:defRPr>
            </a:lvl1pPr>
            <a:lvl2pPr>
              <a:defRPr sz="1650" b="0">
                <a:solidFill>
                  <a:srgbClr val="17324D"/>
                </a:solidFill>
                <a:latin typeface="Arial"/>
                <a:ea typeface="Arial"/>
                <a:cs typeface="Arial"/>
              </a:defRPr>
            </a:lvl2pPr>
            <a:lvl3pPr>
              <a:defRPr sz="1650" b="0">
                <a:solidFill>
                  <a:srgbClr val="17324D"/>
                </a:solidFill>
                <a:latin typeface="Arial"/>
                <a:ea typeface="Arial"/>
                <a:cs typeface="Arial"/>
              </a:defRPr>
            </a:lvl3pPr>
            <a:lvl4pPr>
              <a:defRPr sz="1650" b="0">
                <a:solidFill>
                  <a:srgbClr val="17324D"/>
                </a:solidFill>
                <a:latin typeface="Arial"/>
                <a:ea typeface="Arial"/>
                <a:cs typeface="Arial"/>
              </a:defRPr>
            </a:lvl4pPr>
            <a:lvl5pPr>
              <a:defRPr sz="1650" b="0">
                <a:solidFill>
                  <a:srgbClr val="17324D"/>
                </a:solidFill>
                <a:latin typeface="Arial"/>
                <a:ea typeface="Arial"/>
                <a:cs typeface="Arial"/>
              </a:defRPr>
            </a:lvl5pPr>
            <a:lvl6pPr>
              <a:defRPr sz="1650" b="0">
                <a:solidFill>
                  <a:srgbClr val="17324D"/>
                </a:solidFill>
                <a:latin typeface="Arial"/>
                <a:ea typeface="Arial"/>
                <a:cs typeface="Arial"/>
              </a:defRPr>
            </a:lvl6pPr>
            <a:lvl7pPr>
              <a:defRPr sz="1650" b="0">
                <a:solidFill>
                  <a:srgbClr val="17324D"/>
                </a:solidFill>
                <a:latin typeface="Arial"/>
                <a:ea typeface="Arial"/>
                <a:cs typeface="Arial"/>
              </a:defRPr>
            </a:lvl7pPr>
            <a:lvl8pPr>
              <a:defRPr sz="1650" b="0">
                <a:solidFill>
                  <a:srgbClr val="17324D"/>
                </a:solidFill>
                <a:latin typeface="Arial"/>
                <a:ea typeface="Arial"/>
                <a:cs typeface="Arial"/>
              </a:defRPr>
            </a:lvl8pPr>
            <a:lvl9pPr>
              <a:defRPr sz="1650" b="0">
                <a:solidFill>
                  <a:srgbClr val="17324D"/>
                </a:solidFill>
                <a:latin typeface="Arial"/>
                <a:ea typeface="Arial"/>
                <a:cs typeface="Arial"/>
              </a:defRPr>
            </a:lvl9pPr>
          </a:lstStyle>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The orange point marks the next steering request.</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Later points are provisional choices.</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Measure again before trusting the rest.</a:t>
            </a:r>
          </a:p>
        </p:txBody>
      </p:sp>
      <p:sp>
        <p:nvSpPr>
          <p:cNvPr id="6" name="Open interactive demonstration">
            <a:extLst xmlns:a="http://schemas.openxmlformats.org/drawingml/2006/main">
              <a:ext uri="{FF2B5EF4-FFF2-40B4-BE49-F238E27FC236}">
                <a16:creationId xmlns:a16="http://schemas.microsoft.com/office/drawing/2014/main" id="{A0AE097A-F757-4C13-A1D6-21D59222313F}"/>
              </a:ext>
            </a:extLst>
          </p:cNvPr>
          <p:cNvSpPr>
            <a:spLocks xmlns:a="http://schemas.openxmlformats.org/drawingml/2006/main" noGrp="1"/>
          </p:cNvSpPr>
          <p:nvPr/>
        </p:nvSpPr>
        <p:spPr>
          <a:xfrm xmlns:a="http://schemas.openxmlformats.org/drawingml/2006/main">
            <a:off x="523875" y="4543425"/>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425" b="0">
                <a:solidFill>
                  <a:srgbClr val="00539F"/>
                </a:solidFill>
                <a:latin typeface="Arial"/>
                <a:ea typeface="Arial"/>
                <a:cs typeface="Arial"/>
              </a:defRPr>
            </a:defPPr>
            <a:lvl1pPr>
              <a:defRPr sz="1425" b="0">
                <a:solidFill>
                  <a:srgbClr val="00539F"/>
                </a:solidFill>
                <a:latin typeface="Arial"/>
                <a:ea typeface="Arial"/>
                <a:cs typeface="Arial"/>
              </a:defRPr>
            </a:lvl1pPr>
            <a:lvl2pPr>
              <a:defRPr sz="1425" b="0">
                <a:solidFill>
                  <a:srgbClr val="00539F"/>
                </a:solidFill>
                <a:latin typeface="Arial"/>
                <a:ea typeface="Arial"/>
                <a:cs typeface="Arial"/>
              </a:defRPr>
            </a:lvl2pPr>
            <a:lvl3pPr>
              <a:defRPr sz="1425" b="0">
                <a:solidFill>
                  <a:srgbClr val="00539F"/>
                </a:solidFill>
                <a:latin typeface="Arial"/>
                <a:ea typeface="Arial"/>
                <a:cs typeface="Arial"/>
              </a:defRPr>
            </a:lvl3pPr>
            <a:lvl4pPr>
              <a:defRPr sz="1425" b="0">
                <a:solidFill>
                  <a:srgbClr val="00539F"/>
                </a:solidFill>
                <a:latin typeface="Arial"/>
                <a:ea typeface="Arial"/>
                <a:cs typeface="Arial"/>
              </a:defRPr>
            </a:lvl4pPr>
            <a:lvl5pPr>
              <a:defRPr sz="1425" b="0">
                <a:solidFill>
                  <a:srgbClr val="00539F"/>
                </a:solidFill>
                <a:latin typeface="Arial"/>
                <a:ea typeface="Arial"/>
                <a:cs typeface="Arial"/>
              </a:defRPr>
            </a:lvl5pPr>
            <a:lvl6pPr>
              <a:defRPr sz="1425" b="0">
                <a:solidFill>
                  <a:srgbClr val="00539F"/>
                </a:solidFill>
                <a:latin typeface="Arial"/>
                <a:ea typeface="Arial"/>
                <a:cs typeface="Arial"/>
              </a:defRPr>
            </a:lvl6pPr>
            <a:lvl7pPr>
              <a:defRPr sz="1425" b="0">
                <a:solidFill>
                  <a:srgbClr val="00539F"/>
                </a:solidFill>
                <a:latin typeface="Arial"/>
                <a:ea typeface="Arial"/>
                <a:cs typeface="Arial"/>
              </a:defRPr>
            </a:lvl7pPr>
            <a:lvl8pPr>
              <a:defRPr sz="1425" b="0">
                <a:solidFill>
                  <a:srgbClr val="00539F"/>
                </a:solidFill>
                <a:latin typeface="Arial"/>
                <a:ea typeface="Arial"/>
                <a:cs typeface="Arial"/>
              </a:defRPr>
            </a:lvl8pPr>
            <a:lvl9pPr>
              <a:defRPr sz="1425" b="0">
                <a:solidFill>
                  <a:srgbClr val="00539F"/>
                </a:solidFill>
                <a:latin typeface="Arial"/>
                <a:ea typeface="Arial"/>
                <a:cs typeface="Arial"/>
              </a:defRPr>
            </a:lvl9pPr>
          </a:lstStyle>
          <a:p xmlns:a="http://schemas.openxmlformats.org/drawingml/2006/main">
            <a:pPr>
              <a:defRPr sz="1425" b="0">
                <a:solidFill>
                  <a:srgbClr val="00539F"/>
                </a:solidFill>
                <a:latin typeface="Arial"/>
                <a:ea typeface="Arial"/>
                <a:cs typeface="Arial"/>
              </a:defRPr>
            </a:pPr>
            <a:r>
              <a:rPr u="sng">
                <a:hlinkClick xmlns:r="http://schemas.openxmlformats.org/officeDocument/2006/relationships" r:id="R49da4d1d5d924716"/>
              </a:rPr>
              <a:t>Open interactive demonstration</a:t>
            </a:r>
          </a:p>
        </p:txBody>
      </p:sp>
    </p:spTree>
    <p:extLst>
      <p:ext uri="{BB962C8B-B14F-4D97-AF65-F5344CB8AC3E}">
        <p14:creationId xmlns:p14="http://schemas.microsoft.com/office/powerpoint/2010/main" val="1877679527"/>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5" name="">
            <a:extLst xmlns:a="http://schemas.openxmlformats.org/drawingml/2006/main">
              <a:ext uri="{FF2B5EF4-FFF2-40B4-BE49-F238E27FC236}">
                <a16:creationId xmlns:a16="http://schemas.microsoft.com/office/drawing/2014/main" id="{B22F7AB8-41F5-41B3-B6FE-CC59FFD5EDCD}"/>
              </a:ext>
            </a:extLst>
          </p:cNvPr>
          <p:cNvPicPr>
            <a:picLocks xmlns:a="http://schemas.openxmlformats.org/drawingml/2006/main" noChangeAspect="1"/>
          </p:cNvPicPr>
          <p:nvPr/>
        </p:nvPicPr>
        <p:blipFill>
          <a:blip xmlns:r="http://schemas.openxmlformats.org/officeDocument/2006/relationships" xmlns:a="http://schemas.openxmlformats.org/drawingml/2006/main" r:embed="R2be75a1735124a68"/>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A preference is different from a limit">
            <a:extLst xmlns:a="http://schemas.openxmlformats.org/drawingml/2006/main">
              <a:ext uri="{FF2B5EF4-FFF2-40B4-BE49-F238E27FC236}">
                <a16:creationId xmlns:a16="http://schemas.microsoft.com/office/drawing/2014/main" id="{A7928704-FFCE-48AB-A417-FF4C7BD343E4}"/>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550" b="0">
                <a:solidFill>
                  <a:srgbClr val="00A0DF"/>
                </a:solidFill>
                <a:latin typeface="Arial"/>
                <a:ea typeface="Arial"/>
                <a:cs typeface="Arial"/>
              </a:defRPr>
            </a:defPPr>
            <a:lvl1pPr>
              <a:defRPr sz="2550" b="0">
                <a:solidFill>
                  <a:srgbClr val="00A0DF"/>
                </a:solidFill>
                <a:latin typeface="Arial"/>
                <a:ea typeface="Arial"/>
                <a:cs typeface="Arial"/>
              </a:defRPr>
            </a:lvl1pPr>
            <a:lvl2pPr>
              <a:defRPr sz="2550" b="0">
                <a:solidFill>
                  <a:srgbClr val="00A0DF"/>
                </a:solidFill>
                <a:latin typeface="Arial"/>
                <a:ea typeface="Arial"/>
                <a:cs typeface="Arial"/>
              </a:defRPr>
            </a:lvl2pPr>
            <a:lvl3pPr>
              <a:defRPr sz="2550" b="0">
                <a:solidFill>
                  <a:srgbClr val="00A0DF"/>
                </a:solidFill>
                <a:latin typeface="Arial"/>
                <a:ea typeface="Arial"/>
                <a:cs typeface="Arial"/>
              </a:defRPr>
            </a:lvl3pPr>
            <a:lvl4pPr>
              <a:defRPr sz="2550" b="0">
                <a:solidFill>
                  <a:srgbClr val="00A0DF"/>
                </a:solidFill>
                <a:latin typeface="Arial"/>
                <a:ea typeface="Arial"/>
                <a:cs typeface="Arial"/>
              </a:defRPr>
            </a:lvl4pPr>
            <a:lvl5pPr>
              <a:defRPr sz="2550" b="0">
                <a:solidFill>
                  <a:srgbClr val="00A0DF"/>
                </a:solidFill>
                <a:latin typeface="Arial"/>
                <a:ea typeface="Arial"/>
                <a:cs typeface="Arial"/>
              </a:defRPr>
            </a:lvl5pPr>
            <a:lvl6pPr>
              <a:defRPr sz="2550" b="0">
                <a:solidFill>
                  <a:srgbClr val="00A0DF"/>
                </a:solidFill>
                <a:latin typeface="Arial"/>
                <a:ea typeface="Arial"/>
                <a:cs typeface="Arial"/>
              </a:defRPr>
            </a:lvl6pPr>
            <a:lvl7pPr>
              <a:defRPr sz="2550" b="0">
                <a:solidFill>
                  <a:srgbClr val="00A0DF"/>
                </a:solidFill>
                <a:latin typeface="Arial"/>
                <a:ea typeface="Arial"/>
                <a:cs typeface="Arial"/>
              </a:defRPr>
            </a:lvl7pPr>
            <a:lvl8pPr>
              <a:defRPr sz="2550" b="0">
                <a:solidFill>
                  <a:srgbClr val="00A0DF"/>
                </a:solidFill>
                <a:latin typeface="Arial"/>
                <a:ea typeface="Arial"/>
                <a:cs typeface="Arial"/>
              </a:defRPr>
            </a:lvl8pPr>
            <a:lvl9pPr>
              <a:defRPr sz="2550" b="0">
                <a:solidFill>
                  <a:srgbClr val="00A0DF"/>
                </a:solidFill>
                <a:latin typeface="Arial"/>
                <a:ea typeface="Arial"/>
                <a:cs typeface="Arial"/>
              </a:defRPr>
            </a:lvl9pPr>
          </a:lstStyle>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A preference is different from a limit</a:t>
            </a:r>
          </a:p>
        </p:txBody>
      </p:sp>
      <p:sp>
        <p:nvSpPr>
          <p:cNvPr id="3" name="25">
            <a:extLst xmlns:a="http://schemas.openxmlformats.org/drawingml/2006/main">
              <a:ext uri="{FF2B5EF4-FFF2-40B4-BE49-F238E27FC236}">
                <a16:creationId xmlns:a16="http://schemas.microsoft.com/office/drawing/2014/main" id="{73B1AC14-3B85-4C19-BDCD-FA14F6CEB05E}"/>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00539F"/>
                </a:solidFill>
                <a:latin typeface="Arial"/>
                <a:ea typeface="Arial"/>
                <a:cs typeface="Arial"/>
              </a:defRPr>
            </a:defPPr>
            <a:lvl1pPr>
              <a:defRPr sz="1200" b="0">
                <a:solidFill>
                  <a:srgbClr val="00539F"/>
                </a:solidFill>
                <a:latin typeface="Arial"/>
                <a:ea typeface="Arial"/>
                <a:cs typeface="Arial"/>
              </a:defRPr>
            </a:lvl1pPr>
            <a:lvl2pPr>
              <a:defRPr sz="1200" b="0">
                <a:solidFill>
                  <a:srgbClr val="00539F"/>
                </a:solidFill>
                <a:latin typeface="Arial"/>
                <a:ea typeface="Arial"/>
                <a:cs typeface="Arial"/>
              </a:defRPr>
            </a:lvl2pPr>
            <a:lvl3pPr>
              <a:defRPr sz="1200" b="0">
                <a:solidFill>
                  <a:srgbClr val="00539F"/>
                </a:solidFill>
                <a:latin typeface="Arial"/>
                <a:ea typeface="Arial"/>
                <a:cs typeface="Arial"/>
              </a:defRPr>
            </a:lvl3pPr>
            <a:lvl4pPr>
              <a:defRPr sz="1200" b="0">
                <a:solidFill>
                  <a:srgbClr val="00539F"/>
                </a:solidFill>
                <a:latin typeface="Arial"/>
                <a:ea typeface="Arial"/>
                <a:cs typeface="Arial"/>
              </a:defRPr>
            </a:lvl4pPr>
            <a:lvl5pPr>
              <a:defRPr sz="1200" b="0">
                <a:solidFill>
                  <a:srgbClr val="00539F"/>
                </a:solidFill>
                <a:latin typeface="Arial"/>
                <a:ea typeface="Arial"/>
                <a:cs typeface="Arial"/>
              </a:defRPr>
            </a:lvl5pPr>
            <a:lvl6pPr>
              <a:defRPr sz="1200" b="0">
                <a:solidFill>
                  <a:srgbClr val="00539F"/>
                </a:solidFill>
                <a:latin typeface="Arial"/>
                <a:ea typeface="Arial"/>
                <a:cs typeface="Arial"/>
              </a:defRPr>
            </a:lvl6pPr>
            <a:lvl7pPr>
              <a:defRPr sz="1200" b="0">
                <a:solidFill>
                  <a:srgbClr val="00539F"/>
                </a:solidFill>
                <a:latin typeface="Arial"/>
                <a:ea typeface="Arial"/>
                <a:cs typeface="Arial"/>
              </a:defRPr>
            </a:lvl7pPr>
            <a:lvl8pPr>
              <a:defRPr sz="1200" b="0">
                <a:solidFill>
                  <a:srgbClr val="00539F"/>
                </a:solidFill>
                <a:latin typeface="Arial"/>
                <a:ea typeface="Arial"/>
                <a:cs typeface="Arial"/>
              </a:defRPr>
            </a:lvl8pPr>
            <a:lvl9pPr>
              <a:defRPr sz="1200" b="0">
                <a:solidFill>
                  <a:srgbClr val="00539F"/>
                </a:solidFill>
                <a:latin typeface="Arial"/>
                <a:ea typeface="Arial"/>
                <a:cs typeface="Arial"/>
              </a:defRPr>
            </a:lvl9pPr>
          </a:lstStyle>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25</a:t>
            </a:r>
          </a:p>
        </p:txBody>
      </p:sp>
      <p:graphicFrame>
        <p:nvGraphicFramePr>
          <p:cNvPr id="4" name="">
            <a:extLst xmlns:a="http://schemas.openxmlformats.org/drawingml/2006/main">
              <a:ext uri="{FF2B5EF4-FFF2-40B4-BE49-F238E27FC236}">
                <a16:creationId xmlns:a16="http://schemas.microsoft.com/office/drawing/2014/main" id="{E9C8FB71-5EB8-46A0-A4F9-8F7132C532C8}"/>
              </a:ext>
            </a:extLst>
          </p:cNvPr>
          <p:cNvGraphicFramePr/>
          <p:nvPr/>
        </p:nvGraphicFramePr>
        <p:xfrm>
          <a:off xmlns:a="http://schemas.openxmlformats.org/drawingml/2006/main" x="523875" y="1457325"/>
          <a:ext xmlns:a="http://schemas.openxmlformats.org/drawingml/2006/main" cx="8096250" cy="3048000"/>
        </p:xfrm>
        <a:graphic xmlns:a="http://schemas.openxmlformats.org/drawingml/2006/main">
          <a:graphicData uri="http://schemas.openxmlformats.org/drawingml/2006/table">
            <a:tbl>
              <a:tblPr/>
              <a:tblGrid>
                <a:gridCol w="1762125"/>
                <a:gridCol w="3000375"/>
                <a:gridCol w="3333750"/>
              </a:tblGrid>
              <a:tr h="609600">
                <a:tc>
                  <a:txBody>
                    <a:bodyPr lIns="114300" tIns="76200" rIns="114300" bIns="76200">
                      <a:noAutofit/>
                    </a:bodyPr>
                    <a:lstStyle/>
                    <a:p>
                      <a:r>
                        <a:rPr sz="1425" b="1">
                          <a:solidFill>
                            <a:srgbClr val="FFFFFF"/>
                          </a:solidFill>
                          <a:latin typeface="Arial"/>
                          <a:ea typeface="Arial"/>
                          <a:cs typeface="Arial"/>
                        </a:rPr>
                        <a:t>Design choice</a:t>
                      </a:r>
                    </a:p>
                  </a:txBody>
                  <a:tcPr marL="91440" marR="91440" marT="45720" marB="45720" anchor="ctr">
                    <a:lnL w="5715">
                      <a:solidFill>
                        <a:srgbClr val="D8E4ED"/>
                      </a:solidFill>
                      <a:prstDash val="solid"/>
                    </a:lnL>
                    <a:lnR w="5715">
                      <a:solidFill>
                        <a:srgbClr val="D8E4ED"/>
                      </a:solidFill>
                      <a:prstDash val="solid"/>
                    </a:lnR>
                    <a:lnT w="5715">
                      <a:solidFill>
                        <a:srgbClr val="D8E4ED"/>
                      </a:solidFill>
                      <a:prstDash val="solid"/>
                    </a:lnT>
                    <a:lnB w="5715">
                      <a:solidFill>
                        <a:srgbClr val="D8E4ED"/>
                      </a:solidFill>
                      <a:prstDash val="solid"/>
                    </a:lnB>
                    <a:solidFill>
                      <a:srgbClr val="00539F"/>
                    </a:solidFill>
                  </a:tcPr>
                </a:tc>
                <a:tc>
                  <a:txBody>
                    <a:bodyPr lIns="114300" tIns="76200" rIns="114300" bIns="76200">
                      <a:noAutofit/>
                    </a:bodyPr>
                    <a:lstStyle/>
                    <a:p>
                      <a:r>
                        <a:rPr sz="1425" b="1">
                          <a:solidFill>
                            <a:srgbClr val="FFFFFF"/>
                          </a:solidFill>
                          <a:latin typeface="Arial"/>
                          <a:ea typeface="Arial"/>
                          <a:cs typeface="Arial"/>
                        </a:rPr>
                        <a:t>Meaning</a:t>
                      </a:r>
                    </a:p>
                  </a:txBody>
                  <a:tcPr marL="91440" marR="91440" marT="45720" marB="45720" anchor="ctr">
                    <a:lnR w="5715">
                      <a:solidFill>
                        <a:srgbClr val="D8E4ED"/>
                      </a:solidFill>
                      <a:prstDash val="solid"/>
                    </a:lnR>
                    <a:lnT w="5715">
                      <a:solidFill>
                        <a:srgbClr val="D8E4ED"/>
                      </a:solidFill>
                      <a:prstDash val="solid"/>
                    </a:lnT>
                    <a:lnB w="5715">
                      <a:solidFill>
                        <a:srgbClr val="D8E4ED"/>
                      </a:solidFill>
                      <a:prstDash val="solid"/>
                    </a:lnB>
                    <a:solidFill>
                      <a:srgbClr val="00539F"/>
                    </a:solidFill>
                  </a:tcPr>
                </a:tc>
                <a:tc>
                  <a:txBody>
                    <a:bodyPr lIns="114300" tIns="76200" rIns="114300" bIns="76200">
                      <a:noAutofit/>
                    </a:bodyPr>
                    <a:lstStyle/>
                    <a:p>
                      <a:r>
                        <a:rPr sz="1425" b="1">
                          <a:solidFill>
                            <a:srgbClr val="FFFFFF"/>
                          </a:solidFill>
                          <a:latin typeface="Arial"/>
                          <a:ea typeface="Arial"/>
                          <a:cs typeface="Arial"/>
                        </a:rPr>
                        <a:t>Example</a:t>
                      </a:r>
                    </a:p>
                  </a:txBody>
                  <a:tcPr marL="91440" marR="91440" marT="45720" marB="45720" anchor="ctr">
                    <a:lnR w="5715">
                      <a:solidFill>
                        <a:srgbClr val="D8E4ED"/>
                      </a:solidFill>
                      <a:prstDash val="solid"/>
                    </a:lnR>
                    <a:lnT w="5715">
                      <a:solidFill>
                        <a:srgbClr val="D8E4ED"/>
                      </a:solidFill>
                      <a:prstDash val="solid"/>
                    </a:lnT>
                    <a:lnB w="5715">
                      <a:solidFill>
                        <a:srgbClr val="D8E4ED"/>
                      </a:solidFill>
                      <a:prstDash val="solid"/>
                    </a:lnB>
                    <a:solidFill>
                      <a:srgbClr val="00539F"/>
                    </a:solidFill>
                  </a:tcPr>
                </a:tc>
              </a:tr>
              <a:tr h="609600">
                <a:tc>
                  <a:txBody>
                    <a:bodyPr lIns="114300" tIns="76200" rIns="114300" bIns="76200">
                      <a:noAutofit/>
                    </a:bodyPr>
                    <a:lstStyle/>
                    <a:p>
                      <a:r>
                        <a:rPr sz="1425" b="0">
                          <a:solidFill>
                            <a:srgbClr val="17324D"/>
                          </a:solidFill>
                          <a:latin typeface="Arial"/>
                          <a:ea typeface="Arial"/>
                          <a:cs typeface="Arial"/>
                        </a:rPr>
                        <a:t>Tracking preference</a:t>
                      </a:r>
                    </a:p>
                  </a:txBody>
                  <a:tcPr marL="91440" marR="91440" marT="45720" marB="45720" anchor="ctr">
                    <a:lnL w="5715">
                      <a:solidFill>
                        <a:srgbClr val="D8E4ED"/>
                      </a:solidFill>
                      <a:prstDash val="solid"/>
                    </a:lnL>
                    <a:lnR w="5715">
                      <a:solidFill>
                        <a:srgbClr val="D8E4ED"/>
                      </a:solidFill>
                      <a:prstDash val="solid"/>
                    </a:lnR>
                    <a:lnB w="5715">
                      <a:solidFill>
                        <a:srgbClr val="D8E4ED"/>
                      </a:solidFill>
                      <a:prstDash val="solid"/>
                    </a:lnB>
                    <a:solidFill>
                      <a:srgbClr val="FFFFFF"/>
                    </a:solidFill>
                  </a:tcPr>
                </a:tc>
                <a:tc>
                  <a:txBody>
                    <a:bodyPr lIns="114300" tIns="76200" rIns="114300" bIns="76200">
                      <a:noAutofit/>
                    </a:bodyPr>
                    <a:lstStyle/>
                    <a:p>
                      <a:r>
                        <a:rPr sz="1425" b="0">
                          <a:solidFill>
                            <a:srgbClr val="17324D"/>
                          </a:solidFill>
                          <a:latin typeface="Arial"/>
                          <a:ea typeface="Arial"/>
                          <a:cs typeface="Arial"/>
                        </a:rPr>
                        <a:t>Try harder to follow the path</a:t>
                      </a:r>
                    </a:p>
                  </a:txBody>
                  <a:tcPr marL="91440" marR="91440" marT="45720" marB="45720" anchor="ctr">
                    <a:lnR w="5715">
                      <a:solidFill>
                        <a:srgbClr val="D8E4ED"/>
                      </a:solidFill>
                      <a:prstDash val="solid"/>
                    </a:lnR>
                    <a:lnB w="5715">
                      <a:solidFill>
                        <a:srgbClr val="D8E4ED"/>
                      </a:solidFill>
                      <a:prstDash val="solid"/>
                    </a:lnB>
                    <a:solidFill>
                      <a:srgbClr val="FFFFFF"/>
                    </a:solidFill>
                  </a:tcPr>
                </a:tc>
                <a:tc>
                  <a:txBody>
                    <a:bodyPr lIns="114300" tIns="76200" rIns="114300" bIns="76200">
                      <a:noAutofit/>
                    </a:bodyPr>
                    <a:lstStyle/>
                    <a:p>
                      <a:r>
                        <a:rPr sz="1425" b="0">
                          <a:solidFill>
                            <a:srgbClr val="17324D"/>
                          </a:solidFill>
                          <a:latin typeface="Arial"/>
                          <a:ea typeface="Arial"/>
                          <a:cs typeface="Arial"/>
                        </a:rPr>
                        <a:t>Accept stronger corrections</a:t>
                      </a:r>
                    </a:p>
                  </a:txBody>
                  <a:tcPr marL="91440" marR="91440" marT="45720" marB="45720" anchor="ctr">
                    <a:lnR w="5715">
                      <a:solidFill>
                        <a:srgbClr val="D8E4ED"/>
                      </a:solidFill>
                      <a:prstDash val="solid"/>
                    </a:lnR>
                    <a:lnB w="5715">
                      <a:solidFill>
                        <a:srgbClr val="D8E4ED"/>
                      </a:solidFill>
                      <a:prstDash val="solid"/>
                    </a:lnB>
                    <a:solidFill>
                      <a:srgbClr val="FFFFFF"/>
                    </a:solidFill>
                  </a:tcPr>
                </a:tc>
              </a:tr>
              <a:tr h="609600">
                <a:tc>
                  <a:txBody>
                    <a:bodyPr lIns="114300" tIns="76200" rIns="114300" bIns="76200">
                      <a:noAutofit/>
                    </a:bodyPr>
                    <a:lstStyle/>
                    <a:p>
                      <a:r>
                        <a:rPr sz="1425" b="0">
                          <a:solidFill>
                            <a:srgbClr val="17324D"/>
                          </a:solidFill>
                          <a:latin typeface="Arial"/>
                          <a:ea typeface="Arial"/>
                          <a:cs typeface="Arial"/>
                        </a:rPr>
                        <a:t>Steering preference</a:t>
                      </a:r>
                    </a:p>
                  </a:txBody>
                  <a:tcPr marL="91440" marR="91440" marT="45720" marB="45720" anchor="ctr">
                    <a:lnL w="5715">
                      <a:solidFill>
                        <a:srgbClr val="D8E4ED"/>
                      </a:solidFill>
                      <a:prstDash val="solid"/>
                    </a:lnL>
                    <a:lnR w="5715">
                      <a:solidFill>
                        <a:srgbClr val="D8E4ED"/>
                      </a:solidFill>
                      <a:prstDash val="solid"/>
                    </a:lnR>
                    <a:lnB w="5715">
                      <a:solidFill>
                        <a:srgbClr val="D8E4ED"/>
                      </a:solidFill>
                      <a:prstDash val="solid"/>
                    </a:lnB>
                    <a:solidFill>
                      <a:srgbClr val="F1F6FA"/>
                    </a:solidFill>
                  </a:tcPr>
                </a:tc>
                <a:tc>
                  <a:txBody>
                    <a:bodyPr lIns="114300" tIns="76200" rIns="114300" bIns="76200">
                      <a:noAutofit/>
                    </a:bodyPr>
                    <a:lstStyle/>
                    <a:p>
                      <a:r>
                        <a:rPr sz="1425" b="0">
                          <a:solidFill>
                            <a:srgbClr val="17324D"/>
                          </a:solidFill>
                          <a:latin typeface="Arial"/>
                          <a:ea typeface="Arial"/>
                          <a:cs typeface="Arial"/>
                        </a:rPr>
                        <a:t>Discourage large commands</a:t>
                      </a:r>
                    </a:p>
                  </a:txBody>
                  <a:tcPr marL="91440" marR="91440" marT="45720" marB="45720" anchor="ctr">
                    <a:lnR w="5715">
                      <a:solidFill>
                        <a:srgbClr val="D8E4ED"/>
                      </a:solidFill>
                      <a:prstDash val="solid"/>
                    </a:lnR>
                    <a:lnB w="5715">
                      <a:solidFill>
                        <a:srgbClr val="D8E4ED"/>
                      </a:solidFill>
                      <a:prstDash val="solid"/>
                    </a:lnB>
                    <a:solidFill>
                      <a:srgbClr val="F1F6FA"/>
                    </a:solidFill>
                  </a:tcPr>
                </a:tc>
                <a:tc>
                  <a:txBody>
                    <a:bodyPr lIns="114300" tIns="76200" rIns="114300" bIns="76200">
                      <a:noAutofit/>
                    </a:bodyPr>
                    <a:lstStyle/>
                    <a:p>
                      <a:r>
                        <a:rPr sz="1425" b="0">
                          <a:solidFill>
                            <a:srgbClr val="17324D"/>
                          </a:solidFill>
                          <a:latin typeface="Arial"/>
                          <a:ea typeface="Arial"/>
                          <a:cs typeface="Arial"/>
                        </a:rPr>
                        <a:t>Accept some tracking error</a:t>
                      </a:r>
                    </a:p>
                  </a:txBody>
                  <a:tcPr marL="91440" marR="91440" marT="45720" marB="45720" anchor="ctr">
                    <a:lnR w="5715">
                      <a:solidFill>
                        <a:srgbClr val="D8E4ED"/>
                      </a:solidFill>
                      <a:prstDash val="solid"/>
                    </a:lnR>
                    <a:lnB w="5715">
                      <a:solidFill>
                        <a:srgbClr val="D8E4ED"/>
                      </a:solidFill>
                      <a:prstDash val="solid"/>
                    </a:lnB>
                    <a:solidFill>
                      <a:srgbClr val="F1F6FA"/>
                    </a:solidFill>
                  </a:tcPr>
                </a:tc>
              </a:tr>
              <a:tr h="609600">
                <a:tc>
                  <a:txBody>
                    <a:bodyPr lIns="114300" tIns="76200" rIns="114300" bIns="76200">
                      <a:noAutofit/>
                    </a:bodyPr>
                    <a:lstStyle/>
                    <a:p>
                      <a:r>
                        <a:rPr sz="1425" b="0">
                          <a:solidFill>
                            <a:srgbClr val="17324D"/>
                          </a:solidFill>
                          <a:latin typeface="Arial"/>
                          <a:ea typeface="Arial"/>
                          <a:cs typeface="Arial"/>
                        </a:rPr>
                        <a:t>Physical limit</a:t>
                      </a:r>
                    </a:p>
                  </a:txBody>
                  <a:tcPr marL="91440" marR="91440" marT="45720" marB="45720" anchor="ctr">
                    <a:lnL w="5715">
                      <a:solidFill>
                        <a:srgbClr val="D8E4ED"/>
                      </a:solidFill>
                      <a:prstDash val="solid"/>
                    </a:lnL>
                    <a:lnR w="5715">
                      <a:solidFill>
                        <a:srgbClr val="D8E4ED"/>
                      </a:solidFill>
                      <a:prstDash val="solid"/>
                    </a:lnR>
                    <a:lnB w="5715">
                      <a:solidFill>
                        <a:srgbClr val="D8E4ED"/>
                      </a:solidFill>
                      <a:prstDash val="solid"/>
                    </a:lnB>
                    <a:solidFill>
                      <a:srgbClr val="FFFFFF"/>
                    </a:solidFill>
                  </a:tcPr>
                </a:tc>
                <a:tc>
                  <a:txBody>
                    <a:bodyPr lIns="114300" tIns="76200" rIns="114300" bIns="76200">
                      <a:noAutofit/>
                    </a:bodyPr>
                    <a:lstStyle/>
                    <a:p>
                      <a:r>
                        <a:rPr sz="1425" b="0">
                          <a:solidFill>
                            <a:srgbClr val="17324D"/>
                          </a:solidFill>
                          <a:latin typeface="Arial"/>
                          <a:ea typeface="Arial"/>
                          <a:cs typeface="Arial"/>
                        </a:rPr>
                        <a:t>Stay within allowed inputs</a:t>
                      </a:r>
                    </a:p>
                  </a:txBody>
                  <a:tcPr marL="91440" marR="91440" marT="45720" marB="45720" anchor="ctr">
                    <a:lnR w="5715">
                      <a:solidFill>
                        <a:srgbClr val="D8E4ED"/>
                      </a:solidFill>
                      <a:prstDash val="solid"/>
                    </a:lnR>
                    <a:lnB w="5715">
                      <a:solidFill>
                        <a:srgbClr val="D8E4ED"/>
                      </a:solidFill>
                      <a:prstDash val="solid"/>
                    </a:lnB>
                    <a:solidFill>
                      <a:srgbClr val="FFFFFF"/>
                    </a:solidFill>
                  </a:tcPr>
                </a:tc>
                <a:tc>
                  <a:txBody>
                    <a:bodyPr lIns="114300" tIns="76200" rIns="114300" bIns="76200">
                      <a:noAutofit/>
                    </a:bodyPr>
                    <a:lstStyle/>
                    <a:p>
                      <a:r>
                        <a:rPr sz="1425" b="0">
                          <a:solidFill>
                            <a:srgbClr val="17324D"/>
                          </a:solidFill>
                          <a:latin typeface="Arial"/>
                          <a:ea typeface="Arial"/>
                          <a:cs typeface="Arial"/>
                        </a:rPr>
                        <a:t>Limited angle or turning rate</a:t>
                      </a:r>
                    </a:p>
                  </a:txBody>
                  <a:tcPr marL="91440" marR="91440" marT="45720" marB="45720" anchor="ctr">
                    <a:lnR w="5715">
                      <a:solidFill>
                        <a:srgbClr val="D8E4ED"/>
                      </a:solidFill>
                      <a:prstDash val="solid"/>
                    </a:lnR>
                    <a:lnB w="5715">
                      <a:solidFill>
                        <a:srgbClr val="D8E4ED"/>
                      </a:solidFill>
                      <a:prstDash val="solid"/>
                    </a:lnB>
                    <a:solidFill>
                      <a:srgbClr val="FFFFFF"/>
                    </a:solidFill>
                  </a:tcPr>
                </a:tc>
              </a:tr>
              <a:tr h="609600">
                <a:tc>
                  <a:txBody>
                    <a:bodyPr lIns="114300" tIns="76200" rIns="114300" bIns="76200">
                      <a:noAutofit/>
                    </a:bodyPr>
                    <a:lstStyle/>
                    <a:p>
                      <a:r>
                        <a:rPr sz="1425" b="0">
                          <a:solidFill>
                            <a:srgbClr val="17324D"/>
                          </a:solidFill>
                          <a:latin typeface="Arial"/>
                          <a:ea typeface="Arial"/>
                          <a:cs typeface="Arial"/>
                        </a:rPr>
                        <a:t>Preview length</a:t>
                      </a:r>
                    </a:p>
                  </a:txBody>
                  <a:tcPr marL="91440" marR="91440" marT="45720" marB="45720" anchor="ctr">
                    <a:lnL w="5715">
                      <a:solidFill>
                        <a:srgbClr val="D8E4ED"/>
                      </a:solidFill>
                      <a:prstDash val="solid"/>
                    </a:lnL>
                    <a:lnR w="5715">
                      <a:solidFill>
                        <a:srgbClr val="D8E4ED"/>
                      </a:solidFill>
                      <a:prstDash val="solid"/>
                    </a:lnR>
                    <a:lnB w="5715">
                      <a:solidFill>
                        <a:srgbClr val="D8E4ED"/>
                      </a:solidFill>
                      <a:prstDash val="solid"/>
                    </a:lnB>
                    <a:solidFill>
                      <a:srgbClr val="F1F6FA"/>
                    </a:solidFill>
                  </a:tcPr>
                </a:tc>
                <a:tc>
                  <a:txBody>
                    <a:bodyPr lIns="114300" tIns="76200" rIns="114300" bIns="76200">
                      <a:noAutofit/>
                    </a:bodyPr>
                    <a:lstStyle/>
                    <a:p>
                      <a:r>
                        <a:rPr sz="1425" b="0">
                          <a:solidFill>
                            <a:srgbClr val="17324D"/>
                          </a:solidFill>
                          <a:latin typeface="Arial"/>
                          <a:ea typeface="Arial"/>
                          <a:cs typeface="Arial"/>
                        </a:rPr>
                        <a:t>Consider more of what is ahead</a:t>
                      </a:r>
                    </a:p>
                  </a:txBody>
                  <a:tcPr marL="91440" marR="91440" marT="45720" marB="45720" anchor="ctr">
                    <a:lnR w="5715">
                      <a:solidFill>
                        <a:srgbClr val="D8E4ED"/>
                      </a:solidFill>
                      <a:prstDash val="solid"/>
                    </a:lnR>
                    <a:lnB w="5715">
                      <a:solidFill>
                        <a:srgbClr val="D8E4ED"/>
                      </a:solidFill>
                      <a:prstDash val="solid"/>
                    </a:lnB>
                    <a:solidFill>
                      <a:srgbClr val="F1F6FA"/>
                    </a:solidFill>
                  </a:tcPr>
                </a:tc>
                <a:tc>
                  <a:txBody>
                    <a:bodyPr lIns="114300" tIns="76200" rIns="114300" bIns="76200">
                      <a:noAutofit/>
                    </a:bodyPr>
                    <a:lstStyle/>
                    <a:p>
                      <a:r>
                        <a:rPr sz="1425" b="0">
                          <a:solidFill>
                            <a:srgbClr val="17324D"/>
                          </a:solidFill>
                          <a:latin typeface="Arial"/>
                          <a:ea typeface="Arial"/>
                          <a:cs typeface="Arial"/>
                        </a:rPr>
                        <a:t>See farther into a lane change</a:t>
                      </a:r>
                    </a:p>
                  </a:txBody>
                  <a:tcPr marL="91440" marR="91440" marT="45720" marB="45720" anchor="ctr">
                    <a:lnR w="5715">
                      <a:solidFill>
                        <a:srgbClr val="D8E4ED"/>
                      </a:solidFill>
                      <a:prstDash val="solid"/>
                    </a:lnR>
                    <a:lnB w="5715">
                      <a:solidFill>
                        <a:srgbClr val="D8E4ED"/>
                      </a:solidFill>
                      <a:prstDash val="solid"/>
                    </a:lnB>
                    <a:solidFill>
                      <a:srgbClr val="F1F6FA"/>
                    </a:solidFill>
                  </a:tcPr>
                </a:tc>
              </a:tr>
            </a:tbl>
          </a:graphicData>
        </a:graphic>
      </p:graphicFrame>
    </p:spTree>
    <p:extLst>
      <p:ext uri="{BB962C8B-B14F-4D97-AF65-F5344CB8AC3E}">
        <p14:creationId xmlns:p14="http://schemas.microsoft.com/office/powerpoint/2010/main" val="1767979939"/>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2D4573AA-B4F8-4881-BE4D-3328642D9349}"/>
              </a:ext>
            </a:extLst>
          </p:cNvPr>
          <p:cNvPicPr>
            <a:picLocks xmlns:a="http://schemas.openxmlformats.org/drawingml/2006/main" noChangeAspect="1"/>
          </p:cNvPicPr>
          <p:nvPr/>
        </p:nvPicPr>
        <p:blipFill>
          <a:blip xmlns:r="http://schemas.openxmlformats.org/officeDocument/2006/relationships" xmlns:a="http://schemas.openxmlformats.org/drawingml/2006/main" r:embed="R5d0b3402c0f840f5"/>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Watch: short and long preview">
            <a:extLst xmlns:a="http://schemas.openxmlformats.org/drawingml/2006/main">
              <a:ext uri="{FF2B5EF4-FFF2-40B4-BE49-F238E27FC236}">
                <a16:creationId xmlns:a16="http://schemas.microsoft.com/office/drawing/2014/main" id="{570DB748-81BC-48CE-AB74-2061250B26E2}"/>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550" b="0">
                <a:solidFill>
                  <a:srgbClr val="00A0DF"/>
                </a:solidFill>
                <a:latin typeface="Arial"/>
                <a:ea typeface="Arial"/>
                <a:cs typeface="Arial"/>
              </a:defRPr>
            </a:defPPr>
            <a:lvl1pPr>
              <a:defRPr sz="2550" b="0">
                <a:solidFill>
                  <a:srgbClr val="00A0DF"/>
                </a:solidFill>
                <a:latin typeface="Arial"/>
                <a:ea typeface="Arial"/>
                <a:cs typeface="Arial"/>
              </a:defRPr>
            </a:lvl1pPr>
            <a:lvl2pPr>
              <a:defRPr sz="2550" b="0">
                <a:solidFill>
                  <a:srgbClr val="00A0DF"/>
                </a:solidFill>
                <a:latin typeface="Arial"/>
                <a:ea typeface="Arial"/>
                <a:cs typeface="Arial"/>
              </a:defRPr>
            </a:lvl2pPr>
            <a:lvl3pPr>
              <a:defRPr sz="2550" b="0">
                <a:solidFill>
                  <a:srgbClr val="00A0DF"/>
                </a:solidFill>
                <a:latin typeface="Arial"/>
                <a:ea typeface="Arial"/>
                <a:cs typeface="Arial"/>
              </a:defRPr>
            </a:lvl3pPr>
            <a:lvl4pPr>
              <a:defRPr sz="2550" b="0">
                <a:solidFill>
                  <a:srgbClr val="00A0DF"/>
                </a:solidFill>
                <a:latin typeface="Arial"/>
                <a:ea typeface="Arial"/>
                <a:cs typeface="Arial"/>
              </a:defRPr>
            </a:lvl4pPr>
            <a:lvl5pPr>
              <a:defRPr sz="2550" b="0">
                <a:solidFill>
                  <a:srgbClr val="00A0DF"/>
                </a:solidFill>
                <a:latin typeface="Arial"/>
                <a:ea typeface="Arial"/>
                <a:cs typeface="Arial"/>
              </a:defRPr>
            </a:lvl5pPr>
            <a:lvl6pPr>
              <a:defRPr sz="2550" b="0">
                <a:solidFill>
                  <a:srgbClr val="00A0DF"/>
                </a:solidFill>
                <a:latin typeface="Arial"/>
                <a:ea typeface="Arial"/>
                <a:cs typeface="Arial"/>
              </a:defRPr>
            </a:lvl6pPr>
            <a:lvl7pPr>
              <a:defRPr sz="2550" b="0">
                <a:solidFill>
                  <a:srgbClr val="00A0DF"/>
                </a:solidFill>
                <a:latin typeface="Arial"/>
                <a:ea typeface="Arial"/>
                <a:cs typeface="Arial"/>
              </a:defRPr>
            </a:lvl7pPr>
            <a:lvl8pPr>
              <a:defRPr sz="2550" b="0">
                <a:solidFill>
                  <a:srgbClr val="00A0DF"/>
                </a:solidFill>
                <a:latin typeface="Arial"/>
                <a:ea typeface="Arial"/>
                <a:cs typeface="Arial"/>
              </a:defRPr>
            </a:lvl8pPr>
            <a:lvl9pPr>
              <a:defRPr sz="2550" b="0">
                <a:solidFill>
                  <a:srgbClr val="00A0DF"/>
                </a:solidFill>
                <a:latin typeface="Arial"/>
                <a:ea typeface="Arial"/>
                <a:cs typeface="Arial"/>
              </a:defRPr>
            </a:lvl9pPr>
          </a:lstStyle>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Watch: short and long preview</a:t>
            </a:r>
          </a:p>
        </p:txBody>
      </p:sp>
      <p:sp>
        <p:nvSpPr>
          <p:cNvPr id="3" name="26">
            <a:extLst xmlns:a="http://schemas.openxmlformats.org/drawingml/2006/main">
              <a:ext uri="{FF2B5EF4-FFF2-40B4-BE49-F238E27FC236}">
                <a16:creationId xmlns:a16="http://schemas.microsoft.com/office/drawing/2014/main" id="{90E88C5E-2986-469D-8334-0533299BCC3C}"/>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00539F"/>
                </a:solidFill>
                <a:latin typeface="Arial"/>
                <a:ea typeface="Arial"/>
                <a:cs typeface="Arial"/>
              </a:defRPr>
            </a:defPPr>
            <a:lvl1pPr>
              <a:defRPr sz="1200" b="0">
                <a:solidFill>
                  <a:srgbClr val="00539F"/>
                </a:solidFill>
                <a:latin typeface="Arial"/>
                <a:ea typeface="Arial"/>
                <a:cs typeface="Arial"/>
              </a:defRPr>
            </a:lvl1pPr>
            <a:lvl2pPr>
              <a:defRPr sz="1200" b="0">
                <a:solidFill>
                  <a:srgbClr val="00539F"/>
                </a:solidFill>
                <a:latin typeface="Arial"/>
                <a:ea typeface="Arial"/>
                <a:cs typeface="Arial"/>
              </a:defRPr>
            </a:lvl2pPr>
            <a:lvl3pPr>
              <a:defRPr sz="1200" b="0">
                <a:solidFill>
                  <a:srgbClr val="00539F"/>
                </a:solidFill>
                <a:latin typeface="Arial"/>
                <a:ea typeface="Arial"/>
                <a:cs typeface="Arial"/>
              </a:defRPr>
            </a:lvl3pPr>
            <a:lvl4pPr>
              <a:defRPr sz="1200" b="0">
                <a:solidFill>
                  <a:srgbClr val="00539F"/>
                </a:solidFill>
                <a:latin typeface="Arial"/>
                <a:ea typeface="Arial"/>
                <a:cs typeface="Arial"/>
              </a:defRPr>
            </a:lvl4pPr>
            <a:lvl5pPr>
              <a:defRPr sz="1200" b="0">
                <a:solidFill>
                  <a:srgbClr val="00539F"/>
                </a:solidFill>
                <a:latin typeface="Arial"/>
                <a:ea typeface="Arial"/>
                <a:cs typeface="Arial"/>
              </a:defRPr>
            </a:lvl5pPr>
            <a:lvl6pPr>
              <a:defRPr sz="1200" b="0">
                <a:solidFill>
                  <a:srgbClr val="00539F"/>
                </a:solidFill>
                <a:latin typeface="Arial"/>
                <a:ea typeface="Arial"/>
                <a:cs typeface="Arial"/>
              </a:defRPr>
            </a:lvl6pPr>
            <a:lvl7pPr>
              <a:defRPr sz="1200" b="0">
                <a:solidFill>
                  <a:srgbClr val="00539F"/>
                </a:solidFill>
                <a:latin typeface="Arial"/>
                <a:ea typeface="Arial"/>
                <a:cs typeface="Arial"/>
              </a:defRPr>
            </a:lvl7pPr>
            <a:lvl8pPr>
              <a:defRPr sz="1200" b="0">
                <a:solidFill>
                  <a:srgbClr val="00539F"/>
                </a:solidFill>
                <a:latin typeface="Arial"/>
                <a:ea typeface="Arial"/>
                <a:cs typeface="Arial"/>
              </a:defRPr>
            </a:lvl8pPr>
            <a:lvl9pPr>
              <a:defRPr sz="1200" b="0">
                <a:solidFill>
                  <a:srgbClr val="00539F"/>
                </a:solidFill>
                <a:latin typeface="Arial"/>
                <a:ea typeface="Arial"/>
                <a:cs typeface="Arial"/>
              </a:defRPr>
            </a:lvl9pPr>
          </a:lstStyle>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26</a:t>
            </a:r>
          </a:p>
        </p:txBody>
      </p:sp>
      <p:pic>
        <p:nvPicPr>
          <p:cNvPr id="4" name="">
            <a:extLst xmlns:a="http://schemas.openxmlformats.org/drawingml/2006/main">
              <a:ext uri="{FF2B5EF4-FFF2-40B4-BE49-F238E27FC236}">
                <a16:creationId xmlns:a16="http://schemas.microsoft.com/office/drawing/2014/main" id="{70E9BAE6-F18F-4BF9-A5DB-3C9B14F84915}"/>
              </a:ext>
            </a:extLst>
          </p:cNvPr>
          <p:cNvPicPr>
            <a:picLocks xmlns:a="http://schemas.openxmlformats.org/drawingml/2006/main" noChangeAspect="1"/>
          </p:cNvPicPr>
          <p:nvPr/>
        </p:nvPicPr>
        <p:blipFill>
          <a:blip xmlns:r="http://schemas.openxmlformats.org/officeDocument/2006/relationships" xmlns:a="http://schemas.openxmlformats.org/drawingml/2006/main" r:embed="R5d3fe298c2084a79"/>
          <a:stretch xmlns:a="http://schemas.openxmlformats.org/drawingml/2006/main"/>
        </p:blipFill>
        <p:spPr>
          <a:xfrm xmlns:a="http://schemas.openxmlformats.org/drawingml/2006/main">
            <a:off x="495300" y="1500188"/>
            <a:ext cx="5524500" cy="2762250"/>
          </a:xfrm>
          <a:prstGeom xmlns:a="http://schemas.openxmlformats.org/drawingml/2006/main" prst="rect">
            <a:avLst/>
          </a:prstGeom>
        </p:spPr>
      </p:pic>
      <p:sp>
        <p:nvSpPr>
          <p:cNvPr id="5" name="Compare how far the green prediction reaches.&#10;&#10;Watch when steeri">
            <a:extLst xmlns:a="http://schemas.openxmlformats.org/drawingml/2006/main">
              <a:ext uri="{FF2B5EF4-FFF2-40B4-BE49-F238E27FC236}">
                <a16:creationId xmlns:a16="http://schemas.microsoft.com/office/drawing/2014/main" id="{0476A6E8-26FA-4CFF-BEB4-BFA9D2D4ED93}"/>
              </a:ext>
            </a:extLst>
          </p:cNvPr>
          <p:cNvSpPr>
            <a:spLocks xmlns:a="http://schemas.openxmlformats.org/drawingml/2006/main" noGrp="1"/>
          </p:cNvSpPr>
          <p:nvPr/>
        </p:nvSpPr>
        <p:spPr>
          <a:xfrm xmlns:a="http://schemas.openxmlformats.org/drawingml/2006/main">
            <a:off x="6286500" y="1476375"/>
            <a:ext cx="236220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650" b="0">
                <a:solidFill>
                  <a:srgbClr val="17324D"/>
                </a:solidFill>
                <a:latin typeface="Arial"/>
                <a:ea typeface="Arial"/>
                <a:cs typeface="Arial"/>
              </a:defRPr>
            </a:defPPr>
            <a:lvl1pPr>
              <a:defRPr sz="1650" b="0">
                <a:solidFill>
                  <a:srgbClr val="17324D"/>
                </a:solidFill>
                <a:latin typeface="Arial"/>
                <a:ea typeface="Arial"/>
                <a:cs typeface="Arial"/>
              </a:defRPr>
            </a:lvl1pPr>
            <a:lvl2pPr>
              <a:defRPr sz="1650" b="0">
                <a:solidFill>
                  <a:srgbClr val="17324D"/>
                </a:solidFill>
                <a:latin typeface="Arial"/>
                <a:ea typeface="Arial"/>
                <a:cs typeface="Arial"/>
              </a:defRPr>
            </a:lvl2pPr>
            <a:lvl3pPr>
              <a:defRPr sz="1650" b="0">
                <a:solidFill>
                  <a:srgbClr val="17324D"/>
                </a:solidFill>
                <a:latin typeface="Arial"/>
                <a:ea typeface="Arial"/>
                <a:cs typeface="Arial"/>
              </a:defRPr>
            </a:lvl3pPr>
            <a:lvl4pPr>
              <a:defRPr sz="1650" b="0">
                <a:solidFill>
                  <a:srgbClr val="17324D"/>
                </a:solidFill>
                <a:latin typeface="Arial"/>
                <a:ea typeface="Arial"/>
                <a:cs typeface="Arial"/>
              </a:defRPr>
            </a:lvl4pPr>
            <a:lvl5pPr>
              <a:defRPr sz="1650" b="0">
                <a:solidFill>
                  <a:srgbClr val="17324D"/>
                </a:solidFill>
                <a:latin typeface="Arial"/>
                <a:ea typeface="Arial"/>
                <a:cs typeface="Arial"/>
              </a:defRPr>
            </a:lvl5pPr>
            <a:lvl6pPr>
              <a:defRPr sz="1650" b="0">
                <a:solidFill>
                  <a:srgbClr val="17324D"/>
                </a:solidFill>
                <a:latin typeface="Arial"/>
                <a:ea typeface="Arial"/>
                <a:cs typeface="Arial"/>
              </a:defRPr>
            </a:lvl6pPr>
            <a:lvl7pPr>
              <a:defRPr sz="1650" b="0">
                <a:solidFill>
                  <a:srgbClr val="17324D"/>
                </a:solidFill>
                <a:latin typeface="Arial"/>
                <a:ea typeface="Arial"/>
                <a:cs typeface="Arial"/>
              </a:defRPr>
            </a:lvl7pPr>
            <a:lvl8pPr>
              <a:defRPr sz="1650" b="0">
                <a:solidFill>
                  <a:srgbClr val="17324D"/>
                </a:solidFill>
                <a:latin typeface="Arial"/>
                <a:ea typeface="Arial"/>
                <a:cs typeface="Arial"/>
              </a:defRPr>
            </a:lvl8pPr>
            <a:lvl9pPr>
              <a:defRPr sz="1650" b="0">
                <a:solidFill>
                  <a:srgbClr val="17324D"/>
                </a:solidFill>
                <a:latin typeface="Arial"/>
                <a:ea typeface="Arial"/>
                <a:cs typeface="Arial"/>
              </a:defRPr>
            </a:lvl9pPr>
          </a:lstStyle>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Compare how far the green prediction reaches.</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Watch when steering begins and how the path is followed.</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Tighten the limits and see what changes.</a:t>
            </a:r>
          </a:p>
        </p:txBody>
      </p:sp>
      <p:sp>
        <p:nvSpPr>
          <p:cNvPr id="6" name="Open interactive demonstration">
            <a:extLst xmlns:a="http://schemas.openxmlformats.org/drawingml/2006/main">
              <a:ext uri="{FF2B5EF4-FFF2-40B4-BE49-F238E27FC236}">
                <a16:creationId xmlns:a16="http://schemas.microsoft.com/office/drawing/2014/main" id="{89EC01A9-5124-4B11-9EDB-78C806D1D09D}"/>
              </a:ext>
            </a:extLst>
          </p:cNvPr>
          <p:cNvSpPr>
            <a:spLocks xmlns:a="http://schemas.openxmlformats.org/drawingml/2006/main" noGrp="1"/>
          </p:cNvSpPr>
          <p:nvPr/>
        </p:nvSpPr>
        <p:spPr>
          <a:xfrm xmlns:a="http://schemas.openxmlformats.org/drawingml/2006/main">
            <a:off x="523875" y="4543425"/>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425" b="0">
                <a:solidFill>
                  <a:srgbClr val="00539F"/>
                </a:solidFill>
                <a:latin typeface="Arial"/>
                <a:ea typeface="Arial"/>
                <a:cs typeface="Arial"/>
              </a:defRPr>
            </a:defPPr>
            <a:lvl1pPr>
              <a:defRPr sz="1425" b="0">
                <a:solidFill>
                  <a:srgbClr val="00539F"/>
                </a:solidFill>
                <a:latin typeface="Arial"/>
                <a:ea typeface="Arial"/>
                <a:cs typeface="Arial"/>
              </a:defRPr>
            </a:lvl1pPr>
            <a:lvl2pPr>
              <a:defRPr sz="1425" b="0">
                <a:solidFill>
                  <a:srgbClr val="00539F"/>
                </a:solidFill>
                <a:latin typeface="Arial"/>
                <a:ea typeface="Arial"/>
                <a:cs typeface="Arial"/>
              </a:defRPr>
            </a:lvl2pPr>
            <a:lvl3pPr>
              <a:defRPr sz="1425" b="0">
                <a:solidFill>
                  <a:srgbClr val="00539F"/>
                </a:solidFill>
                <a:latin typeface="Arial"/>
                <a:ea typeface="Arial"/>
                <a:cs typeface="Arial"/>
              </a:defRPr>
            </a:lvl3pPr>
            <a:lvl4pPr>
              <a:defRPr sz="1425" b="0">
                <a:solidFill>
                  <a:srgbClr val="00539F"/>
                </a:solidFill>
                <a:latin typeface="Arial"/>
                <a:ea typeface="Arial"/>
                <a:cs typeface="Arial"/>
              </a:defRPr>
            </a:lvl4pPr>
            <a:lvl5pPr>
              <a:defRPr sz="1425" b="0">
                <a:solidFill>
                  <a:srgbClr val="00539F"/>
                </a:solidFill>
                <a:latin typeface="Arial"/>
                <a:ea typeface="Arial"/>
                <a:cs typeface="Arial"/>
              </a:defRPr>
            </a:lvl5pPr>
            <a:lvl6pPr>
              <a:defRPr sz="1425" b="0">
                <a:solidFill>
                  <a:srgbClr val="00539F"/>
                </a:solidFill>
                <a:latin typeface="Arial"/>
                <a:ea typeface="Arial"/>
                <a:cs typeface="Arial"/>
              </a:defRPr>
            </a:lvl6pPr>
            <a:lvl7pPr>
              <a:defRPr sz="1425" b="0">
                <a:solidFill>
                  <a:srgbClr val="00539F"/>
                </a:solidFill>
                <a:latin typeface="Arial"/>
                <a:ea typeface="Arial"/>
                <a:cs typeface="Arial"/>
              </a:defRPr>
            </a:lvl7pPr>
            <a:lvl8pPr>
              <a:defRPr sz="1425" b="0">
                <a:solidFill>
                  <a:srgbClr val="00539F"/>
                </a:solidFill>
                <a:latin typeface="Arial"/>
                <a:ea typeface="Arial"/>
                <a:cs typeface="Arial"/>
              </a:defRPr>
            </a:lvl8pPr>
            <a:lvl9pPr>
              <a:defRPr sz="1425" b="0">
                <a:solidFill>
                  <a:srgbClr val="00539F"/>
                </a:solidFill>
                <a:latin typeface="Arial"/>
                <a:ea typeface="Arial"/>
                <a:cs typeface="Arial"/>
              </a:defRPr>
            </a:lvl9pPr>
          </a:lstStyle>
          <a:p xmlns:a="http://schemas.openxmlformats.org/drawingml/2006/main">
            <a:pPr>
              <a:defRPr sz="1425" b="0">
                <a:solidFill>
                  <a:srgbClr val="00539F"/>
                </a:solidFill>
                <a:latin typeface="Arial"/>
                <a:ea typeface="Arial"/>
                <a:cs typeface="Arial"/>
              </a:defRPr>
            </a:pPr>
            <a:r>
              <a:rPr u="sng">
                <a:hlinkClick xmlns:r="http://schemas.openxmlformats.org/officeDocument/2006/relationships" r:id="R647ee8600f8645c1"/>
              </a:rPr>
              <a:t>Open interactive demonstration</a:t>
            </a:r>
          </a:p>
        </p:txBody>
      </p:sp>
    </p:spTree>
    <p:extLst>
      <p:ext uri="{BB962C8B-B14F-4D97-AF65-F5344CB8AC3E}">
        <p14:creationId xmlns:p14="http://schemas.microsoft.com/office/powerpoint/2010/main" val="1828946646"/>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5D5F4FDB-5E4D-4F40-9A4B-F876002DB754}"/>
              </a:ext>
            </a:extLst>
          </p:cNvPr>
          <p:cNvPicPr>
            <a:picLocks xmlns:a="http://schemas.openxmlformats.org/drawingml/2006/main" noChangeAspect="1"/>
          </p:cNvPicPr>
          <p:nvPr/>
        </p:nvPicPr>
        <p:blipFill>
          <a:blip xmlns:r="http://schemas.openxmlformats.org/officeDocument/2006/relationships" xmlns:a="http://schemas.openxmlformats.org/drawingml/2006/main" r:embed="R703e3e71abed417d"/>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The wheels cannot respond instantly">
            <a:extLst xmlns:a="http://schemas.openxmlformats.org/drawingml/2006/main">
              <a:ext uri="{FF2B5EF4-FFF2-40B4-BE49-F238E27FC236}">
                <a16:creationId xmlns:a16="http://schemas.microsoft.com/office/drawing/2014/main" id="{42493CD3-3BD0-40E2-8CD4-BE87FAD2330D}"/>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550" b="0">
                <a:solidFill>
                  <a:srgbClr val="00A0DF"/>
                </a:solidFill>
                <a:latin typeface="Arial"/>
                <a:ea typeface="Arial"/>
                <a:cs typeface="Arial"/>
              </a:defRPr>
            </a:defPPr>
            <a:lvl1pPr>
              <a:defRPr sz="2550" b="0">
                <a:solidFill>
                  <a:srgbClr val="00A0DF"/>
                </a:solidFill>
                <a:latin typeface="Arial"/>
                <a:ea typeface="Arial"/>
                <a:cs typeface="Arial"/>
              </a:defRPr>
            </a:lvl1pPr>
            <a:lvl2pPr>
              <a:defRPr sz="2550" b="0">
                <a:solidFill>
                  <a:srgbClr val="00A0DF"/>
                </a:solidFill>
                <a:latin typeface="Arial"/>
                <a:ea typeface="Arial"/>
                <a:cs typeface="Arial"/>
              </a:defRPr>
            </a:lvl2pPr>
            <a:lvl3pPr>
              <a:defRPr sz="2550" b="0">
                <a:solidFill>
                  <a:srgbClr val="00A0DF"/>
                </a:solidFill>
                <a:latin typeface="Arial"/>
                <a:ea typeface="Arial"/>
                <a:cs typeface="Arial"/>
              </a:defRPr>
            </a:lvl3pPr>
            <a:lvl4pPr>
              <a:defRPr sz="2550" b="0">
                <a:solidFill>
                  <a:srgbClr val="00A0DF"/>
                </a:solidFill>
                <a:latin typeface="Arial"/>
                <a:ea typeface="Arial"/>
                <a:cs typeface="Arial"/>
              </a:defRPr>
            </a:lvl4pPr>
            <a:lvl5pPr>
              <a:defRPr sz="2550" b="0">
                <a:solidFill>
                  <a:srgbClr val="00A0DF"/>
                </a:solidFill>
                <a:latin typeface="Arial"/>
                <a:ea typeface="Arial"/>
                <a:cs typeface="Arial"/>
              </a:defRPr>
            </a:lvl5pPr>
            <a:lvl6pPr>
              <a:defRPr sz="2550" b="0">
                <a:solidFill>
                  <a:srgbClr val="00A0DF"/>
                </a:solidFill>
                <a:latin typeface="Arial"/>
                <a:ea typeface="Arial"/>
                <a:cs typeface="Arial"/>
              </a:defRPr>
            </a:lvl6pPr>
            <a:lvl7pPr>
              <a:defRPr sz="2550" b="0">
                <a:solidFill>
                  <a:srgbClr val="00A0DF"/>
                </a:solidFill>
                <a:latin typeface="Arial"/>
                <a:ea typeface="Arial"/>
                <a:cs typeface="Arial"/>
              </a:defRPr>
            </a:lvl7pPr>
            <a:lvl8pPr>
              <a:defRPr sz="2550" b="0">
                <a:solidFill>
                  <a:srgbClr val="00A0DF"/>
                </a:solidFill>
                <a:latin typeface="Arial"/>
                <a:ea typeface="Arial"/>
                <a:cs typeface="Arial"/>
              </a:defRPr>
            </a:lvl8pPr>
            <a:lvl9pPr>
              <a:defRPr sz="2550" b="0">
                <a:solidFill>
                  <a:srgbClr val="00A0DF"/>
                </a:solidFill>
                <a:latin typeface="Arial"/>
                <a:ea typeface="Arial"/>
                <a:cs typeface="Arial"/>
              </a:defRPr>
            </a:lvl9pPr>
          </a:lstStyle>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The wheels cannot respond instantly</a:t>
            </a:r>
          </a:p>
        </p:txBody>
      </p:sp>
      <p:sp>
        <p:nvSpPr>
          <p:cNvPr id="3" name="27">
            <a:extLst xmlns:a="http://schemas.openxmlformats.org/drawingml/2006/main">
              <a:ext uri="{FF2B5EF4-FFF2-40B4-BE49-F238E27FC236}">
                <a16:creationId xmlns:a16="http://schemas.microsoft.com/office/drawing/2014/main" id="{979DA62D-CB5B-4CE2-8939-3C4F3C3D0C4A}"/>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00539F"/>
                </a:solidFill>
                <a:latin typeface="Arial"/>
                <a:ea typeface="Arial"/>
                <a:cs typeface="Arial"/>
              </a:defRPr>
            </a:defPPr>
            <a:lvl1pPr>
              <a:defRPr sz="1200" b="0">
                <a:solidFill>
                  <a:srgbClr val="00539F"/>
                </a:solidFill>
                <a:latin typeface="Arial"/>
                <a:ea typeface="Arial"/>
                <a:cs typeface="Arial"/>
              </a:defRPr>
            </a:lvl1pPr>
            <a:lvl2pPr>
              <a:defRPr sz="1200" b="0">
                <a:solidFill>
                  <a:srgbClr val="00539F"/>
                </a:solidFill>
                <a:latin typeface="Arial"/>
                <a:ea typeface="Arial"/>
                <a:cs typeface="Arial"/>
              </a:defRPr>
            </a:lvl2pPr>
            <a:lvl3pPr>
              <a:defRPr sz="1200" b="0">
                <a:solidFill>
                  <a:srgbClr val="00539F"/>
                </a:solidFill>
                <a:latin typeface="Arial"/>
                <a:ea typeface="Arial"/>
                <a:cs typeface="Arial"/>
              </a:defRPr>
            </a:lvl3pPr>
            <a:lvl4pPr>
              <a:defRPr sz="1200" b="0">
                <a:solidFill>
                  <a:srgbClr val="00539F"/>
                </a:solidFill>
                <a:latin typeface="Arial"/>
                <a:ea typeface="Arial"/>
                <a:cs typeface="Arial"/>
              </a:defRPr>
            </a:lvl4pPr>
            <a:lvl5pPr>
              <a:defRPr sz="1200" b="0">
                <a:solidFill>
                  <a:srgbClr val="00539F"/>
                </a:solidFill>
                <a:latin typeface="Arial"/>
                <a:ea typeface="Arial"/>
                <a:cs typeface="Arial"/>
              </a:defRPr>
            </a:lvl5pPr>
            <a:lvl6pPr>
              <a:defRPr sz="1200" b="0">
                <a:solidFill>
                  <a:srgbClr val="00539F"/>
                </a:solidFill>
                <a:latin typeface="Arial"/>
                <a:ea typeface="Arial"/>
                <a:cs typeface="Arial"/>
              </a:defRPr>
            </a:lvl6pPr>
            <a:lvl7pPr>
              <a:defRPr sz="1200" b="0">
                <a:solidFill>
                  <a:srgbClr val="00539F"/>
                </a:solidFill>
                <a:latin typeface="Arial"/>
                <a:ea typeface="Arial"/>
                <a:cs typeface="Arial"/>
              </a:defRPr>
            </a:lvl7pPr>
            <a:lvl8pPr>
              <a:defRPr sz="1200" b="0">
                <a:solidFill>
                  <a:srgbClr val="00539F"/>
                </a:solidFill>
                <a:latin typeface="Arial"/>
                <a:ea typeface="Arial"/>
                <a:cs typeface="Arial"/>
              </a:defRPr>
            </a:lvl8pPr>
            <a:lvl9pPr>
              <a:defRPr sz="1200" b="0">
                <a:solidFill>
                  <a:srgbClr val="00539F"/>
                </a:solidFill>
                <a:latin typeface="Arial"/>
                <a:ea typeface="Arial"/>
                <a:cs typeface="Arial"/>
              </a:defRPr>
            </a:lvl9pPr>
          </a:lstStyle>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27</a:t>
            </a:r>
          </a:p>
        </p:txBody>
      </p:sp>
      <p:pic>
        <p:nvPicPr>
          <p:cNvPr id="4" name="">
            <a:extLst xmlns:a="http://schemas.openxmlformats.org/drawingml/2006/main">
              <a:ext uri="{FF2B5EF4-FFF2-40B4-BE49-F238E27FC236}">
                <a16:creationId xmlns:a16="http://schemas.microsoft.com/office/drawing/2014/main" id="{EFBEFBF4-0BA0-4D29-B26E-44C5779045E6}"/>
              </a:ext>
            </a:extLst>
          </p:cNvPr>
          <p:cNvPicPr>
            <a:picLocks xmlns:a="http://schemas.openxmlformats.org/drawingml/2006/main" noChangeAspect="1"/>
          </p:cNvPicPr>
          <p:nvPr/>
        </p:nvPicPr>
        <p:blipFill>
          <a:blip xmlns:r="http://schemas.openxmlformats.org/officeDocument/2006/relationships" xmlns:a="http://schemas.openxmlformats.org/drawingml/2006/main" r:embed="R26679c910b464cc8"/>
          <a:stretch xmlns:a="http://schemas.openxmlformats.org/drawingml/2006/main"/>
        </p:blipFill>
        <p:spPr>
          <a:xfrm xmlns:a="http://schemas.openxmlformats.org/drawingml/2006/main">
            <a:off x="495300" y="1500188"/>
            <a:ext cx="5524500" cy="2762250"/>
          </a:xfrm>
          <a:prstGeom xmlns:a="http://schemas.openxmlformats.org/drawingml/2006/main" prst="rect">
            <a:avLst/>
          </a:prstGeom>
        </p:spPr>
      </p:pic>
      <p:sp>
        <p:nvSpPr>
          <p:cNvPr id="5" name="The controller requests a steering action.&#10;&#10;The actuator needs t">
            <a:extLst xmlns:a="http://schemas.openxmlformats.org/drawingml/2006/main">
              <a:ext uri="{FF2B5EF4-FFF2-40B4-BE49-F238E27FC236}">
                <a16:creationId xmlns:a16="http://schemas.microsoft.com/office/drawing/2014/main" id="{484AE55D-B273-4150-8660-65D9870166FB}"/>
              </a:ext>
            </a:extLst>
          </p:cNvPr>
          <p:cNvSpPr>
            <a:spLocks xmlns:a="http://schemas.openxmlformats.org/drawingml/2006/main" noGrp="1"/>
          </p:cNvSpPr>
          <p:nvPr/>
        </p:nvSpPr>
        <p:spPr>
          <a:xfrm xmlns:a="http://schemas.openxmlformats.org/drawingml/2006/main">
            <a:off x="6286500" y="1476375"/>
            <a:ext cx="236220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650" b="0">
                <a:solidFill>
                  <a:srgbClr val="17324D"/>
                </a:solidFill>
                <a:latin typeface="Arial"/>
                <a:ea typeface="Arial"/>
                <a:cs typeface="Arial"/>
              </a:defRPr>
            </a:defPPr>
            <a:lvl1pPr>
              <a:defRPr sz="1650" b="0">
                <a:solidFill>
                  <a:srgbClr val="17324D"/>
                </a:solidFill>
                <a:latin typeface="Arial"/>
                <a:ea typeface="Arial"/>
                <a:cs typeface="Arial"/>
              </a:defRPr>
            </a:lvl1pPr>
            <a:lvl2pPr>
              <a:defRPr sz="1650" b="0">
                <a:solidFill>
                  <a:srgbClr val="17324D"/>
                </a:solidFill>
                <a:latin typeface="Arial"/>
                <a:ea typeface="Arial"/>
                <a:cs typeface="Arial"/>
              </a:defRPr>
            </a:lvl2pPr>
            <a:lvl3pPr>
              <a:defRPr sz="1650" b="0">
                <a:solidFill>
                  <a:srgbClr val="17324D"/>
                </a:solidFill>
                <a:latin typeface="Arial"/>
                <a:ea typeface="Arial"/>
                <a:cs typeface="Arial"/>
              </a:defRPr>
            </a:lvl3pPr>
            <a:lvl4pPr>
              <a:defRPr sz="1650" b="0">
                <a:solidFill>
                  <a:srgbClr val="17324D"/>
                </a:solidFill>
                <a:latin typeface="Arial"/>
                <a:ea typeface="Arial"/>
                <a:cs typeface="Arial"/>
              </a:defRPr>
            </a:lvl4pPr>
            <a:lvl5pPr>
              <a:defRPr sz="1650" b="0">
                <a:solidFill>
                  <a:srgbClr val="17324D"/>
                </a:solidFill>
                <a:latin typeface="Arial"/>
                <a:ea typeface="Arial"/>
                <a:cs typeface="Arial"/>
              </a:defRPr>
            </a:lvl5pPr>
            <a:lvl6pPr>
              <a:defRPr sz="1650" b="0">
                <a:solidFill>
                  <a:srgbClr val="17324D"/>
                </a:solidFill>
                <a:latin typeface="Arial"/>
                <a:ea typeface="Arial"/>
                <a:cs typeface="Arial"/>
              </a:defRPr>
            </a:lvl6pPr>
            <a:lvl7pPr>
              <a:defRPr sz="1650" b="0">
                <a:solidFill>
                  <a:srgbClr val="17324D"/>
                </a:solidFill>
                <a:latin typeface="Arial"/>
                <a:ea typeface="Arial"/>
                <a:cs typeface="Arial"/>
              </a:defRPr>
            </a:lvl7pPr>
            <a:lvl8pPr>
              <a:defRPr sz="1650" b="0">
                <a:solidFill>
                  <a:srgbClr val="17324D"/>
                </a:solidFill>
                <a:latin typeface="Arial"/>
                <a:ea typeface="Arial"/>
                <a:cs typeface="Arial"/>
              </a:defRPr>
            </a:lvl8pPr>
            <a:lvl9pPr>
              <a:defRPr sz="1650" b="0">
                <a:solidFill>
                  <a:srgbClr val="17324D"/>
                </a:solidFill>
                <a:latin typeface="Arial"/>
                <a:ea typeface="Arial"/>
                <a:cs typeface="Arial"/>
              </a:defRPr>
            </a:lvl9pPr>
          </a:lstStyle>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The controller requests a steering action.</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The actuator needs time to carry it out.</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MPC can anticipate a known response delay.</a:t>
            </a:r>
          </a:p>
        </p:txBody>
      </p:sp>
      <p:sp>
        <p:nvSpPr>
          <p:cNvPr id="6" name="Open interactive demonstration">
            <a:extLst xmlns:a="http://schemas.openxmlformats.org/drawingml/2006/main">
              <a:ext uri="{FF2B5EF4-FFF2-40B4-BE49-F238E27FC236}">
                <a16:creationId xmlns:a16="http://schemas.microsoft.com/office/drawing/2014/main" id="{371A5CE7-7788-4056-B8C3-BC430CE369D1}"/>
              </a:ext>
            </a:extLst>
          </p:cNvPr>
          <p:cNvSpPr>
            <a:spLocks xmlns:a="http://schemas.openxmlformats.org/drawingml/2006/main" noGrp="1"/>
          </p:cNvSpPr>
          <p:nvPr/>
        </p:nvSpPr>
        <p:spPr>
          <a:xfrm xmlns:a="http://schemas.openxmlformats.org/drawingml/2006/main">
            <a:off x="523875" y="4543425"/>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425" b="0">
                <a:solidFill>
                  <a:srgbClr val="00539F"/>
                </a:solidFill>
                <a:latin typeface="Arial"/>
                <a:ea typeface="Arial"/>
                <a:cs typeface="Arial"/>
              </a:defRPr>
            </a:defPPr>
            <a:lvl1pPr>
              <a:defRPr sz="1425" b="0">
                <a:solidFill>
                  <a:srgbClr val="00539F"/>
                </a:solidFill>
                <a:latin typeface="Arial"/>
                <a:ea typeface="Arial"/>
                <a:cs typeface="Arial"/>
              </a:defRPr>
            </a:lvl1pPr>
            <a:lvl2pPr>
              <a:defRPr sz="1425" b="0">
                <a:solidFill>
                  <a:srgbClr val="00539F"/>
                </a:solidFill>
                <a:latin typeface="Arial"/>
                <a:ea typeface="Arial"/>
                <a:cs typeface="Arial"/>
              </a:defRPr>
            </a:lvl2pPr>
            <a:lvl3pPr>
              <a:defRPr sz="1425" b="0">
                <a:solidFill>
                  <a:srgbClr val="00539F"/>
                </a:solidFill>
                <a:latin typeface="Arial"/>
                <a:ea typeface="Arial"/>
                <a:cs typeface="Arial"/>
              </a:defRPr>
            </a:lvl3pPr>
            <a:lvl4pPr>
              <a:defRPr sz="1425" b="0">
                <a:solidFill>
                  <a:srgbClr val="00539F"/>
                </a:solidFill>
                <a:latin typeface="Arial"/>
                <a:ea typeface="Arial"/>
                <a:cs typeface="Arial"/>
              </a:defRPr>
            </a:lvl4pPr>
            <a:lvl5pPr>
              <a:defRPr sz="1425" b="0">
                <a:solidFill>
                  <a:srgbClr val="00539F"/>
                </a:solidFill>
                <a:latin typeface="Arial"/>
                <a:ea typeface="Arial"/>
                <a:cs typeface="Arial"/>
              </a:defRPr>
            </a:lvl5pPr>
            <a:lvl6pPr>
              <a:defRPr sz="1425" b="0">
                <a:solidFill>
                  <a:srgbClr val="00539F"/>
                </a:solidFill>
                <a:latin typeface="Arial"/>
                <a:ea typeface="Arial"/>
                <a:cs typeface="Arial"/>
              </a:defRPr>
            </a:lvl6pPr>
            <a:lvl7pPr>
              <a:defRPr sz="1425" b="0">
                <a:solidFill>
                  <a:srgbClr val="00539F"/>
                </a:solidFill>
                <a:latin typeface="Arial"/>
                <a:ea typeface="Arial"/>
                <a:cs typeface="Arial"/>
              </a:defRPr>
            </a:lvl7pPr>
            <a:lvl8pPr>
              <a:defRPr sz="1425" b="0">
                <a:solidFill>
                  <a:srgbClr val="00539F"/>
                </a:solidFill>
                <a:latin typeface="Arial"/>
                <a:ea typeface="Arial"/>
                <a:cs typeface="Arial"/>
              </a:defRPr>
            </a:lvl8pPr>
            <a:lvl9pPr>
              <a:defRPr sz="1425" b="0">
                <a:solidFill>
                  <a:srgbClr val="00539F"/>
                </a:solidFill>
                <a:latin typeface="Arial"/>
                <a:ea typeface="Arial"/>
                <a:cs typeface="Arial"/>
              </a:defRPr>
            </a:lvl9pPr>
          </a:lstStyle>
          <a:p xmlns:a="http://schemas.openxmlformats.org/drawingml/2006/main">
            <a:pPr>
              <a:defRPr sz="1425" b="0">
                <a:solidFill>
                  <a:srgbClr val="00539F"/>
                </a:solidFill>
                <a:latin typeface="Arial"/>
                <a:ea typeface="Arial"/>
                <a:cs typeface="Arial"/>
              </a:defRPr>
            </a:pPr>
            <a:r>
              <a:rPr u="sng">
                <a:hlinkClick xmlns:r="http://schemas.openxmlformats.org/officeDocument/2006/relationships" r:id="Rdf829d4394b54a99"/>
              </a:rPr>
              <a:t>Open interactive demonstration</a:t>
            </a:r>
          </a:p>
        </p:txBody>
      </p:sp>
    </p:spTree>
    <p:extLst>
      <p:ext uri="{BB962C8B-B14F-4D97-AF65-F5344CB8AC3E}">
        <p14:creationId xmlns:p14="http://schemas.microsoft.com/office/powerpoint/2010/main" val="831685483"/>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5" name="">
            <a:extLst xmlns:a="http://schemas.openxmlformats.org/drawingml/2006/main">
              <a:ext uri="{FF2B5EF4-FFF2-40B4-BE49-F238E27FC236}">
                <a16:creationId xmlns:a16="http://schemas.microsoft.com/office/drawing/2014/main" id="{F3360B54-689C-4769-970D-D818C4196558}"/>
              </a:ext>
            </a:extLst>
          </p:cNvPr>
          <p:cNvPicPr>
            <a:picLocks xmlns:a="http://schemas.openxmlformats.org/drawingml/2006/main" noChangeAspect="1"/>
          </p:cNvPicPr>
          <p:nvPr/>
        </p:nvPicPr>
        <p:blipFill>
          <a:blip xmlns:r="http://schemas.openxmlformats.org/officeDocument/2006/relationships" xmlns:a="http://schemas.openxmlformats.org/drawingml/2006/main" r:embed="R05d4314fb0c94193"/>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Why a predictive controller can struggle">
            <a:extLst xmlns:a="http://schemas.openxmlformats.org/drawingml/2006/main">
              <a:ext uri="{FF2B5EF4-FFF2-40B4-BE49-F238E27FC236}">
                <a16:creationId xmlns:a16="http://schemas.microsoft.com/office/drawing/2014/main" id="{27B3A793-15AD-46D3-B92E-13786BC2DCA5}"/>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550" b="0">
                <a:solidFill>
                  <a:srgbClr val="00A0DF"/>
                </a:solidFill>
                <a:latin typeface="Arial"/>
                <a:ea typeface="Arial"/>
                <a:cs typeface="Arial"/>
              </a:defRPr>
            </a:defPPr>
            <a:lvl1pPr>
              <a:defRPr sz="2550" b="0">
                <a:solidFill>
                  <a:srgbClr val="00A0DF"/>
                </a:solidFill>
                <a:latin typeface="Arial"/>
                <a:ea typeface="Arial"/>
                <a:cs typeface="Arial"/>
              </a:defRPr>
            </a:lvl1pPr>
            <a:lvl2pPr>
              <a:defRPr sz="2550" b="0">
                <a:solidFill>
                  <a:srgbClr val="00A0DF"/>
                </a:solidFill>
                <a:latin typeface="Arial"/>
                <a:ea typeface="Arial"/>
                <a:cs typeface="Arial"/>
              </a:defRPr>
            </a:lvl2pPr>
            <a:lvl3pPr>
              <a:defRPr sz="2550" b="0">
                <a:solidFill>
                  <a:srgbClr val="00A0DF"/>
                </a:solidFill>
                <a:latin typeface="Arial"/>
                <a:ea typeface="Arial"/>
                <a:cs typeface="Arial"/>
              </a:defRPr>
            </a:lvl3pPr>
            <a:lvl4pPr>
              <a:defRPr sz="2550" b="0">
                <a:solidFill>
                  <a:srgbClr val="00A0DF"/>
                </a:solidFill>
                <a:latin typeface="Arial"/>
                <a:ea typeface="Arial"/>
                <a:cs typeface="Arial"/>
              </a:defRPr>
            </a:lvl4pPr>
            <a:lvl5pPr>
              <a:defRPr sz="2550" b="0">
                <a:solidFill>
                  <a:srgbClr val="00A0DF"/>
                </a:solidFill>
                <a:latin typeface="Arial"/>
                <a:ea typeface="Arial"/>
                <a:cs typeface="Arial"/>
              </a:defRPr>
            </a:lvl5pPr>
            <a:lvl6pPr>
              <a:defRPr sz="2550" b="0">
                <a:solidFill>
                  <a:srgbClr val="00A0DF"/>
                </a:solidFill>
                <a:latin typeface="Arial"/>
                <a:ea typeface="Arial"/>
                <a:cs typeface="Arial"/>
              </a:defRPr>
            </a:lvl6pPr>
            <a:lvl7pPr>
              <a:defRPr sz="2550" b="0">
                <a:solidFill>
                  <a:srgbClr val="00A0DF"/>
                </a:solidFill>
                <a:latin typeface="Arial"/>
                <a:ea typeface="Arial"/>
                <a:cs typeface="Arial"/>
              </a:defRPr>
            </a:lvl7pPr>
            <a:lvl8pPr>
              <a:defRPr sz="2550" b="0">
                <a:solidFill>
                  <a:srgbClr val="00A0DF"/>
                </a:solidFill>
                <a:latin typeface="Arial"/>
                <a:ea typeface="Arial"/>
                <a:cs typeface="Arial"/>
              </a:defRPr>
            </a:lvl8pPr>
            <a:lvl9pPr>
              <a:defRPr sz="2550" b="0">
                <a:solidFill>
                  <a:srgbClr val="00A0DF"/>
                </a:solidFill>
                <a:latin typeface="Arial"/>
                <a:ea typeface="Arial"/>
                <a:cs typeface="Arial"/>
              </a:defRPr>
            </a:lvl9pPr>
          </a:lstStyle>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Why a predictive controller can struggle</a:t>
            </a:r>
          </a:p>
        </p:txBody>
      </p:sp>
      <p:sp>
        <p:nvSpPr>
          <p:cNvPr id="3" name="28">
            <a:extLst xmlns:a="http://schemas.openxmlformats.org/drawingml/2006/main">
              <a:ext uri="{FF2B5EF4-FFF2-40B4-BE49-F238E27FC236}">
                <a16:creationId xmlns:a16="http://schemas.microsoft.com/office/drawing/2014/main" id="{6AE40E7D-6654-4DC0-917E-5AA0CCAF600A}"/>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00539F"/>
                </a:solidFill>
                <a:latin typeface="Arial"/>
                <a:ea typeface="Arial"/>
                <a:cs typeface="Arial"/>
              </a:defRPr>
            </a:defPPr>
            <a:lvl1pPr>
              <a:defRPr sz="1200" b="0">
                <a:solidFill>
                  <a:srgbClr val="00539F"/>
                </a:solidFill>
                <a:latin typeface="Arial"/>
                <a:ea typeface="Arial"/>
                <a:cs typeface="Arial"/>
              </a:defRPr>
            </a:lvl1pPr>
            <a:lvl2pPr>
              <a:defRPr sz="1200" b="0">
                <a:solidFill>
                  <a:srgbClr val="00539F"/>
                </a:solidFill>
                <a:latin typeface="Arial"/>
                <a:ea typeface="Arial"/>
                <a:cs typeface="Arial"/>
              </a:defRPr>
            </a:lvl2pPr>
            <a:lvl3pPr>
              <a:defRPr sz="1200" b="0">
                <a:solidFill>
                  <a:srgbClr val="00539F"/>
                </a:solidFill>
                <a:latin typeface="Arial"/>
                <a:ea typeface="Arial"/>
                <a:cs typeface="Arial"/>
              </a:defRPr>
            </a:lvl3pPr>
            <a:lvl4pPr>
              <a:defRPr sz="1200" b="0">
                <a:solidFill>
                  <a:srgbClr val="00539F"/>
                </a:solidFill>
                <a:latin typeface="Arial"/>
                <a:ea typeface="Arial"/>
                <a:cs typeface="Arial"/>
              </a:defRPr>
            </a:lvl4pPr>
            <a:lvl5pPr>
              <a:defRPr sz="1200" b="0">
                <a:solidFill>
                  <a:srgbClr val="00539F"/>
                </a:solidFill>
                <a:latin typeface="Arial"/>
                <a:ea typeface="Arial"/>
                <a:cs typeface="Arial"/>
              </a:defRPr>
            </a:lvl5pPr>
            <a:lvl6pPr>
              <a:defRPr sz="1200" b="0">
                <a:solidFill>
                  <a:srgbClr val="00539F"/>
                </a:solidFill>
                <a:latin typeface="Arial"/>
                <a:ea typeface="Arial"/>
                <a:cs typeface="Arial"/>
              </a:defRPr>
            </a:lvl6pPr>
            <a:lvl7pPr>
              <a:defRPr sz="1200" b="0">
                <a:solidFill>
                  <a:srgbClr val="00539F"/>
                </a:solidFill>
                <a:latin typeface="Arial"/>
                <a:ea typeface="Arial"/>
                <a:cs typeface="Arial"/>
              </a:defRPr>
            </a:lvl7pPr>
            <a:lvl8pPr>
              <a:defRPr sz="1200" b="0">
                <a:solidFill>
                  <a:srgbClr val="00539F"/>
                </a:solidFill>
                <a:latin typeface="Arial"/>
                <a:ea typeface="Arial"/>
                <a:cs typeface="Arial"/>
              </a:defRPr>
            </a:lvl8pPr>
            <a:lvl9pPr>
              <a:defRPr sz="1200" b="0">
                <a:solidFill>
                  <a:srgbClr val="00539F"/>
                </a:solidFill>
                <a:latin typeface="Arial"/>
                <a:ea typeface="Arial"/>
                <a:cs typeface="Arial"/>
              </a:defRPr>
            </a:lvl9pPr>
          </a:lstStyle>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28</a:t>
            </a:r>
          </a:p>
        </p:txBody>
      </p:sp>
      <p:graphicFrame>
        <p:nvGraphicFramePr>
          <p:cNvPr id="4" name="">
            <a:extLst xmlns:a="http://schemas.openxmlformats.org/drawingml/2006/main">
              <a:ext uri="{FF2B5EF4-FFF2-40B4-BE49-F238E27FC236}">
                <a16:creationId xmlns:a16="http://schemas.microsoft.com/office/drawing/2014/main" id="{F2611274-C3EC-46B9-84FD-7E0E9F3A3C7D}"/>
              </a:ext>
            </a:extLst>
          </p:cNvPr>
          <p:cNvGraphicFramePr/>
          <p:nvPr/>
        </p:nvGraphicFramePr>
        <p:xfrm>
          <a:off xmlns:a="http://schemas.openxmlformats.org/drawingml/2006/main" x="523875" y="1457325"/>
          <a:ext xmlns:a="http://schemas.openxmlformats.org/drawingml/2006/main" cx="8096250" cy="3048000"/>
        </p:xfrm>
        <a:graphic xmlns:a="http://schemas.openxmlformats.org/drawingml/2006/main">
          <a:graphicData uri="http://schemas.openxmlformats.org/drawingml/2006/table">
            <a:tbl>
              <a:tblPr/>
              <a:tblGrid>
                <a:gridCol w="1762125"/>
                <a:gridCol w="3000375"/>
                <a:gridCol w="3333750"/>
              </a:tblGrid>
              <a:tr h="609600">
                <a:tc>
                  <a:txBody>
                    <a:bodyPr lIns="114300" tIns="76200" rIns="114300" bIns="76200">
                      <a:noAutofit/>
                    </a:bodyPr>
                    <a:lstStyle/>
                    <a:p>
                      <a:r>
                        <a:rPr sz="1425" b="1">
                          <a:solidFill>
                            <a:srgbClr val="FFFFFF"/>
                          </a:solidFill>
                          <a:latin typeface="Arial"/>
                          <a:ea typeface="Arial"/>
                          <a:cs typeface="Arial"/>
                        </a:rPr>
                        <a:t>Problem</a:t>
                      </a:r>
                    </a:p>
                  </a:txBody>
                  <a:tcPr marL="91440" marR="91440" marT="45720" marB="45720" anchor="ctr">
                    <a:lnL w="5715">
                      <a:solidFill>
                        <a:srgbClr val="D8E4ED"/>
                      </a:solidFill>
                      <a:prstDash val="solid"/>
                    </a:lnL>
                    <a:lnR w="5715">
                      <a:solidFill>
                        <a:srgbClr val="D8E4ED"/>
                      </a:solidFill>
                      <a:prstDash val="solid"/>
                    </a:lnR>
                    <a:lnT w="5715">
                      <a:solidFill>
                        <a:srgbClr val="D8E4ED"/>
                      </a:solidFill>
                      <a:prstDash val="solid"/>
                    </a:lnT>
                    <a:lnB w="5715">
                      <a:solidFill>
                        <a:srgbClr val="D8E4ED"/>
                      </a:solidFill>
                      <a:prstDash val="solid"/>
                    </a:lnB>
                    <a:solidFill>
                      <a:srgbClr val="00539F"/>
                    </a:solidFill>
                  </a:tcPr>
                </a:tc>
                <a:tc>
                  <a:txBody>
                    <a:bodyPr lIns="114300" tIns="76200" rIns="114300" bIns="76200">
                      <a:noAutofit/>
                    </a:bodyPr>
                    <a:lstStyle/>
                    <a:p>
                      <a:r>
                        <a:rPr sz="1425" b="1">
                          <a:solidFill>
                            <a:srgbClr val="FFFFFF"/>
                          </a:solidFill>
                          <a:latin typeface="Arial"/>
                          <a:ea typeface="Arial"/>
                          <a:cs typeface="Arial"/>
                        </a:rPr>
                        <a:t>What can happen</a:t>
                      </a:r>
                    </a:p>
                  </a:txBody>
                  <a:tcPr marL="91440" marR="91440" marT="45720" marB="45720" anchor="ctr">
                    <a:lnR w="5715">
                      <a:solidFill>
                        <a:srgbClr val="D8E4ED"/>
                      </a:solidFill>
                      <a:prstDash val="solid"/>
                    </a:lnR>
                    <a:lnT w="5715">
                      <a:solidFill>
                        <a:srgbClr val="D8E4ED"/>
                      </a:solidFill>
                      <a:prstDash val="solid"/>
                    </a:lnT>
                    <a:lnB w="5715">
                      <a:solidFill>
                        <a:srgbClr val="D8E4ED"/>
                      </a:solidFill>
                      <a:prstDash val="solid"/>
                    </a:lnB>
                    <a:solidFill>
                      <a:srgbClr val="00539F"/>
                    </a:solidFill>
                  </a:tcPr>
                </a:tc>
                <a:tc>
                  <a:txBody>
                    <a:bodyPr lIns="114300" tIns="76200" rIns="114300" bIns="76200">
                      <a:noAutofit/>
                    </a:bodyPr>
                    <a:lstStyle/>
                    <a:p>
                      <a:r>
                        <a:rPr sz="1425" b="1">
                          <a:solidFill>
                            <a:srgbClr val="FFFFFF"/>
                          </a:solidFill>
                          <a:latin typeface="Arial"/>
                          <a:ea typeface="Arial"/>
                          <a:cs typeface="Arial"/>
                        </a:rPr>
                        <a:t>Possible response</a:t>
                      </a:r>
                    </a:p>
                  </a:txBody>
                  <a:tcPr marL="91440" marR="91440" marT="45720" marB="45720" anchor="ctr">
                    <a:lnR w="5715">
                      <a:solidFill>
                        <a:srgbClr val="D8E4ED"/>
                      </a:solidFill>
                      <a:prstDash val="solid"/>
                    </a:lnR>
                    <a:lnT w="5715">
                      <a:solidFill>
                        <a:srgbClr val="D8E4ED"/>
                      </a:solidFill>
                      <a:prstDash val="solid"/>
                    </a:lnT>
                    <a:lnB w="5715">
                      <a:solidFill>
                        <a:srgbClr val="D8E4ED"/>
                      </a:solidFill>
                      <a:prstDash val="solid"/>
                    </a:lnB>
                    <a:solidFill>
                      <a:srgbClr val="00539F"/>
                    </a:solidFill>
                  </a:tcPr>
                </a:tc>
              </a:tr>
              <a:tr h="609600">
                <a:tc>
                  <a:txBody>
                    <a:bodyPr lIns="114300" tIns="76200" rIns="114300" bIns="76200">
                      <a:noAutofit/>
                    </a:bodyPr>
                    <a:lstStyle/>
                    <a:p>
                      <a:r>
                        <a:rPr sz="1425" b="0">
                          <a:solidFill>
                            <a:srgbClr val="17324D"/>
                          </a:solidFill>
                          <a:latin typeface="Arial"/>
                          <a:ea typeface="Arial"/>
                          <a:cs typeface="Arial"/>
                        </a:rPr>
                        <a:t>Poor prediction</a:t>
                      </a:r>
                    </a:p>
                  </a:txBody>
                  <a:tcPr marL="91440" marR="91440" marT="45720" marB="45720" anchor="ctr">
                    <a:lnL w="5715">
                      <a:solidFill>
                        <a:srgbClr val="D8E4ED"/>
                      </a:solidFill>
                      <a:prstDash val="solid"/>
                    </a:lnL>
                    <a:lnR w="5715">
                      <a:solidFill>
                        <a:srgbClr val="D8E4ED"/>
                      </a:solidFill>
                      <a:prstDash val="solid"/>
                    </a:lnR>
                    <a:lnB w="5715">
                      <a:solidFill>
                        <a:srgbClr val="D8E4ED"/>
                      </a:solidFill>
                      <a:prstDash val="solid"/>
                    </a:lnB>
                    <a:solidFill>
                      <a:srgbClr val="FFFFFF"/>
                    </a:solidFill>
                  </a:tcPr>
                </a:tc>
                <a:tc>
                  <a:txBody>
                    <a:bodyPr lIns="114300" tIns="76200" rIns="114300" bIns="76200">
                      <a:noAutofit/>
                    </a:bodyPr>
                    <a:lstStyle/>
                    <a:p>
                      <a:r>
                        <a:rPr sz="1425" b="0">
                          <a:solidFill>
                            <a:srgbClr val="17324D"/>
                          </a:solidFill>
                          <a:latin typeface="Arial"/>
                          <a:ea typeface="Arial"/>
                          <a:cs typeface="Arial"/>
                        </a:rPr>
                        <a:t>Actual motion misses the plan</a:t>
                      </a:r>
                    </a:p>
                  </a:txBody>
                  <a:tcPr marL="91440" marR="91440" marT="45720" marB="45720" anchor="ctr">
                    <a:lnR w="5715">
                      <a:solidFill>
                        <a:srgbClr val="D8E4ED"/>
                      </a:solidFill>
                      <a:prstDash val="solid"/>
                    </a:lnR>
                    <a:lnB w="5715">
                      <a:solidFill>
                        <a:srgbClr val="D8E4ED"/>
                      </a:solidFill>
                      <a:prstDash val="solid"/>
                    </a:lnB>
                    <a:solidFill>
                      <a:srgbClr val="FFFFFF"/>
                    </a:solidFill>
                  </a:tcPr>
                </a:tc>
                <a:tc>
                  <a:txBody>
                    <a:bodyPr lIns="114300" tIns="76200" rIns="114300" bIns="76200">
                      <a:noAutofit/>
                    </a:bodyPr>
                    <a:lstStyle/>
                    <a:p>
                      <a:r>
                        <a:rPr sz="1425" b="0">
                          <a:solidFill>
                            <a:srgbClr val="17324D"/>
                          </a:solidFill>
                          <a:latin typeface="Arial"/>
                          <a:ea typeface="Arial"/>
                          <a:cs typeface="Arial"/>
                        </a:rPr>
                        <a:t>Improve the model or estimate</a:t>
                      </a:r>
                    </a:p>
                  </a:txBody>
                  <a:tcPr marL="91440" marR="91440" marT="45720" marB="45720" anchor="ctr">
                    <a:lnR w="5715">
                      <a:solidFill>
                        <a:srgbClr val="D8E4ED"/>
                      </a:solidFill>
                      <a:prstDash val="solid"/>
                    </a:lnR>
                    <a:lnB w="5715">
                      <a:solidFill>
                        <a:srgbClr val="D8E4ED"/>
                      </a:solidFill>
                      <a:prstDash val="solid"/>
                    </a:lnB>
                    <a:solidFill>
                      <a:srgbClr val="FFFFFF"/>
                    </a:solidFill>
                  </a:tcPr>
                </a:tc>
              </a:tr>
              <a:tr h="609600">
                <a:tc>
                  <a:txBody>
                    <a:bodyPr lIns="114300" tIns="76200" rIns="114300" bIns="76200">
                      <a:noAutofit/>
                    </a:bodyPr>
                    <a:lstStyle/>
                    <a:p>
                      <a:r>
                        <a:rPr sz="1425" b="0">
                          <a:solidFill>
                            <a:srgbClr val="17324D"/>
                          </a:solidFill>
                          <a:latin typeface="Arial"/>
                          <a:ea typeface="Arial"/>
                          <a:cs typeface="Arial"/>
                        </a:rPr>
                        <a:t>Impossible request</a:t>
                      </a:r>
                    </a:p>
                  </a:txBody>
                  <a:tcPr marL="91440" marR="91440" marT="45720" marB="45720" anchor="ctr">
                    <a:lnL w="5715">
                      <a:solidFill>
                        <a:srgbClr val="D8E4ED"/>
                      </a:solidFill>
                      <a:prstDash val="solid"/>
                    </a:lnL>
                    <a:lnR w="5715">
                      <a:solidFill>
                        <a:srgbClr val="D8E4ED"/>
                      </a:solidFill>
                      <a:prstDash val="solid"/>
                    </a:lnR>
                    <a:lnB w="5715">
                      <a:solidFill>
                        <a:srgbClr val="D8E4ED"/>
                      </a:solidFill>
                      <a:prstDash val="solid"/>
                    </a:lnB>
                    <a:solidFill>
                      <a:srgbClr val="F1F6FA"/>
                    </a:solidFill>
                  </a:tcPr>
                </a:tc>
                <a:tc>
                  <a:txBody>
                    <a:bodyPr lIns="114300" tIns="76200" rIns="114300" bIns="76200">
                      <a:noAutofit/>
                    </a:bodyPr>
                    <a:lstStyle/>
                    <a:p>
                      <a:r>
                        <a:rPr sz="1425" b="0">
                          <a:solidFill>
                            <a:srgbClr val="17324D"/>
                          </a:solidFill>
                          <a:latin typeface="Arial"/>
                          <a:ea typeface="Arial"/>
                          <a:cs typeface="Arial"/>
                        </a:rPr>
                        <a:t>Tracking remains poor</a:t>
                      </a:r>
                    </a:p>
                  </a:txBody>
                  <a:tcPr marL="91440" marR="91440" marT="45720" marB="45720" anchor="ctr">
                    <a:lnR w="5715">
                      <a:solidFill>
                        <a:srgbClr val="D8E4ED"/>
                      </a:solidFill>
                      <a:prstDash val="solid"/>
                    </a:lnR>
                    <a:lnB w="5715">
                      <a:solidFill>
                        <a:srgbClr val="D8E4ED"/>
                      </a:solidFill>
                      <a:prstDash val="solid"/>
                    </a:lnB>
                    <a:solidFill>
                      <a:srgbClr val="F1F6FA"/>
                    </a:solidFill>
                  </a:tcPr>
                </a:tc>
                <a:tc>
                  <a:txBody>
                    <a:bodyPr lIns="114300" tIns="76200" rIns="114300" bIns="76200">
                      <a:noAutofit/>
                    </a:bodyPr>
                    <a:lstStyle/>
                    <a:p>
                      <a:r>
                        <a:rPr sz="1425" b="0">
                          <a:solidFill>
                            <a:srgbClr val="17324D"/>
                          </a:solidFill>
                          <a:latin typeface="Arial"/>
                          <a:ea typeface="Arial"/>
                          <a:cs typeface="Arial"/>
                        </a:rPr>
                        <a:t>Slow down or replan</a:t>
                      </a:r>
                    </a:p>
                  </a:txBody>
                  <a:tcPr marL="91440" marR="91440" marT="45720" marB="45720" anchor="ctr">
                    <a:lnR w="5715">
                      <a:solidFill>
                        <a:srgbClr val="D8E4ED"/>
                      </a:solidFill>
                      <a:prstDash val="solid"/>
                    </a:lnR>
                    <a:lnB w="5715">
                      <a:solidFill>
                        <a:srgbClr val="D8E4ED"/>
                      </a:solidFill>
                      <a:prstDash val="solid"/>
                    </a:lnB>
                    <a:solidFill>
                      <a:srgbClr val="F1F6FA"/>
                    </a:solidFill>
                  </a:tcPr>
                </a:tc>
              </a:tr>
              <a:tr h="609600">
                <a:tc>
                  <a:txBody>
                    <a:bodyPr lIns="114300" tIns="76200" rIns="114300" bIns="76200">
                      <a:noAutofit/>
                    </a:bodyPr>
                    <a:lstStyle/>
                    <a:p>
                      <a:r>
                        <a:rPr sz="1425" b="0">
                          <a:solidFill>
                            <a:srgbClr val="17324D"/>
                          </a:solidFill>
                          <a:latin typeface="Arial"/>
                          <a:ea typeface="Arial"/>
                          <a:cs typeface="Arial"/>
                        </a:rPr>
                        <a:t>Slow computation</a:t>
                      </a:r>
                    </a:p>
                  </a:txBody>
                  <a:tcPr marL="91440" marR="91440" marT="45720" marB="45720" anchor="ctr">
                    <a:lnL w="5715">
                      <a:solidFill>
                        <a:srgbClr val="D8E4ED"/>
                      </a:solidFill>
                      <a:prstDash val="solid"/>
                    </a:lnL>
                    <a:lnR w="5715">
                      <a:solidFill>
                        <a:srgbClr val="D8E4ED"/>
                      </a:solidFill>
                      <a:prstDash val="solid"/>
                    </a:lnR>
                    <a:lnB w="5715">
                      <a:solidFill>
                        <a:srgbClr val="D8E4ED"/>
                      </a:solidFill>
                      <a:prstDash val="solid"/>
                    </a:lnB>
                    <a:solidFill>
                      <a:srgbClr val="FFFFFF"/>
                    </a:solidFill>
                  </a:tcPr>
                </a:tc>
                <a:tc>
                  <a:txBody>
                    <a:bodyPr lIns="114300" tIns="76200" rIns="114300" bIns="76200">
                      <a:noAutofit/>
                    </a:bodyPr>
                    <a:lstStyle/>
                    <a:p>
                      <a:r>
                        <a:rPr sz="1425" b="0">
                          <a:solidFill>
                            <a:srgbClr val="17324D"/>
                          </a:solidFill>
                          <a:latin typeface="Arial"/>
                          <a:ea typeface="Arial"/>
                          <a:cs typeface="Arial"/>
                        </a:rPr>
                        <a:t>A new command arrives late</a:t>
                      </a:r>
                    </a:p>
                  </a:txBody>
                  <a:tcPr marL="91440" marR="91440" marT="45720" marB="45720" anchor="ctr">
                    <a:lnR w="5715">
                      <a:solidFill>
                        <a:srgbClr val="D8E4ED"/>
                      </a:solidFill>
                      <a:prstDash val="solid"/>
                    </a:lnR>
                    <a:lnB w="5715">
                      <a:solidFill>
                        <a:srgbClr val="D8E4ED"/>
                      </a:solidFill>
                      <a:prstDash val="solid"/>
                    </a:lnB>
                    <a:solidFill>
                      <a:srgbClr val="FFFFFF"/>
                    </a:solidFill>
                  </a:tcPr>
                </a:tc>
                <a:tc>
                  <a:txBody>
                    <a:bodyPr lIns="114300" tIns="76200" rIns="114300" bIns="76200">
                      <a:noAutofit/>
                    </a:bodyPr>
                    <a:lstStyle/>
                    <a:p>
                      <a:r>
                        <a:rPr sz="1425" b="0">
                          <a:solidFill>
                            <a:srgbClr val="17324D"/>
                          </a:solidFill>
                          <a:latin typeface="Arial"/>
                          <a:ea typeface="Arial"/>
                          <a:cs typeface="Arial"/>
                        </a:rPr>
                        <a:t>Bound the work and use a fallback</a:t>
                      </a:r>
                    </a:p>
                  </a:txBody>
                  <a:tcPr marL="91440" marR="91440" marT="45720" marB="45720" anchor="ctr">
                    <a:lnR w="5715">
                      <a:solidFill>
                        <a:srgbClr val="D8E4ED"/>
                      </a:solidFill>
                      <a:prstDash val="solid"/>
                    </a:lnR>
                    <a:lnB w="5715">
                      <a:solidFill>
                        <a:srgbClr val="D8E4ED"/>
                      </a:solidFill>
                      <a:prstDash val="solid"/>
                    </a:lnB>
                    <a:solidFill>
                      <a:srgbClr val="FFFFFF"/>
                    </a:solidFill>
                  </a:tcPr>
                </a:tc>
              </a:tr>
              <a:tr h="609600">
                <a:tc>
                  <a:txBody>
                    <a:bodyPr lIns="114300" tIns="76200" rIns="114300" bIns="76200">
                      <a:noAutofit/>
                    </a:bodyPr>
                    <a:lstStyle/>
                    <a:p>
                      <a:r>
                        <a:rPr sz="1425" b="0">
                          <a:solidFill>
                            <a:srgbClr val="17324D"/>
                          </a:solidFill>
                          <a:latin typeface="Arial"/>
                          <a:ea typeface="Arial"/>
                          <a:cs typeface="Arial"/>
                        </a:rPr>
                        <a:t>Missing constraints</a:t>
                      </a:r>
                    </a:p>
                  </a:txBody>
                  <a:tcPr marL="91440" marR="91440" marT="45720" marB="45720" anchor="ctr">
                    <a:lnL w="5715">
                      <a:solidFill>
                        <a:srgbClr val="D8E4ED"/>
                      </a:solidFill>
                      <a:prstDash val="solid"/>
                    </a:lnL>
                    <a:lnR w="5715">
                      <a:solidFill>
                        <a:srgbClr val="D8E4ED"/>
                      </a:solidFill>
                      <a:prstDash val="solid"/>
                    </a:lnR>
                    <a:lnB w="5715">
                      <a:solidFill>
                        <a:srgbClr val="D8E4ED"/>
                      </a:solidFill>
                      <a:prstDash val="solid"/>
                    </a:lnB>
                    <a:solidFill>
                      <a:srgbClr val="F1F6FA"/>
                    </a:solidFill>
                  </a:tcPr>
                </a:tc>
                <a:tc>
                  <a:txBody>
                    <a:bodyPr lIns="114300" tIns="76200" rIns="114300" bIns="76200">
                      <a:noAutofit/>
                    </a:bodyPr>
                    <a:lstStyle/>
                    <a:p>
                      <a:r>
                        <a:rPr sz="1425" b="0">
                          <a:solidFill>
                            <a:srgbClr val="17324D"/>
                          </a:solidFill>
                          <a:latin typeface="Arial"/>
                          <a:ea typeface="Arial"/>
                          <a:cs typeface="Arial"/>
                        </a:rPr>
                        <a:t>The plan ignores a real limit</a:t>
                      </a:r>
                    </a:p>
                  </a:txBody>
                  <a:tcPr marL="91440" marR="91440" marT="45720" marB="45720" anchor="ctr">
                    <a:lnR w="5715">
                      <a:solidFill>
                        <a:srgbClr val="D8E4ED"/>
                      </a:solidFill>
                      <a:prstDash val="solid"/>
                    </a:lnR>
                    <a:lnB w="5715">
                      <a:solidFill>
                        <a:srgbClr val="D8E4ED"/>
                      </a:solidFill>
                      <a:prstDash val="solid"/>
                    </a:lnB>
                    <a:solidFill>
                      <a:srgbClr val="F1F6FA"/>
                    </a:solidFill>
                  </a:tcPr>
                </a:tc>
                <a:tc>
                  <a:txBody>
                    <a:bodyPr lIns="114300" tIns="76200" rIns="114300" bIns="76200">
                      <a:noAutofit/>
                    </a:bodyPr>
                    <a:lstStyle/>
                    <a:p>
                      <a:r>
                        <a:rPr sz="1425" b="0">
                          <a:solidFill>
                            <a:srgbClr val="17324D"/>
                          </a:solidFill>
                          <a:latin typeface="Arial"/>
                          <a:ea typeface="Arial"/>
                          <a:cs typeface="Arial"/>
                        </a:rPr>
                        <a:t>Represent and test that limit</a:t>
                      </a:r>
                    </a:p>
                  </a:txBody>
                  <a:tcPr marL="91440" marR="91440" marT="45720" marB="45720" anchor="ctr">
                    <a:lnR w="5715">
                      <a:solidFill>
                        <a:srgbClr val="D8E4ED"/>
                      </a:solidFill>
                      <a:prstDash val="solid"/>
                    </a:lnR>
                    <a:lnB w="5715">
                      <a:solidFill>
                        <a:srgbClr val="D8E4ED"/>
                      </a:solidFill>
                      <a:prstDash val="solid"/>
                    </a:lnB>
                    <a:solidFill>
                      <a:srgbClr val="F1F6FA"/>
                    </a:solidFill>
                  </a:tcPr>
                </a:tc>
              </a:tr>
            </a:tbl>
          </a:graphicData>
        </a:graphic>
      </p:graphicFrame>
    </p:spTree>
    <p:extLst>
      <p:ext uri="{BB962C8B-B14F-4D97-AF65-F5344CB8AC3E}">
        <p14:creationId xmlns:p14="http://schemas.microsoft.com/office/powerpoint/2010/main" val="1297268258"/>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2D5AADD9-28C3-4814-B20F-119C78D3A712}"/>
              </a:ext>
            </a:extLst>
          </p:cNvPr>
          <p:cNvPicPr>
            <a:picLocks xmlns:a="http://schemas.openxmlformats.org/drawingml/2006/main" noChangeAspect="1"/>
          </p:cNvPicPr>
          <p:nvPr/>
        </p:nvPicPr>
        <p:blipFill>
          <a:blip xmlns:r="http://schemas.openxmlformats.org/officeDocument/2006/relationships" xmlns:a="http://schemas.openxmlformats.org/drawingml/2006/main" r:embed="Ree1a1dfc76ae4919"/>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Compare under the same conditions">
            <a:extLst xmlns:a="http://schemas.openxmlformats.org/drawingml/2006/main">
              <a:ext uri="{FF2B5EF4-FFF2-40B4-BE49-F238E27FC236}">
                <a16:creationId xmlns:a16="http://schemas.microsoft.com/office/drawing/2014/main" id="{56376657-49A7-4DAE-8EAB-EEE5E9DEA94E}"/>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550" b="0">
                <a:solidFill>
                  <a:srgbClr val="00A0DF"/>
                </a:solidFill>
                <a:latin typeface="Arial"/>
                <a:ea typeface="Arial"/>
                <a:cs typeface="Arial"/>
              </a:defRPr>
            </a:defPPr>
            <a:lvl1pPr>
              <a:defRPr sz="2550" b="0">
                <a:solidFill>
                  <a:srgbClr val="00A0DF"/>
                </a:solidFill>
                <a:latin typeface="Arial"/>
                <a:ea typeface="Arial"/>
                <a:cs typeface="Arial"/>
              </a:defRPr>
            </a:lvl1pPr>
            <a:lvl2pPr>
              <a:defRPr sz="2550" b="0">
                <a:solidFill>
                  <a:srgbClr val="00A0DF"/>
                </a:solidFill>
                <a:latin typeface="Arial"/>
                <a:ea typeface="Arial"/>
                <a:cs typeface="Arial"/>
              </a:defRPr>
            </a:lvl2pPr>
            <a:lvl3pPr>
              <a:defRPr sz="2550" b="0">
                <a:solidFill>
                  <a:srgbClr val="00A0DF"/>
                </a:solidFill>
                <a:latin typeface="Arial"/>
                <a:ea typeface="Arial"/>
                <a:cs typeface="Arial"/>
              </a:defRPr>
            </a:lvl3pPr>
            <a:lvl4pPr>
              <a:defRPr sz="2550" b="0">
                <a:solidFill>
                  <a:srgbClr val="00A0DF"/>
                </a:solidFill>
                <a:latin typeface="Arial"/>
                <a:ea typeface="Arial"/>
                <a:cs typeface="Arial"/>
              </a:defRPr>
            </a:lvl4pPr>
            <a:lvl5pPr>
              <a:defRPr sz="2550" b="0">
                <a:solidFill>
                  <a:srgbClr val="00A0DF"/>
                </a:solidFill>
                <a:latin typeface="Arial"/>
                <a:ea typeface="Arial"/>
                <a:cs typeface="Arial"/>
              </a:defRPr>
            </a:lvl5pPr>
            <a:lvl6pPr>
              <a:defRPr sz="2550" b="0">
                <a:solidFill>
                  <a:srgbClr val="00A0DF"/>
                </a:solidFill>
                <a:latin typeface="Arial"/>
                <a:ea typeface="Arial"/>
                <a:cs typeface="Arial"/>
              </a:defRPr>
            </a:lvl6pPr>
            <a:lvl7pPr>
              <a:defRPr sz="2550" b="0">
                <a:solidFill>
                  <a:srgbClr val="00A0DF"/>
                </a:solidFill>
                <a:latin typeface="Arial"/>
                <a:ea typeface="Arial"/>
                <a:cs typeface="Arial"/>
              </a:defRPr>
            </a:lvl7pPr>
            <a:lvl8pPr>
              <a:defRPr sz="2550" b="0">
                <a:solidFill>
                  <a:srgbClr val="00A0DF"/>
                </a:solidFill>
                <a:latin typeface="Arial"/>
                <a:ea typeface="Arial"/>
                <a:cs typeface="Arial"/>
              </a:defRPr>
            </a:lvl8pPr>
            <a:lvl9pPr>
              <a:defRPr sz="2550" b="0">
                <a:solidFill>
                  <a:srgbClr val="00A0DF"/>
                </a:solidFill>
                <a:latin typeface="Arial"/>
                <a:ea typeface="Arial"/>
                <a:cs typeface="Arial"/>
              </a:defRPr>
            </a:lvl9pPr>
          </a:lstStyle>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Compare under the same conditions</a:t>
            </a:r>
          </a:p>
        </p:txBody>
      </p:sp>
      <p:sp>
        <p:nvSpPr>
          <p:cNvPr id="3" name="29">
            <a:extLst xmlns:a="http://schemas.openxmlformats.org/drawingml/2006/main">
              <a:ext uri="{FF2B5EF4-FFF2-40B4-BE49-F238E27FC236}">
                <a16:creationId xmlns:a16="http://schemas.microsoft.com/office/drawing/2014/main" id="{2653AE20-3B46-4243-8C53-166AF2804392}"/>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00539F"/>
                </a:solidFill>
                <a:latin typeface="Arial"/>
                <a:ea typeface="Arial"/>
                <a:cs typeface="Arial"/>
              </a:defRPr>
            </a:defPPr>
            <a:lvl1pPr>
              <a:defRPr sz="1200" b="0">
                <a:solidFill>
                  <a:srgbClr val="00539F"/>
                </a:solidFill>
                <a:latin typeface="Arial"/>
                <a:ea typeface="Arial"/>
                <a:cs typeface="Arial"/>
              </a:defRPr>
            </a:lvl1pPr>
            <a:lvl2pPr>
              <a:defRPr sz="1200" b="0">
                <a:solidFill>
                  <a:srgbClr val="00539F"/>
                </a:solidFill>
                <a:latin typeface="Arial"/>
                <a:ea typeface="Arial"/>
                <a:cs typeface="Arial"/>
              </a:defRPr>
            </a:lvl2pPr>
            <a:lvl3pPr>
              <a:defRPr sz="1200" b="0">
                <a:solidFill>
                  <a:srgbClr val="00539F"/>
                </a:solidFill>
                <a:latin typeface="Arial"/>
                <a:ea typeface="Arial"/>
                <a:cs typeface="Arial"/>
              </a:defRPr>
            </a:lvl3pPr>
            <a:lvl4pPr>
              <a:defRPr sz="1200" b="0">
                <a:solidFill>
                  <a:srgbClr val="00539F"/>
                </a:solidFill>
                <a:latin typeface="Arial"/>
                <a:ea typeface="Arial"/>
                <a:cs typeface="Arial"/>
              </a:defRPr>
            </a:lvl4pPr>
            <a:lvl5pPr>
              <a:defRPr sz="1200" b="0">
                <a:solidFill>
                  <a:srgbClr val="00539F"/>
                </a:solidFill>
                <a:latin typeface="Arial"/>
                <a:ea typeface="Arial"/>
                <a:cs typeface="Arial"/>
              </a:defRPr>
            </a:lvl5pPr>
            <a:lvl6pPr>
              <a:defRPr sz="1200" b="0">
                <a:solidFill>
                  <a:srgbClr val="00539F"/>
                </a:solidFill>
                <a:latin typeface="Arial"/>
                <a:ea typeface="Arial"/>
                <a:cs typeface="Arial"/>
              </a:defRPr>
            </a:lvl6pPr>
            <a:lvl7pPr>
              <a:defRPr sz="1200" b="0">
                <a:solidFill>
                  <a:srgbClr val="00539F"/>
                </a:solidFill>
                <a:latin typeface="Arial"/>
                <a:ea typeface="Arial"/>
                <a:cs typeface="Arial"/>
              </a:defRPr>
            </a:lvl7pPr>
            <a:lvl8pPr>
              <a:defRPr sz="1200" b="0">
                <a:solidFill>
                  <a:srgbClr val="00539F"/>
                </a:solidFill>
                <a:latin typeface="Arial"/>
                <a:ea typeface="Arial"/>
                <a:cs typeface="Arial"/>
              </a:defRPr>
            </a:lvl8pPr>
            <a:lvl9pPr>
              <a:defRPr sz="1200" b="0">
                <a:solidFill>
                  <a:srgbClr val="00539F"/>
                </a:solidFill>
                <a:latin typeface="Arial"/>
                <a:ea typeface="Arial"/>
                <a:cs typeface="Arial"/>
              </a:defRPr>
            </a:lvl9pPr>
          </a:lstStyle>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29</a:t>
            </a:r>
          </a:p>
        </p:txBody>
      </p:sp>
      <p:pic>
        <p:nvPicPr>
          <p:cNvPr id="4" name="">
            <a:extLst xmlns:a="http://schemas.openxmlformats.org/drawingml/2006/main">
              <a:ext uri="{FF2B5EF4-FFF2-40B4-BE49-F238E27FC236}">
                <a16:creationId xmlns:a16="http://schemas.microsoft.com/office/drawing/2014/main" id="{DE0ABA82-CEA6-4F0E-B5A3-C5FD6A5C6281}"/>
              </a:ext>
            </a:extLst>
          </p:cNvPr>
          <p:cNvPicPr>
            <a:picLocks xmlns:a="http://schemas.openxmlformats.org/drawingml/2006/main" noChangeAspect="1"/>
          </p:cNvPicPr>
          <p:nvPr/>
        </p:nvPicPr>
        <p:blipFill>
          <a:blip xmlns:r="http://schemas.openxmlformats.org/officeDocument/2006/relationships" xmlns:a="http://schemas.openxmlformats.org/drawingml/2006/main" r:embed="R4daacc28a3c146a1"/>
          <a:stretch xmlns:a="http://schemas.openxmlformats.org/drawingml/2006/main"/>
        </p:blipFill>
        <p:spPr>
          <a:xfrm xmlns:a="http://schemas.openxmlformats.org/drawingml/2006/main">
            <a:off x="495300" y="1500188"/>
            <a:ext cx="5524500" cy="2762250"/>
          </a:xfrm>
          <a:prstGeom xmlns:a="http://schemas.openxmlformats.org/drawingml/2006/main" prst="rect">
            <a:avLst/>
          </a:prstGeom>
        </p:spPr>
      </p:pic>
      <p:sp>
        <p:nvSpPr>
          <p:cNvPr id="5" name="Each colored vehicle follows the same path.&#10;&#10;All receive the sam">
            <a:extLst xmlns:a="http://schemas.openxmlformats.org/drawingml/2006/main">
              <a:ext uri="{FF2B5EF4-FFF2-40B4-BE49-F238E27FC236}">
                <a16:creationId xmlns:a16="http://schemas.microsoft.com/office/drawing/2014/main" id="{AE3EEC65-582C-4DA6-8D40-42874A08C648}"/>
              </a:ext>
            </a:extLst>
          </p:cNvPr>
          <p:cNvSpPr>
            <a:spLocks xmlns:a="http://schemas.openxmlformats.org/drawingml/2006/main" noGrp="1"/>
          </p:cNvSpPr>
          <p:nvPr/>
        </p:nvSpPr>
        <p:spPr>
          <a:xfrm xmlns:a="http://schemas.openxmlformats.org/drawingml/2006/main">
            <a:off x="6286500" y="1476375"/>
            <a:ext cx="236220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650" b="0">
                <a:solidFill>
                  <a:srgbClr val="17324D"/>
                </a:solidFill>
                <a:latin typeface="Arial"/>
                <a:ea typeface="Arial"/>
                <a:cs typeface="Arial"/>
              </a:defRPr>
            </a:defPPr>
            <a:lvl1pPr>
              <a:defRPr sz="1650" b="0">
                <a:solidFill>
                  <a:srgbClr val="17324D"/>
                </a:solidFill>
                <a:latin typeface="Arial"/>
                <a:ea typeface="Arial"/>
                <a:cs typeface="Arial"/>
              </a:defRPr>
            </a:lvl1pPr>
            <a:lvl2pPr>
              <a:defRPr sz="1650" b="0">
                <a:solidFill>
                  <a:srgbClr val="17324D"/>
                </a:solidFill>
                <a:latin typeface="Arial"/>
                <a:ea typeface="Arial"/>
                <a:cs typeface="Arial"/>
              </a:defRPr>
            </a:lvl2pPr>
            <a:lvl3pPr>
              <a:defRPr sz="1650" b="0">
                <a:solidFill>
                  <a:srgbClr val="17324D"/>
                </a:solidFill>
                <a:latin typeface="Arial"/>
                <a:ea typeface="Arial"/>
                <a:cs typeface="Arial"/>
              </a:defRPr>
            </a:lvl3pPr>
            <a:lvl4pPr>
              <a:defRPr sz="1650" b="0">
                <a:solidFill>
                  <a:srgbClr val="17324D"/>
                </a:solidFill>
                <a:latin typeface="Arial"/>
                <a:ea typeface="Arial"/>
                <a:cs typeface="Arial"/>
              </a:defRPr>
            </a:lvl4pPr>
            <a:lvl5pPr>
              <a:defRPr sz="1650" b="0">
                <a:solidFill>
                  <a:srgbClr val="17324D"/>
                </a:solidFill>
                <a:latin typeface="Arial"/>
                <a:ea typeface="Arial"/>
                <a:cs typeface="Arial"/>
              </a:defRPr>
            </a:lvl5pPr>
            <a:lvl6pPr>
              <a:defRPr sz="1650" b="0">
                <a:solidFill>
                  <a:srgbClr val="17324D"/>
                </a:solidFill>
                <a:latin typeface="Arial"/>
                <a:ea typeface="Arial"/>
                <a:cs typeface="Arial"/>
              </a:defRPr>
            </a:lvl6pPr>
            <a:lvl7pPr>
              <a:defRPr sz="1650" b="0">
                <a:solidFill>
                  <a:srgbClr val="17324D"/>
                </a:solidFill>
                <a:latin typeface="Arial"/>
                <a:ea typeface="Arial"/>
                <a:cs typeface="Arial"/>
              </a:defRPr>
            </a:lvl7pPr>
            <a:lvl8pPr>
              <a:defRPr sz="1650" b="0">
                <a:solidFill>
                  <a:srgbClr val="17324D"/>
                </a:solidFill>
                <a:latin typeface="Arial"/>
                <a:ea typeface="Arial"/>
                <a:cs typeface="Arial"/>
              </a:defRPr>
            </a:lvl8pPr>
            <a:lvl9pPr>
              <a:defRPr sz="1650" b="0">
                <a:solidFill>
                  <a:srgbClr val="17324D"/>
                </a:solidFill>
                <a:latin typeface="Arial"/>
                <a:ea typeface="Arial"/>
                <a:cs typeface="Arial"/>
              </a:defRPr>
            </a:lvl9pPr>
          </a:lstStyle>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Each colored vehicle follows the same path.</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All receive the same speed and actuator conditions.</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Change one condition and watch the comparison change.</a:t>
            </a:r>
          </a:p>
        </p:txBody>
      </p:sp>
      <p:sp>
        <p:nvSpPr>
          <p:cNvPr id="6" name="Open interactive demonstration">
            <a:extLst xmlns:a="http://schemas.openxmlformats.org/drawingml/2006/main">
              <a:ext uri="{FF2B5EF4-FFF2-40B4-BE49-F238E27FC236}">
                <a16:creationId xmlns:a16="http://schemas.microsoft.com/office/drawing/2014/main" id="{17D9BA0B-927E-4668-9DF8-8FFFA0318C65}"/>
              </a:ext>
            </a:extLst>
          </p:cNvPr>
          <p:cNvSpPr>
            <a:spLocks xmlns:a="http://schemas.openxmlformats.org/drawingml/2006/main" noGrp="1"/>
          </p:cNvSpPr>
          <p:nvPr/>
        </p:nvSpPr>
        <p:spPr>
          <a:xfrm xmlns:a="http://schemas.openxmlformats.org/drawingml/2006/main">
            <a:off x="523875" y="4543425"/>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425" b="0">
                <a:solidFill>
                  <a:srgbClr val="00539F"/>
                </a:solidFill>
                <a:latin typeface="Arial"/>
                <a:ea typeface="Arial"/>
                <a:cs typeface="Arial"/>
              </a:defRPr>
            </a:defPPr>
            <a:lvl1pPr>
              <a:defRPr sz="1425" b="0">
                <a:solidFill>
                  <a:srgbClr val="00539F"/>
                </a:solidFill>
                <a:latin typeface="Arial"/>
                <a:ea typeface="Arial"/>
                <a:cs typeface="Arial"/>
              </a:defRPr>
            </a:lvl1pPr>
            <a:lvl2pPr>
              <a:defRPr sz="1425" b="0">
                <a:solidFill>
                  <a:srgbClr val="00539F"/>
                </a:solidFill>
                <a:latin typeface="Arial"/>
                <a:ea typeface="Arial"/>
                <a:cs typeface="Arial"/>
              </a:defRPr>
            </a:lvl2pPr>
            <a:lvl3pPr>
              <a:defRPr sz="1425" b="0">
                <a:solidFill>
                  <a:srgbClr val="00539F"/>
                </a:solidFill>
                <a:latin typeface="Arial"/>
                <a:ea typeface="Arial"/>
                <a:cs typeface="Arial"/>
              </a:defRPr>
            </a:lvl3pPr>
            <a:lvl4pPr>
              <a:defRPr sz="1425" b="0">
                <a:solidFill>
                  <a:srgbClr val="00539F"/>
                </a:solidFill>
                <a:latin typeface="Arial"/>
                <a:ea typeface="Arial"/>
                <a:cs typeface="Arial"/>
              </a:defRPr>
            </a:lvl4pPr>
            <a:lvl5pPr>
              <a:defRPr sz="1425" b="0">
                <a:solidFill>
                  <a:srgbClr val="00539F"/>
                </a:solidFill>
                <a:latin typeface="Arial"/>
                <a:ea typeface="Arial"/>
                <a:cs typeface="Arial"/>
              </a:defRPr>
            </a:lvl5pPr>
            <a:lvl6pPr>
              <a:defRPr sz="1425" b="0">
                <a:solidFill>
                  <a:srgbClr val="00539F"/>
                </a:solidFill>
                <a:latin typeface="Arial"/>
                <a:ea typeface="Arial"/>
                <a:cs typeface="Arial"/>
              </a:defRPr>
            </a:lvl6pPr>
            <a:lvl7pPr>
              <a:defRPr sz="1425" b="0">
                <a:solidFill>
                  <a:srgbClr val="00539F"/>
                </a:solidFill>
                <a:latin typeface="Arial"/>
                <a:ea typeface="Arial"/>
                <a:cs typeface="Arial"/>
              </a:defRPr>
            </a:lvl7pPr>
            <a:lvl8pPr>
              <a:defRPr sz="1425" b="0">
                <a:solidFill>
                  <a:srgbClr val="00539F"/>
                </a:solidFill>
                <a:latin typeface="Arial"/>
                <a:ea typeface="Arial"/>
                <a:cs typeface="Arial"/>
              </a:defRPr>
            </a:lvl8pPr>
            <a:lvl9pPr>
              <a:defRPr sz="1425" b="0">
                <a:solidFill>
                  <a:srgbClr val="00539F"/>
                </a:solidFill>
                <a:latin typeface="Arial"/>
                <a:ea typeface="Arial"/>
                <a:cs typeface="Arial"/>
              </a:defRPr>
            </a:lvl9pPr>
          </a:lstStyle>
          <a:p xmlns:a="http://schemas.openxmlformats.org/drawingml/2006/main">
            <a:pPr>
              <a:defRPr sz="1425" b="0">
                <a:solidFill>
                  <a:srgbClr val="00539F"/>
                </a:solidFill>
                <a:latin typeface="Arial"/>
                <a:ea typeface="Arial"/>
                <a:cs typeface="Arial"/>
              </a:defRPr>
            </a:pPr>
            <a:r>
              <a:rPr u="sng">
                <a:hlinkClick xmlns:r="http://schemas.openxmlformats.org/officeDocument/2006/relationships" r:id="R994d695b7cf24853"/>
              </a:rPr>
              <a:t>Open interactive demonstration</a:t>
            </a:r>
          </a:p>
        </p:txBody>
      </p:sp>
    </p:spTree>
    <p:extLst>
      <p:ext uri="{BB962C8B-B14F-4D97-AF65-F5344CB8AC3E}">
        <p14:creationId xmlns:p14="http://schemas.microsoft.com/office/powerpoint/2010/main" val="295678938"/>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B234AD99-B4A7-4897-819F-46EE0CC20A2E}"/>
              </a:ext>
            </a:extLst>
          </p:cNvPr>
          <p:cNvPicPr>
            <a:picLocks xmlns:a="http://schemas.openxmlformats.org/drawingml/2006/main" noChangeAspect="1"/>
          </p:cNvPicPr>
          <p:nvPr/>
        </p:nvPicPr>
        <p:blipFill>
          <a:blip xmlns:r="http://schemas.openxmlformats.org/officeDocument/2006/relationships" xmlns:a="http://schemas.openxmlformats.org/drawingml/2006/main" r:embed="Rb9fef02dffe941b7"/>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Read the shape of the response">
            <a:extLst xmlns:a="http://schemas.openxmlformats.org/drawingml/2006/main">
              <a:ext uri="{FF2B5EF4-FFF2-40B4-BE49-F238E27FC236}">
                <a16:creationId xmlns:a16="http://schemas.microsoft.com/office/drawing/2014/main" id="{BFEC9021-5F08-4E07-99D4-C1E2ADA0F24F}"/>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550" b="0">
                <a:solidFill>
                  <a:srgbClr val="00A0DF"/>
                </a:solidFill>
                <a:latin typeface="Arial"/>
                <a:ea typeface="Arial"/>
                <a:cs typeface="Arial"/>
              </a:defRPr>
            </a:defPPr>
            <a:lvl1pPr>
              <a:defRPr sz="2550" b="0">
                <a:solidFill>
                  <a:srgbClr val="00A0DF"/>
                </a:solidFill>
                <a:latin typeface="Arial"/>
                <a:ea typeface="Arial"/>
                <a:cs typeface="Arial"/>
              </a:defRPr>
            </a:lvl1pPr>
            <a:lvl2pPr>
              <a:defRPr sz="2550" b="0">
                <a:solidFill>
                  <a:srgbClr val="00A0DF"/>
                </a:solidFill>
                <a:latin typeface="Arial"/>
                <a:ea typeface="Arial"/>
                <a:cs typeface="Arial"/>
              </a:defRPr>
            </a:lvl2pPr>
            <a:lvl3pPr>
              <a:defRPr sz="2550" b="0">
                <a:solidFill>
                  <a:srgbClr val="00A0DF"/>
                </a:solidFill>
                <a:latin typeface="Arial"/>
                <a:ea typeface="Arial"/>
                <a:cs typeface="Arial"/>
              </a:defRPr>
            </a:lvl3pPr>
            <a:lvl4pPr>
              <a:defRPr sz="2550" b="0">
                <a:solidFill>
                  <a:srgbClr val="00A0DF"/>
                </a:solidFill>
                <a:latin typeface="Arial"/>
                <a:ea typeface="Arial"/>
                <a:cs typeface="Arial"/>
              </a:defRPr>
            </a:lvl4pPr>
            <a:lvl5pPr>
              <a:defRPr sz="2550" b="0">
                <a:solidFill>
                  <a:srgbClr val="00A0DF"/>
                </a:solidFill>
                <a:latin typeface="Arial"/>
                <a:ea typeface="Arial"/>
                <a:cs typeface="Arial"/>
              </a:defRPr>
            </a:lvl5pPr>
            <a:lvl6pPr>
              <a:defRPr sz="2550" b="0">
                <a:solidFill>
                  <a:srgbClr val="00A0DF"/>
                </a:solidFill>
                <a:latin typeface="Arial"/>
                <a:ea typeface="Arial"/>
                <a:cs typeface="Arial"/>
              </a:defRPr>
            </a:lvl6pPr>
            <a:lvl7pPr>
              <a:defRPr sz="2550" b="0">
                <a:solidFill>
                  <a:srgbClr val="00A0DF"/>
                </a:solidFill>
                <a:latin typeface="Arial"/>
                <a:ea typeface="Arial"/>
                <a:cs typeface="Arial"/>
              </a:defRPr>
            </a:lvl7pPr>
            <a:lvl8pPr>
              <a:defRPr sz="2550" b="0">
                <a:solidFill>
                  <a:srgbClr val="00A0DF"/>
                </a:solidFill>
                <a:latin typeface="Arial"/>
                <a:ea typeface="Arial"/>
                <a:cs typeface="Arial"/>
              </a:defRPr>
            </a:lvl8pPr>
            <a:lvl9pPr>
              <a:defRPr sz="2550" b="0">
                <a:solidFill>
                  <a:srgbClr val="00A0DF"/>
                </a:solidFill>
                <a:latin typeface="Arial"/>
                <a:ea typeface="Arial"/>
                <a:cs typeface="Arial"/>
              </a:defRPr>
            </a:lvl9pPr>
          </a:lstStyle>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Read the shape of the response</a:t>
            </a:r>
          </a:p>
        </p:txBody>
      </p:sp>
      <p:sp>
        <p:nvSpPr>
          <p:cNvPr id="3" name="30">
            <a:extLst xmlns:a="http://schemas.openxmlformats.org/drawingml/2006/main">
              <a:ext uri="{FF2B5EF4-FFF2-40B4-BE49-F238E27FC236}">
                <a16:creationId xmlns:a16="http://schemas.microsoft.com/office/drawing/2014/main" id="{B812061E-B875-47F8-BC5F-88E45333A342}"/>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00539F"/>
                </a:solidFill>
                <a:latin typeface="Arial"/>
                <a:ea typeface="Arial"/>
                <a:cs typeface="Arial"/>
              </a:defRPr>
            </a:defPPr>
            <a:lvl1pPr>
              <a:defRPr sz="1200" b="0">
                <a:solidFill>
                  <a:srgbClr val="00539F"/>
                </a:solidFill>
                <a:latin typeface="Arial"/>
                <a:ea typeface="Arial"/>
                <a:cs typeface="Arial"/>
              </a:defRPr>
            </a:lvl1pPr>
            <a:lvl2pPr>
              <a:defRPr sz="1200" b="0">
                <a:solidFill>
                  <a:srgbClr val="00539F"/>
                </a:solidFill>
                <a:latin typeface="Arial"/>
                <a:ea typeface="Arial"/>
                <a:cs typeface="Arial"/>
              </a:defRPr>
            </a:lvl2pPr>
            <a:lvl3pPr>
              <a:defRPr sz="1200" b="0">
                <a:solidFill>
                  <a:srgbClr val="00539F"/>
                </a:solidFill>
                <a:latin typeface="Arial"/>
                <a:ea typeface="Arial"/>
                <a:cs typeface="Arial"/>
              </a:defRPr>
            </a:lvl3pPr>
            <a:lvl4pPr>
              <a:defRPr sz="1200" b="0">
                <a:solidFill>
                  <a:srgbClr val="00539F"/>
                </a:solidFill>
                <a:latin typeface="Arial"/>
                <a:ea typeface="Arial"/>
                <a:cs typeface="Arial"/>
              </a:defRPr>
            </a:lvl4pPr>
            <a:lvl5pPr>
              <a:defRPr sz="1200" b="0">
                <a:solidFill>
                  <a:srgbClr val="00539F"/>
                </a:solidFill>
                <a:latin typeface="Arial"/>
                <a:ea typeface="Arial"/>
                <a:cs typeface="Arial"/>
              </a:defRPr>
            </a:lvl5pPr>
            <a:lvl6pPr>
              <a:defRPr sz="1200" b="0">
                <a:solidFill>
                  <a:srgbClr val="00539F"/>
                </a:solidFill>
                <a:latin typeface="Arial"/>
                <a:ea typeface="Arial"/>
                <a:cs typeface="Arial"/>
              </a:defRPr>
            </a:lvl6pPr>
            <a:lvl7pPr>
              <a:defRPr sz="1200" b="0">
                <a:solidFill>
                  <a:srgbClr val="00539F"/>
                </a:solidFill>
                <a:latin typeface="Arial"/>
                <a:ea typeface="Arial"/>
                <a:cs typeface="Arial"/>
              </a:defRPr>
            </a:lvl7pPr>
            <a:lvl8pPr>
              <a:defRPr sz="1200" b="0">
                <a:solidFill>
                  <a:srgbClr val="00539F"/>
                </a:solidFill>
                <a:latin typeface="Arial"/>
                <a:ea typeface="Arial"/>
                <a:cs typeface="Arial"/>
              </a:defRPr>
            </a:lvl8pPr>
            <a:lvl9pPr>
              <a:defRPr sz="1200" b="0">
                <a:solidFill>
                  <a:srgbClr val="00539F"/>
                </a:solidFill>
                <a:latin typeface="Arial"/>
                <a:ea typeface="Arial"/>
                <a:cs typeface="Arial"/>
              </a:defRPr>
            </a:lvl9pPr>
          </a:lstStyle>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30</a:t>
            </a:r>
          </a:p>
        </p:txBody>
      </p:sp>
      <p:pic>
        <p:nvPicPr>
          <p:cNvPr id="4" name="">
            <a:extLst xmlns:a="http://schemas.openxmlformats.org/drawingml/2006/main">
              <a:ext uri="{FF2B5EF4-FFF2-40B4-BE49-F238E27FC236}">
                <a16:creationId xmlns:a16="http://schemas.microsoft.com/office/drawing/2014/main" id="{40A5E1E9-3175-44CC-835A-528668C74723}"/>
              </a:ext>
            </a:extLst>
          </p:cNvPr>
          <p:cNvPicPr>
            <a:picLocks xmlns:a="http://schemas.openxmlformats.org/drawingml/2006/main" noChangeAspect="1"/>
          </p:cNvPicPr>
          <p:nvPr/>
        </p:nvPicPr>
        <p:blipFill>
          <a:blip xmlns:r="http://schemas.openxmlformats.org/officeDocument/2006/relationships" xmlns:a="http://schemas.openxmlformats.org/drawingml/2006/main" r:embed="R35c05c7452df4996"/>
          <a:stretch xmlns:a="http://schemas.openxmlformats.org/drawingml/2006/main"/>
        </p:blipFill>
        <p:spPr>
          <a:xfrm xmlns:a="http://schemas.openxmlformats.org/drawingml/2006/main">
            <a:off x="495300" y="1942148"/>
            <a:ext cx="5524500" cy="1878330"/>
          </a:xfrm>
          <a:prstGeom xmlns:a="http://schemas.openxmlformats.org/drawingml/2006/main" prst="rect">
            <a:avLst/>
          </a:prstGeom>
        </p:spPr>
      </p:pic>
      <p:sp>
        <p:nvSpPr>
          <p:cNvPr id="5" name="A brief startup correction can settle down.&#10;&#10;Repeated swings sug">
            <a:extLst xmlns:a="http://schemas.openxmlformats.org/drawingml/2006/main">
              <a:ext uri="{FF2B5EF4-FFF2-40B4-BE49-F238E27FC236}">
                <a16:creationId xmlns:a16="http://schemas.microsoft.com/office/drawing/2014/main" id="{405FF0C4-8416-4961-AC59-DB1D12A22CFA}"/>
              </a:ext>
            </a:extLst>
          </p:cNvPr>
          <p:cNvSpPr>
            <a:spLocks xmlns:a="http://schemas.openxmlformats.org/drawingml/2006/main" noGrp="1"/>
          </p:cNvSpPr>
          <p:nvPr/>
        </p:nvSpPr>
        <p:spPr>
          <a:xfrm xmlns:a="http://schemas.openxmlformats.org/drawingml/2006/main">
            <a:off x="6286500" y="1476375"/>
            <a:ext cx="236220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650" b="0">
                <a:solidFill>
                  <a:srgbClr val="17324D"/>
                </a:solidFill>
                <a:latin typeface="Arial"/>
                <a:ea typeface="Arial"/>
                <a:cs typeface="Arial"/>
              </a:defRPr>
            </a:defPPr>
            <a:lvl1pPr>
              <a:defRPr sz="1650" b="0">
                <a:solidFill>
                  <a:srgbClr val="17324D"/>
                </a:solidFill>
                <a:latin typeface="Arial"/>
                <a:ea typeface="Arial"/>
                <a:cs typeface="Arial"/>
              </a:defRPr>
            </a:lvl1pPr>
            <a:lvl2pPr>
              <a:defRPr sz="1650" b="0">
                <a:solidFill>
                  <a:srgbClr val="17324D"/>
                </a:solidFill>
                <a:latin typeface="Arial"/>
                <a:ea typeface="Arial"/>
                <a:cs typeface="Arial"/>
              </a:defRPr>
            </a:lvl2pPr>
            <a:lvl3pPr>
              <a:defRPr sz="1650" b="0">
                <a:solidFill>
                  <a:srgbClr val="17324D"/>
                </a:solidFill>
                <a:latin typeface="Arial"/>
                <a:ea typeface="Arial"/>
                <a:cs typeface="Arial"/>
              </a:defRPr>
            </a:lvl3pPr>
            <a:lvl4pPr>
              <a:defRPr sz="1650" b="0">
                <a:solidFill>
                  <a:srgbClr val="17324D"/>
                </a:solidFill>
                <a:latin typeface="Arial"/>
                <a:ea typeface="Arial"/>
                <a:cs typeface="Arial"/>
              </a:defRPr>
            </a:lvl4pPr>
            <a:lvl5pPr>
              <a:defRPr sz="1650" b="0">
                <a:solidFill>
                  <a:srgbClr val="17324D"/>
                </a:solidFill>
                <a:latin typeface="Arial"/>
                <a:ea typeface="Arial"/>
                <a:cs typeface="Arial"/>
              </a:defRPr>
            </a:lvl5pPr>
            <a:lvl6pPr>
              <a:defRPr sz="1650" b="0">
                <a:solidFill>
                  <a:srgbClr val="17324D"/>
                </a:solidFill>
                <a:latin typeface="Arial"/>
                <a:ea typeface="Arial"/>
                <a:cs typeface="Arial"/>
              </a:defRPr>
            </a:lvl6pPr>
            <a:lvl7pPr>
              <a:defRPr sz="1650" b="0">
                <a:solidFill>
                  <a:srgbClr val="17324D"/>
                </a:solidFill>
                <a:latin typeface="Arial"/>
                <a:ea typeface="Arial"/>
                <a:cs typeface="Arial"/>
              </a:defRPr>
            </a:lvl7pPr>
            <a:lvl8pPr>
              <a:defRPr sz="1650" b="0">
                <a:solidFill>
                  <a:srgbClr val="17324D"/>
                </a:solidFill>
                <a:latin typeface="Arial"/>
                <a:ea typeface="Arial"/>
                <a:cs typeface="Arial"/>
              </a:defRPr>
            </a:lvl8pPr>
            <a:lvl9pPr>
              <a:defRPr sz="1650" b="0">
                <a:solidFill>
                  <a:srgbClr val="17324D"/>
                </a:solidFill>
                <a:latin typeface="Arial"/>
                <a:ea typeface="Arial"/>
                <a:cs typeface="Arial"/>
              </a:defRPr>
            </a:lvl9pPr>
          </a:lstStyle>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A brief startup correction can settle down.</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Repeated swings suggest continuing trouble.</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A small typical error can still hide a large miss.</a:t>
            </a:r>
          </a:p>
        </p:txBody>
      </p:sp>
      <p:sp>
        <p:nvSpPr>
          <p:cNvPr id="6" name="Open interactive demonstration">
            <a:extLst xmlns:a="http://schemas.openxmlformats.org/drawingml/2006/main">
              <a:ext uri="{FF2B5EF4-FFF2-40B4-BE49-F238E27FC236}">
                <a16:creationId xmlns:a16="http://schemas.microsoft.com/office/drawing/2014/main" id="{A8BE3FD2-72A9-476B-AA33-DB216FB6F83F}"/>
              </a:ext>
            </a:extLst>
          </p:cNvPr>
          <p:cNvSpPr>
            <a:spLocks xmlns:a="http://schemas.openxmlformats.org/drawingml/2006/main" noGrp="1"/>
          </p:cNvSpPr>
          <p:nvPr/>
        </p:nvSpPr>
        <p:spPr>
          <a:xfrm xmlns:a="http://schemas.openxmlformats.org/drawingml/2006/main">
            <a:off x="523875" y="4543425"/>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425" b="0">
                <a:solidFill>
                  <a:srgbClr val="00539F"/>
                </a:solidFill>
                <a:latin typeface="Arial"/>
                <a:ea typeface="Arial"/>
                <a:cs typeface="Arial"/>
              </a:defRPr>
            </a:defPPr>
            <a:lvl1pPr>
              <a:defRPr sz="1425" b="0">
                <a:solidFill>
                  <a:srgbClr val="00539F"/>
                </a:solidFill>
                <a:latin typeface="Arial"/>
                <a:ea typeface="Arial"/>
                <a:cs typeface="Arial"/>
              </a:defRPr>
            </a:lvl1pPr>
            <a:lvl2pPr>
              <a:defRPr sz="1425" b="0">
                <a:solidFill>
                  <a:srgbClr val="00539F"/>
                </a:solidFill>
                <a:latin typeface="Arial"/>
                <a:ea typeface="Arial"/>
                <a:cs typeface="Arial"/>
              </a:defRPr>
            </a:lvl2pPr>
            <a:lvl3pPr>
              <a:defRPr sz="1425" b="0">
                <a:solidFill>
                  <a:srgbClr val="00539F"/>
                </a:solidFill>
                <a:latin typeface="Arial"/>
                <a:ea typeface="Arial"/>
                <a:cs typeface="Arial"/>
              </a:defRPr>
            </a:lvl3pPr>
            <a:lvl4pPr>
              <a:defRPr sz="1425" b="0">
                <a:solidFill>
                  <a:srgbClr val="00539F"/>
                </a:solidFill>
                <a:latin typeface="Arial"/>
                <a:ea typeface="Arial"/>
                <a:cs typeface="Arial"/>
              </a:defRPr>
            </a:lvl4pPr>
            <a:lvl5pPr>
              <a:defRPr sz="1425" b="0">
                <a:solidFill>
                  <a:srgbClr val="00539F"/>
                </a:solidFill>
                <a:latin typeface="Arial"/>
                <a:ea typeface="Arial"/>
                <a:cs typeface="Arial"/>
              </a:defRPr>
            </a:lvl5pPr>
            <a:lvl6pPr>
              <a:defRPr sz="1425" b="0">
                <a:solidFill>
                  <a:srgbClr val="00539F"/>
                </a:solidFill>
                <a:latin typeface="Arial"/>
                <a:ea typeface="Arial"/>
                <a:cs typeface="Arial"/>
              </a:defRPr>
            </a:lvl6pPr>
            <a:lvl7pPr>
              <a:defRPr sz="1425" b="0">
                <a:solidFill>
                  <a:srgbClr val="00539F"/>
                </a:solidFill>
                <a:latin typeface="Arial"/>
                <a:ea typeface="Arial"/>
                <a:cs typeface="Arial"/>
              </a:defRPr>
            </a:lvl7pPr>
            <a:lvl8pPr>
              <a:defRPr sz="1425" b="0">
                <a:solidFill>
                  <a:srgbClr val="00539F"/>
                </a:solidFill>
                <a:latin typeface="Arial"/>
                <a:ea typeface="Arial"/>
                <a:cs typeface="Arial"/>
              </a:defRPr>
            </a:lvl8pPr>
            <a:lvl9pPr>
              <a:defRPr sz="1425" b="0">
                <a:solidFill>
                  <a:srgbClr val="00539F"/>
                </a:solidFill>
                <a:latin typeface="Arial"/>
                <a:ea typeface="Arial"/>
                <a:cs typeface="Arial"/>
              </a:defRPr>
            </a:lvl9pPr>
          </a:lstStyle>
          <a:p xmlns:a="http://schemas.openxmlformats.org/drawingml/2006/main">
            <a:pPr>
              <a:defRPr sz="1425" b="0">
                <a:solidFill>
                  <a:srgbClr val="00539F"/>
                </a:solidFill>
                <a:latin typeface="Arial"/>
                <a:ea typeface="Arial"/>
                <a:cs typeface="Arial"/>
              </a:defRPr>
            </a:pPr>
            <a:r>
              <a:rPr u="sng">
                <a:hlinkClick xmlns:r="http://schemas.openxmlformats.org/officeDocument/2006/relationships" r:id="R1c0a707d60ec44ba"/>
              </a:rPr>
              <a:t>Open interactive demonstration</a:t>
            </a:r>
          </a:p>
        </p:txBody>
      </p:sp>
    </p:spTree>
    <p:extLst>
      <p:ext uri="{BB962C8B-B14F-4D97-AF65-F5344CB8AC3E}">
        <p14:creationId xmlns:p14="http://schemas.microsoft.com/office/powerpoint/2010/main" val="1212723752"/>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5" name="">
            <a:extLst xmlns:a="http://schemas.openxmlformats.org/drawingml/2006/main">
              <a:ext uri="{FF2B5EF4-FFF2-40B4-BE49-F238E27FC236}">
                <a16:creationId xmlns:a16="http://schemas.microsoft.com/office/drawing/2014/main" id="{6DB3A86E-41DD-4E69-AFFA-5A0BB0CAC746}"/>
              </a:ext>
            </a:extLst>
          </p:cNvPr>
          <p:cNvPicPr>
            <a:picLocks xmlns:a="http://schemas.openxmlformats.org/drawingml/2006/main" noChangeAspect="1"/>
          </p:cNvPicPr>
          <p:nvPr/>
        </p:nvPicPr>
        <p:blipFill>
          <a:blip xmlns:r="http://schemas.openxmlformats.org/officeDocument/2006/relationships" xmlns:a="http://schemas.openxmlformats.org/drawingml/2006/main" r:embed="R6a716960db744767"/>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Choose for the situation">
            <a:extLst xmlns:a="http://schemas.openxmlformats.org/drawingml/2006/main">
              <a:ext uri="{FF2B5EF4-FFF2-40B4-BE49-F238E27FC236}">
                <a16:creationId xmlns:a16="http://schemas.microsoft.com/office/drawing/2014/main" id="{6E596ED8-7FAA-44F6-9F70-267245DB6FA3}"/>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550" b="0">
                <a:solidFill>
                  <a:srgbClr val="00A0DF"/>
                </a:solidFill>
                <a:latin typeface="Arial"/>
                <a:ea typeface="Arial"/>
                <a:cs typeface="Arial"/>
              </a:defRPr>
            </a:defPPr>
            <a:lvl1pPr>
              <a:defRPr sz="2550" b="0">
                <a:solidFill>
                  <a:srgbClr val="00A0DF"/>
                </a:solidFill>
                <a:latin typeface="Arial"/>
                <a:ea typeface="Arial"/>
                <a:cs typeface="Arial"/>
              </a:defRPr>
            </a:lvl1pPr>
            <a:lvl2pPr>
              <a:defRPr sz="2550" b="0">
                <a:solidFill>
                  <a:srgbClr val="00A0DF"/>
                </a:solidFill>
                <a:latin typeface="Arial"/>
                <a:ea typeface="Arial"/>
                <a:cs typeface="Arial"/>
              </a:defRPr>
            </a:lvl2pPr>
            <a:lvl3pPr>
              <a:defRPr sz="2550" b="0">
                <a:solidFill>
                  <a:srgbClr val="00A0DF"/>
                </a:solidFill>
                <a:latin typeface="Arial"/>
                <a:ea typeface="Arial"/>
                <a:cs typeface="Arial"/>
              </a:defRPr>
            </a:lvl3pPr>
            <a:lvl4pPr>
              <a:defRPr sz="2550" b="0">
                <a:solidFill>
                  <a:srgbClr val="00A0DF"/>
                </a:solidFill>
                <a:latin typeface="Arial"/>
                <a:ea typeface="Arial"/>
                <a:cs typeface="Arial"/>
              </a:defRPr>
            </a:lvl4pPr>
            <a:lvl5pPr>
              <a:defRPr sz="2550" b="0">
                <a:solidFill>
                  <a:srgbClr val="00A0DF"/>
                </a:solidFill>
                <a:latin typeface="Arial"/>
                <a:ea typeface="Arial"/>
                <a:cs typeface="Arial"/>
              </a:defRPr>
            </a:lvl5pPr>
            <a:lvl6pPr>
              <a:defRPr sz="2550" b="0">
                <a:solidFill>
                  <a:srgbClr val="00A0DF"/>
                </a:solidFill>
                <a:latin typeface="Arial"/>
                <a:ea typeface="Arial"/>
                <a:cs typeface="Arial"/>
              </a:defRPr>
            </a:lvl6pPr>
            <a:lvl7pPr>
              <a:defRPr sz="2550" b="0">
                <a:solidFill>
                  <a:srgbClr val="00A0DF"/>
                </a:solidFill>
                <a:latin typeface="Arial"/>
                <a:ea typeface="Arial"/>
                <a:cs typeface="Arial"/>
              </a:defRPr>
            </a:lvl7pPr>
            <a:lvl8pPr>
              <a:defRPr sz="2550" b="0">
                <a:solidFill>
                  <a:srgbClr val="00A0DF"/>
                </a:solidFill>
                <a:latin typeface="Arial"/>
                <a:ea typeface="Arial"/>
                <a:cs typeface="Arial"/>
              </a:defRPr>
            </a:lvl8pPr>
            <a:lvl9pPr>
              <a:defRPr sz="2550" b="0">
                <a:solidFill>
                  <a:srgbClr val="00A0DF"/>
                </a:solidFill>
                <a:latin typeface="Arial"/>
                <a:ea typeface="Arial"/>
                <a:cs typeface="Arial"/>
              </a:defRPr>
            </a:lvl9pPr>
          </a:lstStyle>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Choose for the situation</a:t>
            </a:r>
          </a:p>
        </p:txBody>
      </p:sp>
      <p:sp>
        <p:nvSpPr>
          <p:cNvPr id="3" name="31">
            <a:extLst xmlns:a="http://schemas.openxmlformats.org/drawingml/2006/main">
              <a:ext uri="{FF2B5EF4-FFF2-40B4-BE49-F238E27FC236}">
                <a16:creationId xmlns:a16="http://schemas.microsoft.com/office/drawing/2014/main" id="{F9872AB6-C66E-4941-AC4B-9D4D5E4EFA48}"/>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00539F"/>
                </a:solidFill>
                <a:latin typeface="Arial"/>
                <a:ea typeface="Arial"/>
                <a:cs typeface="Arial"/>
              </a:defRPr>
            </a:defPPr>
            <a:lvl1pPr>
              <a:defRPr sz="1200" b="0">
                <a:solidFill>
                  <a:srgbClr val="00539F"/>
                </a:solidFill>
                <a:latin typeface="Arial"/>
                <a:ea typeface="Arial"/>
                <a:cs typeface="Arial"/>
              </a:defRPr>
            </a:lvl1pPr>
            <a:lvl2pPr>
              <a:defRPr sz="1200" b="0">
                <a:solidFill>
                  <a:srgbClr val="00539F"/>
                </a:solidFill>
                <a:latin typeface="Arial"/>
                <a:ea typeface="Arial"/>
                <a:cs typeface="Arial"/>
              </a:defRPr>
            </a:lvl2pPr>
            <a:lvl3pPr>
              <a:defRPr sz="1200" b="0">
                <a:solidFill>
                  <a:srgbClr val="00539F"/>
                </a:solidFill>
                <a:latin typeface="Arial"/>
                <a:ea typeface="Arial"/>
                <a:cs typeface="Arial"/>
              </a:defRPr>
            </a:lvl3pPr>
            <a:lvl4pPr>
              <a:defRPr sz="1200" b="0">
                <a:solidFill>
                  <a:srgbClr val="00539F"/>
                </a:solidFill>
                <a:latin typeface="Arial"/>
                <a:ea typeface="Arial"/>
                <a:cs typeface="Arial"/>
              </a:defRPr>
            </a:lvl4pPr>
            <a:lvl5pPr>
              <a:defRPr sz="1200" b="0">
                <a:solidFill>
                  <a:srgbClr val="00539F"/>
                </a:solidFill>
                <a:latin typeface="Arial"/>
                <a:ea typeface="Arial"/>
                <a:cs typeface="Arial"/>
              </a:defRPr>
            </a:lvl5pPr>
            <a:lvl6pPr>
              <a:defRPr sz="1200" b="0">
                <a:solidFill>
                  <a:srgbClr val="00539F"/>
                </a:solidFill>
                <a:latin typeface="Arial"/>
                <a:ea typeface="Arial"/>
                <a:cs typeface="Arial"/>
              </a:defRPr>
            </a:lvl6pPr>
            <a:lvl7pPr>
              <a:defRPr sz="1200" b="0">
                <a:solidFill>
                  <a:srgbClr val="00539F"/>
                </a:solidFill>
                <a:latin typeface="Arial"/>
                <a:ea typeface="Arial"/>
                <a:cs typeface="Arial"/>
              </a:defRPr>
            </a:lvl7pPr>
            <a:lvl8pPr>
              <a:defRPr sz="1200" b="0">
                <a:solidFill>
                  <a:srgbClr val="00539F"/>
                </a:solidFill>
                <a:latin typeface="Arial"/>
                <a:ea typeface="Arial"/>
                <a:cs typeface="Arial"/>
              </a:defRPr>
            </a:lvl8pPr>
            <a:lvl9pPr>
              <a:defRPr sz="1200" b="0">
                <a:solidFill>
                  <a:srgbClr val="00539F"/>
                </a:solidFill>
                <a:latin typeface="Arial"/>
                <a:ea typeface="Arial"/>
                <a:cs typeface="Arial"/>
              </a:defRPr>
            </a:lvl9pPr>
          </a:lstStyle>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31</a:t>
            </a:r>
          </a:p>
        </p:txBody>
      </p:sp>
      <p:graphicFrame>
        <p:nvGraphicFramePr>
          <p:cNvPr id="4" name="">
            <a:extLst xmlns:a="http://schemas.openxmlformats.org/drawingml/2006/main">
              <a:ext uri="{FF2B5EF4-FFF2-40B4-BE49-F238E27FC236}">
                <a16:creationId xmlns:a16="http://schemas.microsoft.com/office/drawing/2014/main" id="{C4ED7BF5-24BF-4F22-80E3-EAA1DEE4715F}"/>
              </a:ext>
            </a:extLst>
          </p:cNvPr>
          <p:cNvGraphicFramePr/>
          <p:nvPr/>
        </p:nvGraphicFramePr>
        <p:xfrm>
          <a:off xmlns:a="http://schemas.openxmlformats.org/drawingml/2006/main" x="523875" y="1457325"/>
          <a:ext xmlns:a="http://schemas.openxmlformats.org/drawingml/2006/main" cx="8096250" cy="3048000"/>
        </p:xfrm>
        <a:graphic xmlns:a="http://schemas.openxmlformats.org/drawingml/2006/main">
          <a:graphicData uri="http://schemas.openxmlformats.org/drawingml/2006/table">
            <a:tbl>
              <a:tblPr/>
              <a:tblGrid>
                <a:gridCol w="1762125"/>
                <a:gridCol w="3000375"/>
                <a:gridCol w="3333750"/>
              </a:tblGrid>
              <a:tr h="609600">
                <a:tc>
                  <a:txBody>
                    <a:bodyPr lIns="114300" tIns="76200" rIns="114300" bIns="76200">
                      <a:noAutofit/>
                    </a:bodyPr>
                    <a:lstStyle/>
                    <a:p>
                      <a:r>
                        <a:rPr sz="1425" b="1">
                          <a:solidFill>
                            <a:srgbClr val="FFFFFF"/>
                          </a:solidFill>
                          <a:latin typeface="Arial"/>
                          <a:ea typeface="Arial"/>
                          <a:cs typeface="Arial"/>
                        </a:rPr>
                        <a:t>Need</a:t>
                      </a:r>
                    </a:p>
                  </a:txBody>
                  <a:tcPr marL="91440" marR="91440" marT="45720" marB="45720" anchor="ctr">
                    <a:lnL w="5715">
                      <a:solidFill>
                        <a:srgbClr val="D8E4ED"/>
                      </a:solidFill>
                      <a:prstDash val="solid"/>
                    </a:lnL>
                    <a:lnR w="5715">
                      <a:solidFill>
                        <a:srgbClr val="D8E4ED"/>
                      </a:solidFill>
                      <a:prstDash val="solid"/>
                    </a:lnR>
                    <a:lnT w="5715">
                      <a:solidFill>
                        <a:srgbClr val="D8E4ED"/>
                      </a:solidFill>
                      <a:prstDash val="solid"/>
                    </a:lnT>
                    <a:lnB w="5715">
                      <a:solidFill>
                        <a:srgbClr val="D8E4ED"/>
                      </a:solidFill>
                      <a:prstDash val="solid"/>
                    </a:lnB>
                    <a:solidFill>
                      <a:srgbClr val="00539F"/>
                    </a:solidFill>
                  </a:tcPr>
                </a:tc>
                <a:tc>
                  <a:txBody>
                    <a:bodyPr lIns="114300" tIns="76200" rIns="114300" bIns="76200">
                      <a:noAutofit/>
                    </a:bodyPr>
                    <a:lstStyle/>
                    <a:p>
                      <a:r>
                        <a:rPr sz="1425" b="1">
                          <a:solidFill>
                            <a:srgbClr val="FFFFFF"/>
                          </a:solidFill>
                          <a:latin typeface="Arial"/>
                          <a:ea typeface="Arial"/>
                          <a:cs typeface="Arial"/>
                        </a:rPr>
                        <a:t>Useful starting point</a:t>
                      </a:r>
                    </a:p>
                  </a:txBody>
                  <a:tcPr marL="91440" marR="91440" marT="45720" marB="45720" anchor="ctr">
                    <a:lnR w="5715">
                      <a:solidFill>
                        <a:srgbClr val="D8E4ED"/>
                      </a:solidFill>
                      <a:prstDash val="solid"/>
                    </a:lnR>
                    <a:lnT w="5715">
                      <a:solidFill>
                        <a:srgbClr val="D8E4ED"/>
                      </a:solidFill>
                      <a:prstDash val="solid"/>
                    </a:lnT>
                    <a:lnB w="5715">
                      <a:solidFill>
                        <a:srgbClr val="D8E4ED"/>
                      </a:solidFill>
                      <a:prstDash val="solid"/>
                    </a:lnB>
                    <a:solidFill>
                      <a:srgbClr val="00539F"/>
                    </a:solidFill>
                  </a:tcPr>
                </a:tc>
                <a:tc>
                  <a:txBody>
                    <a:bodyPr lIns="114300" tIns="76200" rIns="114300" bIns="76200">
                      <a:noAutofit/>
                    </a:bodyPr>
                    <a:lstStyle/>
                    <a:p>
                      <a:r>
                        <a:rPr sz="1425" b="1">
                          <a:solidFill>
                            <a:srgbClr val="FFFFFF"/>
                          </a:solidFill>
                          <a:latin typeface="Arial"/>
                          <a:ea typeface="Arial"/>
                          <a:cs typeface="Arial"/>
                        </a:rPr>
                        <a:t>What still matters</a:t>
                      </a:r>
                    </a:p>
                  </a:txBody>
                  <a:tcPr marL="91440" marR="91440" marT="45720" marB="45720" anchor="ctr">
                    <a:lnR w="5715">
                      <a:solidFill>
                        <a:srgbClr val="D8E4ED"/>
                      </a:solidFill>
                      <a:prstDash val="solid"/>
                    </a:lnR>
                    <a:lnT w="5715">
                      <a:solidFill>
                        <a:srgbClr val="D8E4ED"/>
                      </a:solidFill>
                      <a:prstDash val="solid"/>
                    </a:lnT>
                    <a:lnB w="5715">
                      <a:solidFill>
                        <a:srgbClr val="D8E4ED"/>
                      </a:solidFill>
                      <a:prstDash val="solid"/>
                    </a:lnB>
                    <a:solidFill>
                      <a:srgbClr val="00539F"/>
                    </a:solidFill>
                  </a:tcPr>
                </a:tc>
              </a:tr>
              <a:tr h="609600">
                <a:tc>
                  <a:txBody>
                    <a:bodyPr lIns="114300" tIns="76200" rIns="114300" bIns="76200">
                      <a:noAutofit/>
                    </a:bodyPr>
                    <a:lstStyle/>
                    <a:p>
                      <a:r>
                        <a:rPr sz="1425" b="0">
                          <a:solidFill>
                            <a:srgbClr val="17324D"/>
                          </a:solidFill>
                          <a:latin typeface="Arial"/>
                          <a:ea typeface="Arial"/>
                          <a:cs typeface="Arial"/>
                        </a:rPr>
                        <a:t>Hold a speed</a:t>
                      </a:r>
                    </a:p>
                  </a:txBody>
                  <a:tcPr marL="91440" marR="91440" marT="45720" marB="45720" anchor="ctr">
                    <a:lnL w="5715">
                      <a:solidFill>
                        <a:srgbClr val="D8E4ED"/>
                      </a:solidFill>
                      <a:prstDash val="solid"/>
                    </a:lnL>
                    <a:lnR w="5715">
                      <a:solidFill>
                        <a:srgbClr val="D8E4ED"/>
                      </a:solidFill>
                      <a:prstDash val="solid"/>
                    </a:lnR>
                    <a:lnB w="5715">
                      <a:solidFill>
                        <a:srgbClr val="D8E4ED"/>
                      </a:solidFill>
                      <a:prstDash val="solid"/>
                    </a:lnB>
                    <a:solidFill>
                      <a:srgbClr val="FFFFFF"/>
                    </a:solidFill>
                  </a:tcPr>
                </a:tc>
                <a:tc>
                  <a:txBody>
                    <a:bodyPr lIns="114300" tIns="76200" rIns="114300" bIns="76200">
                      <a:noAutofit/>
                    </a:bodyPr>
                    <a:lstStyle/>
                    <a:p>
                      <a:r>
                        <a:rPr sz="1425" b="0">
                          <a:solidFill>
                            <a:srgbClr val="17324D"/>
                          </a:solidFill>
                          <a:latin typeface="Arial"/>
                          <a:ea typeface="Arial"/>
                          <a:cs typeface="Arial"/>
                        </a:rPr>
                        <a:t>PI/PID with anti-windup</a:t>
                      </a:r>
                    </a:p>
                  </a:txBody>
                  <a:tcPr marL="91440" marR="91440" marT="45720" marB="45720" anchor="ctr">
                    <a:lnR w="5715">
                      <a:solidFill>
                        <a:srgbClr val="D8E4ED"/>
                      </a:solidFill>
                      <a:prstDash val="solid"/>
                    </a:lnR>
                    <a:lnB w="5715">
                      <a:solidFill>
                        <a:srgbClr val="D8E4ED"/>
                      </a:solidFill>
                      <a:prstDash val="solid"/>
                    </a:lnB>
                    <a:solidFill>
                      <a:srgbClr val="FFFFFF"/>
                    </a:solidFill>
                  </a:tcPr>
                </a:tc>
                <a:tc>
                  <a:txBody>
                    <a:bodyPr lIns="114300" tIns="76200" rIns="114300" bIns="76200">
                      <a:noAutofit/>
                    </a:bodyPr>
                    <a:lstStyle/>
                    <a:p>
                      <a:r>
                        <a:rPr sz="1425" b="0">
                          <a:solidFill>
                            <a:srgbClr val="17324D"/>
                          </a:solidFill>
                          <a:latin typeface="Arial"/>
                          <a:ea typeface="Arial"/>
                          <a:cs typeface="Arial"/>
                        </a:rPr>
                        <a:t>Limits and disturbance response</a:t>
                      </a:r>
                    </a:p>
                  </a:txBody>
                  <a:tcPr marL="91440" marR="91440" marT="45720" marB="45720" anchor="ctr">
                    <a:lnR w="5715">
                      <a:solidFill>
                        <a:srgbClr val="D8E4ED"/>
                      </a:solidFill>
                      <a:prstDash val="solid"/>
                    </a:lnR>
                    <a:lnB w="5715">
                      <a:solidFill>
                        <a:srgbClr val="D8E4ED"/>
                      </a:solidFill>
                      <a:prstDash val="solid"/>
                    </a:lnB>
                    <a:solidFill>
                      <a:srgbClr val="FFFFFF"/>
                    </a:solidFill>
                  </a:tcPr>
                </a:tc>
              </a:tr>
              <a:tr h="609600">
                <a:tc>
                  <a:txBody>
                    <a:bodyPr lIns="114300" tIns="76200" rIns="114300" bIns="76200">
                      <a:noAutofit/>
                    </a:bodyPr>
                    <a:lstStyle/>
                    <a:p>
                      <a:r>
                        <a:rPr sz="1425" b="0">
                          <a:solidFill>
                            <a:srgbClr val="17324D"/>
                          </a:solidFill>
                          <a:latin typeface="Arial"/>
                          <a:ea typeface="Arial"/>
                          <a:cs typeface="Arial"/>
                        </a:rPr>
                        <a:t>Follow a simple path</a:t>
                      </a:r>
                    </a:p>
                  </a:txBody>
                  <a:tcPr marL="91440" marR="91440" marT="45720" marB="45720" anchor="ctr">
                    <a:lnL w="5715">
                      <a:solidFill>
                        <a:srgbClr val="D8E4ED"/>
                      </a:solidFill>
                      <a:prstDash val="solid"/>
                    </a:lnL>
                    <a:lnR w="5715">
                      <a:solidFill>
                        <a:srgbClr val="D8E4ED"/>
                      </a:solidFill>
                      <a:prstDash val="solid"/>
                    </a:lnR>
                    <a:lnB w="5715">
                      <a:solidFill>
                        <a:srgbClr val="D8E4ED"/>
                      </a:solidFill>
                      <a:prstDash val="solid"/>
                    </a:lnB>
                    <a:solidFill>
                      <a:srgbClr val="F1F6FA"/>
                    </a:solidFill>
                  </a:tcPr>
                </a:tc>
                <a:tc>
                  <a:txBody>
                    <a:bodyPr lIns="114300" tIns="76200" rIns="114300" bIns="76200">
                      <a:noAutofit/>
                    </a:bodyPr>
                    <a:lstStyle/>
                    <a:p>
                      <a:r>
                        <a:rPr sz="1425" b="0">
                          <a:solidFill>
                            <a:srgbClr val="17324D"/>
                          </a:solidFill>
                          <a:latin typeface="Arial"/>
                          <a:ea typeface="Arial"/>
                          <a:cs typeface="Arial"/>
                        </a:rPr>
                        <a:t>Pure Pursuit or Stanley</a:t>
                      </a:r>
                    </a:p>
                  </a:txBody>
                  <a:tcPr marL="91440" marR="91440" marT="45720" marB="45720" anchor="ctr">
                    <a:lnR w="5715">
                      <a:solidFill>
                        <a:srgbClr val="D8E4ED"/>
                      </a:solidFill>
                      <a:prstDash val="solid"/>
                    </a:lnR>
                    <a:lnB w="5715">
                      <a:solidFill>
                        <a:srgbClr val="D8E4ED"/>
                      </a:solidFill>
                      <a:prstDash val="solid"/>
                    </a:lnB>
                    <a:solidFill>
                      <a:srgbClr val="F1F6FA"/>
                    </a:solidFill>
                  </a:tcPr>
                </a:tc>
                <a:tc>
                  <a:txBody>
                    <a:bodyPr lIns="114300" tIns="76200" rIns="114300" bIns="76200">
                      <a:noAutofit/>
                    </a:bodyPr>
                    <a:lstStyle/>
                    <a:p>
                      <a:r>
                        <a:rPr sz="1425" b="0">
                          <a:solidFill>
                            <a:srgbClr val="17324D"/>
                          </a:solidFill>
                          <a:latin typeface="Arial"/>
                          <a:ea typeface="Arial"/>
                          <a:cs typeface="Arial"/>
                        </a:rPr>
                        <a:t>Speed, geometry, and delay</a:t>
                      </a:r>
                    </a:p>
                  </a:txBody>
                  <a:tcPr marL="91440" marR="91440" marT="45720" marB="45720" anchor="ctr">
                    <a:lnR w="5715">
                      <a:solidFill>
                        <a:srgbClr val="D8E4ED"/>
                      </a:solidFill>
                      <a:prstDash val="solid"/>
                    </a:lnR>
                    <a:lnB w="5715">
                      <a:solidFill>
                        <a:srgbClr val="D8E4ED"/>
                      </a:solidFill>
                      <a:prstDash val="solid"/>
                    </a:lnB>
                    <a:solidFill>
                      <a:srgbClr val="F1F6FA"/>
                    </a:solidFill>
                  </a:tcPr>
                </a:tc>
              </a:tr>
              <a:tr h="609600">
                <a:tc>
                  <a:txBody>
                    <a:bodyPr lIns="114300" tIns="76200" rIns="114300" bIns="76200">
                      <a:noAutofit/>
                    </a:bodyPr>
                    <a:lstStyle/>
                    <a:p>
                      <a:r>
                        <a:rPr sz="1425" b="0">
                          <a:solidFill>
                            <a:srgbClr val="17324D"/>
                          </a:solidFill>
                          <a:latin typeface="Arial"/>
                          <a:ea typeface="Arial"/>
                          <a:cs typeface="Arial"/>
                        </a:rPr>
                        <a:t>Use a reliable local model</a:t>
                      </a:r>
                    </a:p>
                  </a:txBody>
                  <a:tcPr marL="91440" marR="91440" marT="45720" marB="45720" anchor="ctr">
                    <a:lnL w="5715">
                      <a:solidFill>
                        <a:srgbClr val="D8E4ED"/>
                      </a:solidFill>
                      <a:prstDash val="solid"/>
                    </a:lnL>
                    <a:lnR w="5715">
                      <a:solidFill>
                        <a:srgbClr val="D8E4ED"/>
                      </a:solidFill>
                      <a:prstDash val="solid"/>
                    </a:lnR>
                    <a:lnB w="5715">
                      <a:solidFill>
                        <a:srgbClr val="D8E4ED"/>
                      </a:solidFill>
                      <a:prstDash val="solid"/>
                    </a:lnB>
                    <a:solidFill>
                      <a:srgbClr val="FFFFFF"/>
                    </a:solidFill>
                  </a:tcPr>
                </a:tc>
                <a:tc>
                  <a:txBody>
                    <a:bodyPr lIns="114300" tIns="76200" rIns="114300" bIns="76200">
                      <a:noAutofit/>
                    </a:bodyPr>
                    <a:lstStyle/>
                    <a:p>
                      <a:r>
                        <a:rPr sz="1425" b="0">
                          <a:solidFill>
                            <a:srgbClr val="17324D"/>
                          </a:solidFill>
                          <a:latin typeface="Arial"/>
                          <a:ea typeface="Arial"/>
                          <a:cs typeface="Arial"/>
                        </a:rPr>
                        <a:t>LQR</a:t>
                      </a:r>
                    </a:p>
                  </a:txBody>
                  <a:tcPr marL="91440" marR="91440" marT="45720" marB="45720" anchor="ctr">
                    <a:lnR w="5715">
                      <a:solidFill>
                        <a:srgbClr val="D8E4ED"/>
                      </a:solidFill>
                      <a:prstDash val="solid"/>
                    </a:lnR>
                    <a:lnB w="5715">
                      <a:solidFill>
                        <a:srgbClr val="D8E4ED"/>
                      </a:solidFill>
                      <a:prstDash val="solid"/>
                    </a:lnB>
                    <a:solidFill>
                      <a:srgbClr val="FFFFFF"/>
                    </a:solidFill>
                  </a:tcPr>
                </a:tc>
                <a:tc>
                  <a:txBody>
                    <a:bodyPr lIns="114300" tIns="76200" rIns="114300" bIns="76200">
                      <a:noAutofit/>
                    </a:bodyPr>
                    <a:lstStyle/>
                    <a:p>
                      <a:r>
                        <a:rPr sz="1425" b="0">
                          <a:solidFill>
                            <a:srgbClr val="17324D"/>
                          </a:solidFill>
                          <a:latin typeface="Arial"/>
                          <a:ea typeface="Arial"/>
                          <a:cs typeface="Arial"/>
                        </a:rPr>
                        <a:t>Tracking/steering tradeoff</a:t>
                      </a:r>
                    </a:p>
                  </a:txBody>
                  <a:tcPr marL="91440" marR="91440" marT="45720" marB="45720" anchor="ctr">
                    <a:lnR w="5715">
                      <a:solidFill>
                        <a:srgbClr val="D8E4ED"/>
                      </a:solidFill>
                      <a:prstDash val="solid"/>
                    </a:lnR>
                    <a:lnB w="5715">
                      <a:solidFill>
                        <a:srgbClr val="D8E4ED"/>
                      </a:solidFill>
                      <a:prstDash val="solid"/>
                    </a:lnB>
                    <a:solidFill>
                      <a:srgbClr val="FFFFFF"/>
                    </a:solidFill>
                  </a:tcPr>
                </a:tc>
              </a:tr>
              <a:tr h="609600">
                <a:tc>
                  <a:txBody>
                    <a:bodyPr lIns="114300" tIns="76200" rIns="114300" bIns="76200">
                      <a:noAutofit/>
                    </a:bodyPr>
                    <a:lstStyle/>
                    <a:p>
                      <a:r>
                        <a:rPr sz="1425" b="0">
                          <a:solidFill>
                            <a:srgbClr val="17324D"/>
                          </a:solidFill>
                          <a:latin typeface="Arial"/>
                          <a:ea typeface="Arial"/>
                          <a:cs typeface="Arial"/>
                        </a:rPr>
                        <a:t>Plan under input limits</a:t>
                      </a:r>
                    </a:p>
                  </a:txBody>
                  <a:tcPr marL="91440" marR="91440" marT="45720" marB="45720" anchor="ctr">
                    <a:lnL w="5715">
                      <a:solidFill>
                        <a:srgbClr val="D8E4ED"/>
                      </a:solidFill>
                      <a:prstDash val="solid"/>
                    </a:lnL>
                    <a:lnR w="5715">
                      <a:solidFill>
                        <a:srgbClr val="D8E4ED"/>
                      </a:solidFill>
                      <a:prstDash val="solid"/>
                    </a:lnR>
                    <a:lnB w="5715">
                      <a:solidFill>
                        <a:srgbClr val="D8E4ED"/>
                      </a:solidFill>
                      <a:prstDash val="solid"/>
                    </a:lnB>
                    <a:solidFill>
                      <a:srgbClr val="F1F6FA"/>
                    </a:solidFill>
                  </a:tcPr>
                </a:tc>
                <a:tc>
                  <a:txBody>
                    <a:bodyPr lIns="114300" tIns="76200" rIns="114300" bIns="76200">
                      <a:noAutofit/>
                    </a:bodyPr>
                    <a:lstStyle/>
                    <a:p>
                      <a:r>
                        <a:rPr sz="1425" b="0">
                          <a:solidFill>
                            <a:srgbClr val="17324D"/>
                          </a:solidFill>
                          <a:latin typeface="Arial"/>
                          <a:ea typeface="Arial"/>
                          <a:cs typeface="Arial"/>
                        </a:rPr>
                        <a:t>MPC</a:t>
                      </a:r>
                    </a:p>
                  </a:txBody>
                  <a:tcPr marL="91440" marR="91440" marT="45720" marB="45720" anchor="ctr">
                    <a:lnR w="5715">
                      <a:solidFill>
                        <a:srgbClr val="D8E4ED"/>
                      </a:solidFill>
                      <a:prstDash val="solid"/>
                    </a:lnR>
                    <a:lnB w="5715">
                      <a:solidFill>
                        <a:srgbClr val="D8E4ED"/>
                      </a:solidFill>
                      <a:prstDash val="solid"/>
                    </a:lnB>
                    <a:solidFill>
                      <a:srgbClr val="F1F6FA"/>
                    </a:solidFill>
                  </a:tcPr>
                </a:tc>
                <a:tc>
                  <a:txBody>
                    <a:bodyPr lIns="114300" tIns="76200" rIns="114300" bIns="76200">
                      <a:noAutofit/>
                    </a:bodyPr>
                    <a:lstStyle/>
                    <a:p>
                      <a:r>
                        <a:rPr sz="1425" b="0">
                          <a:solidFill>
                            <a:srgbClr val="17324D"/>
                          </a:solidFill>
                          <a:latin typeface="Arial"/>
                          <a:ea typeface="Arial"/>
                          <a:cs typeface="Arial"/>
                        </a:rPr>
                        <a:t>Prediction quality and compute</a:t>
                      </a:r>
                    </a:p>
                  </a:txBody>
                  <a:tcPr marL="91440" marR="91440" marT="45720" marB="45720" anchor="ctr">
                    <a:lnR w="5715">
                      <a:solidFill>
                        <a:srgbClr val="D8E4ED"/>
                      </a:solidFill>
                      <a:prstDash val="solid"/>
                    </a:lnR>
                    <a:lnB w="5715">
                      <a:solidFill>
                        <a:srgbClr val="D8E4ED"/>
                      </a:solidFill>
                      <a:prstDash val="solid"/>
                    </a:lnB>
                    <a:solidFill>
                      <a:srgbClr val="F1F6FA"/>
                    </a:solidFill>
                  </a:tcPr>
                </a:tc>
              </a:tr>
            </a:tbl>
          </a:graphicData>
        </a:graphic>
      </p:graphicFrame>
    </p:spTree>
    <p:extLst>
      <p:ext uri="{BB962C8B-B14F-4D97-AF65-F5344CB8AC3E}">
        <p14:creationId xmlns:p14="http://schemas.microsoft.com/office/powerpoint/2010/main" val="300333200"/>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5" name="">
            <a:extLst xmlns:a="http://schemas.openxmlformats.org/drawingml/2006/main">
              <a:ext uri="{FF2B5EF4-FFF2-40B4-BE49-F238E27FC236}">
                <a16:creationId xmlns:a16="http://schemas.microsoft.com/office/drawing/2014/main" id="{24DD2629-C84F-4164-9A4D-B4A1DD66F78B}"/>
              </a:ext>
            </a:extLst>
          </p:cNvPr>
          <p:cNvPicPr>
            <a:picLocks xmlns:a="http://schemas.openxmlformats.org/drawingml/2006/main" noChangeAspect="1"/>
          </p:cNvPicPr>
          <p:nvPr/>
        </p:nvPicPr>
        <p:blipFill>
          <a:blip xmlns:r="http://schemas.openxmlformats.org/officeDocument/2006/relationships" xmlns:a="http://schemas.openxmlformats.org/drawingml/2006/main" r:embed="R63d1ed58251a47ca"/>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Other ways to improve control">
            <a:extLst xmlns:a="http://schemas.openxmlformats.org/drawingml/2006/main">
              <a:ext uri="{FF2B5EF4-FFF2-40B4-BE49-F238E27FC236}">
                <a16:creationId xmlns:a16="http://schemas.microsoft.com/office/drawing/2014/main" id="{46BCDD93-46CD-4DBE-8F46-C231F0EFB42C}"/>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550" b="0">
                <a:solidFill>
                  <a:srgbClr val="00A0DF"/>
                </a:solidFill>
                <a:latin typeface="Arial"/>
                <a:ea typeface="Arial"/>
                <a:cs typeface="Arial"/>
              </a:defRPr>
            </a:defPPr>
            <a:lvl1pPr>
              <a:defRPr sz="2550" b="0">
                <a:solidFill>
                  <a:srgbClr val="00A0DF"/>
                </a:solidFill>
                <a:latin typeface="Arial"/>
                <a:ea typeface="Arial"/>
                <a:cs typeface="Arial"/>
              </a:defRPr>
            </a:lvl1pPr>
            <a:lvl2pPr>
              <a:defRPr sz="2550" b="0">
                <a:solidFill>
                  <a:srgbClr val="00A0DF"/>
                </a:solidFill>
                <a:latin typeface="Arial"/>
                <a:ea typeface="Arial"/>
                <a:cs typeface="Arial"/>
              </a:defRPr>
            </a:lvl2pPr>
            <a:lvl3pPr>
              <a:defRPr sz="2550" b="0">
                <a:solidFill>
                  <a:srgbClr val="00A0DF"/>
                </a:solidFill>
                <a:latin typeface="Arial"/>
                <a:ea typeface="Arial"/>
                <a:cs typeface="Arial"/>
              </a:defRPr>
            </a:lvl3pPr>
            <a:lvl4pPr>
              <a:defRPr sz="2550" b="0">
                <a:solidFill>
                  <a:srgbClr val="00A0DF"/>
                </a:solidFill>
                <a:latin typeface="Arial"/>
                <a:ea typeface="Arial"/>
                <a:cs typeface="Arial"/>
              </a:defRPr>
            </a:lvl4pPr>
            <a:lvl5pPr>
              <a:defRPr sz="2550" b="0">
                <a:solidFill>
                  <a:srgbClr val="00A0DF"/>
                </a:solidFill>
                <a:latin typeface="Arial"/>
                <a:ea typeface="Arial"/>
                <a:cs typeface="Arial"/>
              </a:defRPr>
            </a:lvl5pPr>
            <a:lvl6pPr>
              <a:defRPr sz="2550" b="0">
                <a:solidFill>
                  <a:srgbClr val="00A0DF"/>
                </a:solidFill>
                <a:latin typeface="Arial"/>
                <a:ea typeface="Arial"/>
                <a:cs typeface="Arial"/>
              </a:defRPr>
            </a:lvl6pPr>
            <a:lvl7pPr>
              <a:defRPr sz="2550" b="0">
                <a:solidFill>
                  <a:srgbClr val="00A0DF"/>
                </a:solidFill>
                <a:latin typeface="Arial"/>
                <a:ea typeface="Arial"/>
                <a:cs typeface="Arial"/>
              </a:defRPr>
            </a:lvl7pPr>
            <a:lvl8pPr>
              <a:defRPr sz="2550" b="0">
                <a:solidFill>
                  <a:srgbClr val="00A0DF"/>
                </a:solidFill>
                <a:latin typeface="Arial"/>
                <a:ea typeface="Arial"/>
                <a:cs typeface="Arial"/>
              </a:defRPr>
            </a:lvl8pPr>
            <a:lvl9pPr>
              <a:defRPr sz="2550" b="0">
                <a:solidFill>
                  <a:srgbClr val="00A0DF"/>
                </a:solidFill>
                <a:latin typeface="Arial"/>
                <a:ea typeface="Arial"/>
                <a:cs typeface="Arial"/>
              </a:defRPr>
            </a:lvl9pPr>
          </a:lstStyle>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Other ways to improve control</a:t>
            </a:r>
          </a:p>
        </p:txBody>
      </p:sp>
      <p:sp>
        <p:nvSpPr>
          <p:cNvPr id="3" name="32">
            <a:extLst xmlns:a="http://schemas.openxmlformats.org/drawingml/2006/main">
              <a:ext uri="{FF2B5EF4-FFF2-40B4-BE49-F238E27FC236}">
                <a16:creationId xmlns:a16="http://schemas.microsoft.com/office/drawing/2014/main" id="{82C58587-DEDF-413E-9D3D-A7FCA030AA49}"/>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00539F"/>
                </a:solidFill>
                <a:latin typeface="Arial"/>
                <a:ea typeface="Arial"/>
                <a:cs typeface="Arial"/>
              </a:defRPr>
            </a:defPPr>
            <a:lvl1pPr>
              <a:defRPr sz="1200" b="0">
                <a:solidFill>
                  <a:srgbClr val="00539F"/>
                </a:solidFill>
                <a:latin typeface="Arial"/>
                <a:ea typeface="Arial"/>
                <a:cs typeface="Arial"/>
              </a:defRPr>
            </a:lvl1pPr>
            <a:lvl2pPr>
              <a:defRPr sz="1200" b="0">
                <a:solidFill>
                  <a:srgbClr val="00539F"/>
                </a:solidFill>
                <a:latin typeface="Arial"/>
                <a:ea typeface="Arial"/>
                <a:cs typeface="Arial"/>
              </a:defRPr>
            </a:lvl2pPr>
            <a:lvl3pPr>
              <a:defRPr sz="1200" b="0">
                <a:solidFill>
                  <a:srgbClr val="00539F"/>
                </a:solidFill>
                <a:latin typeface="Arial"/>
                <a:ea typeface="Arial"/>
                <a:cs typeface="Arial"/>
              </a:defRPr>
            </a:lvl3pPr>
            <a:lvl4pPr>
              <a:defRPr sz="1200" b="0">
                <a:solidFill>
                  <a:srgbClr val="00539F"/>
                </a:solidFill>
                <a:latin typeface="Arial"/>
                <a:ea typeface="Arial"/>
                <a:cs typeface="Arial"/>
              </a:defRPr>
            </a:lvl4pPr>
            <a:lvl5pPr>
              <a:defRPr sz="1200" b="0">
                <a:solidFill>
                  <a:srgbClr val="00539F"/>
                </a:solidFill>
                <a:latin typeface="Arial"/>
                <a:ea typeface="Arial"/>
                <a:cs typeface="Arial"/>
              </a:defRPr>
            </a:lvl5pPr>
            <a:lvl6pPr>
              <a:defRPr sz="1200" b="0">
                <a:solidFill>
                  <a:srgbClr val="00539F"/>
                </a:solidFill>
                <a:latin typeface="Arial"/>
                <a:ea typeface="Arial"/>
                <a:cs typeface="Arial"/>
              </a:defRPr>
            </a:lvl6pPr>
            <a:lvl7pPr>
              <a:defRPr sz="1200" b="0">
                <a:solidFill>
                  <a:srgbClr val="00539F"/>
                </a:solidFill>
                <a:latin typeface="Arial"/>
                <a:ea typeface="Arial"/>
                <a:cs typeface="Arial"/>
              </a:defRPr>
            </a:lvl7pPr>
            <a:lvl8pPr>
              <a:defRPr sz="1200" b="0">
                <a:solidFill>
                  <a:srgbClr val="00539F"/>
                </a:solidFill>
                <a:latin typeface="Arial"/>
                <a:ea typeface="Arial"/>
                <a:cs typeface="Arial"/>
              </a:defRPr>
            </a:lvl8pPr>
            <a:lvl9pPr>
              <a:defRPr sz="1200" b="0">
                <a:solidFill>
                  <a:srgbClr val="00539F"/>
                </a:solidFill>
                <a:latin typeface="Arial"/>
                <a:ea typeface="Arial"/>
                <a:cs typeface="Arial"/>
              </a:defRPr>
            </a:lvl9pPr>
          </a:lstStyle>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32</a:t>
            </a:r>
          </a:p>
        </p:txBody>
      </p:sp>
      <p:graphicFrame>
        <p:nvGraphicFramePr>
          <p:cNvPr id="4" name="">
            <a:extLst xmlns:a="http://schemas.openxmlformats.org/drawingml/2006/main">
              <a:ext uri="{FF2B5EF4-FFF2-40B4-BE49-F238E27FC236}">
                <a16:creationId xmlns:a16="http://schemas.microsoft.com/office/drawing/2014/main" id="{EEA4BDE9-69E6-474B-846F-C4DCB4B3F9DF}"/>
              </a:ext>
            </a:extLst>
          </p:cNvPr>
          <p:cNvGraphicFramePr/>
          <p:nvPr/>
        </p:nvGraphicFramePr>
        <p:xfrm>
          <a:off xmlns:a="http://schemas.openxmlformats.org/drawingml/2006/main" x="523875" y="1457325"/>
          <a:ext xmlns:a="http://schemas.openxmlformats.org/drawingml/2006/main" cx="8096250" cy="3048000"/>
        </p:xfrm>
        <a:graphic xmlns:a="http://schemas.openxmlformats.org/drawingml/2006/main">
          <a:graphicData uri="http://schemas.openxmlformats.org/drawingml/2006/table">
            <a:tbl>
              <a:tblPr/>
              <a:tblGrid>
                <a:gridCol w="1762125"/>
                <a:gridCol w="3000375"/>
                <a:gridCol w="3333750"/>
              </a:tblGrid>
              <a:tr h="609600">
                <a:tc>
                  <a:txBody>
                    <a:bodyPr lIns="114300" tIns="76200" rIns="114300" bIns="76200">
                      <a:noAutofit/>
                    </a:bodyPr>
                    <a:lstStyle/>
                    <a:p>
                      <a:r>
                        <a:rPr sz="1425" b="1">
                          <a:solidFill>
                            <a:srgbClr val="FFFFFF"/>
                          </a:solidFill>
                          <a:latin typeface="Arial"/>
                          <a:ea typeface="Arial"/>
                          <a:cs typeface="Arial"/>
                        </a:rPr>
                        <a:t>Approach</a:t>
                      </a:r>
                    </a:p>
                  </a:txBody>
                  <a:tcPr marL="91440" marR="91440" marT="45720" marB="45720" anchor="ctr">
                    <a:lnL w="5715">
                      <a:solidFill>
                        <a:srgbClr val="D8E4ED"/>
                      </a:solidFill>
                      <a:prstDash val="solid"/>
                    </a:lnL>
                    <a:lnR w="5715">
                      <a:solidFill>
                        <a:srgbClr val="D8E4ED"/>
                      </a:solidFill>
                      <a:prstDash val="solid"/>
                    </a:lnR>
                    <a:lnT w="5715">
                      <a:solidFill>
                        <a:srgbClr val="D8E4ED"/>
                      </a:solidFill>
                      <a:prstDash val="solid"/>
                    </a:lnT>
                    <a:lnB w="5715">
                      <a:solidFill>
                        <a:srgbClr val="D8E4ED"/>
                      </a:solidFill>
                      <a:prstDash val="solid"/>
                    </a:lnB>
                    <a:solidFill>
                      <a:srgbClr val="00539F"/>
                    </a:solidFill>
                  </a:tcPr>
                </a:tc>
                <a:tc>
                  <a:txBody>
                    <a:bodyPr lIns="114300" tIns="76200" rIns="114300" bIns="76200">
                      <a:noAutofit/>
                    </a:bodyPr>
                    <a:lstStyle/>
                    <a:p>
                      <a:r>
                        <a:rPr sz="1425" b="1">
                          <a:solidFill>
                            <a:srgbClr val="FFFFFF"/>
                          </a:solidFill>
                          <a:latin typeface="Arial"/>
                          <a:ea typeface="Arial"/>
                          <a:cs typeface="Arial"/>
                        </a:rPr>
                        <a:t>Core idea</a:t>
                      </a:r>
                    </a:p>
                  </a:txBody>
                  <a:tcPr marL="91440" marR="91440" marT="45720" marB="45720" anchor="ctr">
                    <a:lnR w="5715">
                      <a:solidFill>
                        <a:srgbClr val="D8E4ED"/>
                      </a:solidFill>
                      <a:prstDash val="solid"/>
                    </a:lnR>
                    <a:lnT w="5715">
                      <a:solidFill>
                        <a:srgbClr val="D8E4ED"/>
                      </a:solidFill>
                      <a:prstDash val="solid"/>
                    </a:lnT>
                    <a:lnB w="5715">
                      <a:solidFill>
                        <a:srgbClr val="D8E4ED"/>
                      </a:solidFill>
                      <a:prstDash val="solid"/>
                    </a:lnB>
                    <a:solidFill>
                      <a:srgbClr val="00539F"/>
                    </a:solidFill>
                  </a:tcPr>
                </a:tc>
                <a:tc>
                  <a:txBody>
                    <a:bodyPr lIns="114300" tIns="76200" rIns="114300" bIns="76200">
                      <a:noAutofit/>
                    </a:bodyPr>
                    <a:lstStyle/>
                    <a:p>
                      <a:r>
                        <a:rPr sz="1425" b="1">
                          <a:solidFill>
                            <a:srgbClr val="FFFFFF"/>
                          </a:solidFill>
                          <a:latin typeface="Arial"/>
                          <a:ea typeface="Arial"/>
                          <a:cs typeface="Arial"/>
                        </a:rPr>
                        <a:t>Question to ask</a:t>
                      </a:r>
                    </a:p>
                  </a:txBody>
                  <a:tcPr marL="91440" marR="91440" marT="45720" marB="45720" anchor="ctr">
                    <a:lnR w="5715">
                      <a:solidFill>
                        <a:srgbClr val="D8E4ED"/>
                      </a:solidFill>
                      <a:prstDash val="solid"/>
                    </a:lnR>
                    <a:lnT w="5715">
                      <a:solidFill>
                        <a:srgbClr val="D8E4ED"/>
                      </a:solidFill>
                      <a:prstDash val="solid"/>
                    </a:lnT>
                    <a:lnB w="5715">
                      <a:solidFill>
                        <a:srgbClr val="D8E4ED"/>
                      </a:solidFill>
                      <a:prstDash val="solid"/>
                    </a:lnB>
                    <a:solidFill>
                      <a:srgbClr val="00539F"/>
                    </a:solidFill>
                  </a:tcPr>
                </a:tc>
              </a:tr>
              <a:tr h="609600">
                <a:tc>
                  <a:txBody>
                    <a:bodyPr lIns="114300" tIns="76200" rIns="114300" bIns="76200">
                      <a:noAutofit/>
                    </a:bodyPr>
                    <a:lstStyle/>
                    <a:p>
                      <a:r>
                        <a:rPr sz="1425" b="0">
                          <a:solidFill>
                            <a:srgbClr val="17324D"/>
                          </a:solidFill>
                          <a:latin typeface="Arial"/>
                          <a:ea typeface="Arial"/>
                          <a:cs typeface="Arial"/>
                        </a:rPr>
                        <a:t>Gain scheduling</a:t>
                      </a:r>
                    </a:p>
                  </a:txBody>
                  <a:tcPr marL="91440" marR="91440" marT="45720" marB="45720" anchor="ctr">
                    <a:lnL w="5715">
                      <a:solidFill>
                        <a:srgbClr val="D8E4ED"/>
                      </a:solidFill>
                      <a:prstDash val="solid"/>
                    </a:lnL>
                    <a:lnR w="5715">
                      <a:solidFill>
                        <a:srgbClr val="D8E4ED"/>
                      </a:solidFill>
                      <a:prstDash val="solid"/>
                    </a:lnR>
                    <a:lnB w="5715">
                      <a:solidFill>
                        <a:srgbClr val="D8E4ED"/>
                      </a:solidFill>
                      <a:prstDash val="solid"/>
                    </a:lnB>
                    <a:solidFill>
                      <a:srgbClr val="FFFFFF"/>
                    </a:solidFill>
                  </a:tcPr>
                </a:tc>
                <a:tc>
                  <a:txBody>
                    <a:bodyPr lIns="114300" tIns="76200" rIns="114300" bIns="76200">
                      <a:noAutofit/>
                    </a:bodyPr>
                    <a:lstStyle/>
                    <a:p>
                      <a:r>
                        <a:rPr sz="1425" b="0">
                          <a:solidFill>
                            <a:srgbClr val="17324D"/>
                          </a:solidFill>
                          <a:latin typeface="Arial"/>
                          <a:ea typeface="Arial"/>
                          <a:cs typeface="Arial"/>
                        </a:rPr>
                        <a:t>Change response with conditions</a:t>
                      </a:r>
                    </a:p>
                  </a:txBody>
                  <a:tcPr marL="91440" marR="91440" marT="45720" marB="45720" anchor="ctr">
                    <a:lnR w="5715">
                      <a:solidFill>
                        <a:srgbClr val="D8E4ED"/>
                      </a:solidFill>
                      <a:prstDash val="solid"/>
                    </a:lnR>
                    <a:lnB w="5715">
                      <a:solidFill>
                        <a:srgbClr val="D8E4ED"/>
                      </a:solidFill>
                      <a:prstDash val="solid"/>
                    </a:lnB>
                    <a:solidFill>
                      <a:srgbClr val="FFFFFF"/>
                    </a:solidFill>
                  </a:tcPr>
                </a:tc>
                <a:tc>
                  <a:txBody>
                    <a:bodyPr lIns="114300" tIns="76200" rIns="114300" bIns="76200">
                      <a:noAutofit/>
                    </a:bodyPr>
                    <a:lstStyle/>
                    <a:p>
                      <a:r>
                        <a:rPr sz="1425" b="0">
                          <a:solidFill>
                            <a:srgbClr val="17324D"/>
                          </a:solidFill>
                          <a:latin typeface="Arial"/>
                          <a:ea typeface="Arial"/>
                          <a:cs typeface="Arial"/>
                        </a:rPr>
                        <a:t>Does it transition smoothly?</a:t>
                      </a:r>
                    </a:p>
                  </a:txBody>
                  <a:tcPr marL="91440" marR="91440" marT="45720" marB="45720" anchor="ctr">
                    <a:lnR w="5715">
                      <a:solidFill>
                        <a:srgbClr val="D8E4ED"/>
                      </a:solidFill>
                      <a:prstDash val="solid"/>
                    </a:lnR>
                    <a:lnB w="5715">
                      <a:solidFill>
                        <a:srgbClr val="D8E4ED"/>
                      </a:solidFill>
                      <a:prstDash val="solid"/>
                    </a:lnB>
                    <a:solidFill>
                      <a:srgbClr val="FFFFFF"/>
                    </a:solidFill>
                  </a:tcPr>
                </a:tc>
              </a:tr>
              <a:tr h="609600">
                <a:tc>
                  <a:txBody>
                    <a:bodyPr lIns="114300" tIns="76200" rIns="114300" bIns="76200">
                      <a:noAutofit/>
                    </a:bodyPr>
                    <a:lstStyle/>
                    <a:p>
                      <a:r>
                        <a:rPr sz="1425" b="0">
                          <a:solidFill>
                            <a:srgbClr val="17324D"/>
                          </a:solidFill>
                          <a:latin typeface="Arial"/>
                          <a:ea typeface="Arial"/>
                          <a:cs typeface="Arial"/>
                        </a:rPr>
                        <a:t>Adaptive control</a:t>
                      </a:r>
                    </a:p>
                  </a:txBody>
                  <a:tcPr marL="91440" marR="91440" marT="45720" marB="45720" anchor="ctr">
                    <a:lnL w="5715">
                      <a:solidFill>
                        <a:srgbClr val="D8E4ED"/>
                      </a:solidFill>
                      <a:prstDash val="solid"/>
                    </a:lnL>
                    <a:lnR w="5715">
                      <a:solidFill>
                        <a:srgbClr val="D8E4ED"/>
                      </a:solidFill>
                      <a:prstDash val="solid"/>
                    </a:lnR>
                    <a:lnB w="5715">
                      <a:solidFill>
                        <a:srgbClr val="D8E4ED"/>
                      </a:solidFill>
                      <a:prstDash val="solid"/>
                    </a:lnB>
                    <a:solidFill>
                      <a:srgbClr val="F1F6FA"/>
                    </a:solidFill>
                  </a:tcPr>
                </a:tc>
                <a:tc>
                  <a:txBody>
                    <a:bodyPr lIns="114300" tIns="76200" rIns="114300" bIns="76200">
                      <a:noAutofit/>
                    </a:bodyPr>
                    <a:lstStyle/>
                    <a:p>
                      <a:r>
                        <a:rPr sz="1425" b="0">
                          <a:solidFill>
                            <a:srgbClr val="17324D"/>
                          </a:solidFill>
                          <a:latin typeface="Arial"/>
                          <a:ea typeface="Arial"/>
                          <a:cs typeface="Arial"/>
                        </a:rPr>
                        <a:t>Adjust as the vehicle changes</a:t>
                      </a:r>
                    </a:p>
                  </a:txBody>
                  <a:tcPr marL="91440" marR="91440" marT="45720" marB="45720" anchor="ctr">
                    <a:lnR w="5715">
                      <a:solidFill>
                        <a:srgbClr val="D8E4ED"/>
                      </a:solidFill>
                      <a:prstDash val="solid"/>
                    </a:lnR>
                    <a:lnB w="5715">
                      <a:solidFill>
                        <a:srgbClr val="D8E4ED"/>
                      </a:solidFill>
                      <a:prstDash val="solid"/>
                    </a:lnB>
                    <a:solidFill>
                      <a:srgbClr val="F1F6FA"/>
                    </a:solidFill>
                  </a:tcPr>
                </a:tc>
                <a:tc>
                  <a:txBody>
                    <a:bodyPr lIns="114300" tIns="76200" rIns="114300" bIns="76200">
                      <a:noAutofit/>
                    </a:bodyPr>
                    <a:lstStyle/>
                    <a:p>
                      <a:r>
                        <a:rPr sz="1425" b="0">
                          <a:solidFill>
                            <a:srgbClr val="17324D"/>
                          </a:solidFill>
                          <a:latin typeface="Arial"/>
                          <a:ea typeface="Arial"/>
                          <a:cs typeface="Arial"/>
                        </a:rPr>
                        <a:t>Can it learn the right change?</a:t>
                      </a:r>
                    </a:p>
                  </a:txBody>
                  <a:tcPr marL="91440" marR="91440" marT="45720" marB="45720" anchor="ctr">
                    <a:lnR w="5715">
                      <a:solidFill>
                        <a:srgbClr val="D8E4ED"/>
                      </a:solidFill>
                      <a:prstDash val="solid"/>
                    </a:lnR>
                    <a:lnB w="5715">
                      <a:solidFill>
                        <a:srgbClr val="D8E4ED"/>
                      </a:solidFill>
                      <a:prstDash val="solid"/>
                    </a:lnB>
                    <a:solidFill>
                      <a:srgbClr val="F1F6FA"/>
                    </a:solidFill>
                  </a:tcPr>
                </a:tc>
              </a:tr>
              <a:tr h="609600">
                <a:tc>
                  <a:txBody>
                    <a:bodyPr lIns="114300" tIns="76200" rIns="114300" bIns="76200">
                      <a:noAutofit/>
                    </a:bodyPr>
                    <a:lstStyle/>
                    <a:p>
                      <a:r>
                        <a:rPr sz="1425" b="0">
                          <a:solidFill>
                            <a:srgbClr val="17324D"/>
                          </a:solidFill>
                          <a:latin typeface="Arial"/>
                          <a:ea typeface="Arial"/>
                          <a:cs typeface="Arial"/>
                        </a:rPr>
                        <a:t>Robust control</a:t>
                      </a:r>
                    </a:p>
                  </a:txBody>
                  <a:tcPr marL="91440" marR="91440" marT="45720" marB="45720" anchor="ctr">
                    <a:lnL w="5715">
                      <a:solidFill>
                        <a:srgbClr val="D8E4ED"/>
                      </a:solidFill>
                      <a:prstDash val="solid"/>
                    </a:lnL>
                    <a:lnR w="5715">
                      <a:solidFill>
                        <a:srgbClr val="D8E4ED"/>
                      </a:solidFill>
                      <a:prstDash val="solid"/>
                    </a:lnR>
                    <a:lnB w="5715">
                      <a:solidFill>
                        <a:srgbClr val="D8E4ED"/>
                      </a:solidFill>
                      <a:prstDash val="solid"/>
                    </a:lnB>
                    <a:solidFill>
                      <a:srgbClr val="FFFFFF"/>
                    </a:solidFill>
                  </a:tcPr>
                </a:tc>
                <a:tc>
                  <a:txBody>
                    <a:bodyPr lIns="114300" tIns="76200" rIns="114300" bIns="76200">
                      <a:noAutofit/>
                    </a:bodyPr>
                    <a:lstStyle/>
                    <a:p>
                      <a:r>
                        <a:rPr sz="1425" b="0">
                          <a:solidFill>
                            <a:srgbClr val="17324D"/>
                          </a:solidFill>
                          <a:latin typeface="Arial"/>
                          <a:ea typeface="Arial"/>
                          <a:cs typeface="Arial"/>
                        </a:rPr>
                        <a:t>Allow for modeled uncertainty</a:t>
                      </a:r>
                    </a:p>
                  </a:txBody>
                  <a:tcPr marL="91440" marR="91440" marT="45720" marB="45720" anchor="ctr">
                    <a:lnR w="5715">
                      <a:solidFill>
                        <a:srgbClr val="D8E4ED"/>
                      </a:solidFill>
                      <a:prstDash val="solid"/>
                    </a:lnR>
                    <a:lnB w="5715">
                      <a:solidFill>
                        <a:srgbClr val="D8E4ED"/>
                      </a:solidFill>
                      <a:prstDash val="solid"/>
                    </a:lnB>
                    <a:solidFill>
                      <a:srgbClr val="FFFFFF"/>
                    </a:solidFill>
                  </a:tcPr>
                </a:tc>
                <a:tc>
                  <a:txBody>
                    <a:bodyPr lIns="114300" tIns="76200" rIns="114300" bIns="76200">
                      <a:noAutofit/>
                    </a:bodyPr>
                    <a:lstStyle/>
                    <a:p>
                      <a:r>
                        <a:rPr sz="1425" b="0">
                          <a:solidFill>
                            <a:srgbClr val="17324D"/>
                          </a:solidFill>
                          <a:latin typeface="Arial"/>
                          <a:ea typeface="Arial"/>
                          <a:cs typeface="Arial"/>
                        </a:rPr>
                        <a:t>What uncertainty is covered?</a:t>
                      </a:r>
                    </a:p>
                  </a:txBody>
                  <a:tcPr marL="91440" marR="91440" marT="45720" marB="45720" anchor="ctr">
                    <a:lnR w="5715">
                      <a:solidFill>
                        <a:srgbClr val="D8E4ED"/>
                      </a:solidFill>
                      <a:prstDash val="solid"/>
                    </a:lnR>
                    <a:lnB w="5715">
                      <a:solidFill>
                        <a:srgbClr val="D8E4ED"/>
                      </a:solidFill>
                      <a:prstDash val="solid"/>
                    </a:lnB>
                    <a:solidFill>
                      <a:srgbClr val="FFFFFF"/>
                    </a:solidFill>
                  </a:tcPr>
                </a:tc>
              </a:tr>
              <a:tr h="609600">
                <a:tc>
                  <a:txBody>
                    <a:bodyPr lIns="114300" tIns="76200" rIns="114300" bIns="76200">
                      <a:noAutofit/>
                    </a:bodyPr>
                    <a:lstStyle/>
                    <a:p>
                      <a:r>
                        <a:rPr sz="1425" b="0">
                          <a:solidFill>
                            <a:srgbClr val="17324D"/>
                          </a:solidFill>
                          <a:latin typeface="Arial"/>
                          <a:ea typeface="Arial"/>
                          <a:cs typeface="Arial"/>
                        </a:rPr>
                        <a:t>Learning-based control</a:t>
                      </a:r>
                    </a:p>
                  </a:txBody>
                  <a:tcPr marL="91440" marR="91440" marT="45720" marB="45720" anchor="ctr">
                    <a:lnL w="5715">
                      <a:solidFill>
                        <a:srgbClr val="D8E4ED"/>
                      </a:solidFill>
                      <a:prstDash val="solid"/>
                    </a:lnL>
                    <a:lnR w="5715">
                      <a:solidFill>
                        <a:srgbClr val="D8E4ED"/>
                      </a:solidFill>
                      <a:prstDash val="solid"/>
                    </a:lnR>
                    <a:lnB w="5715">
                      <a:solidFill>
                        <a:srgbClr val="D8E4ED"/>
                      </a:solidFill>
                      <a:prstDash val="solid"/>
                    </a:lnB>
                    <a:solidFill>
                      <a:srgbClr val="F1F6FA"/>
                    </a:solidFill>
                  </a:tcPr>
                </a:tc>
                <a:tc>
                  <a:txBody>
                    <a:bodyPr lIns="114300" tIns="76200" rIns="114300" bIns="76200">
                      <a:noAutofit/>
                    </a:bodyPr>
                    <a:lstStyle/>
                    <a:p>
                      <a:r>
                        <a:rPr sz="1425" b="0">
                          <a:solidFill>
                            <a:srgbClr val="17324D"/>
                          </a:solidFill>
                          <a:latin typeface="Arial"/>
                          <a:ea typeface="Arial"/>
                          <a:cs typeface="Arial"/>
                        </a:rPr>
                        <a:t>Learn a policy or a model</a:t>
                      </a:r>
                    </a:p>
                  </a:txBody>
                  <a:tcPr marL="91440" marR="91440" marT="45720" marB="45720" anchor="ctr">
                    <a:lnR w="5715">
                      <a:solidFill>
                        <a:srgbClr val="D8E4ED"/>
                      </a:solidFill>
                      <a:prstDash val="solid"/>
                    </a:lnR>
                    <a:lnB w="5715">
                      <a:solidFill>
                        <a:srgbClr val="D8E4ED"/>
                      </a:solidFill>
                      <a:prstDash val="solid"/>
                    </a:lnB>
                    <a:solidFill>
                      <a:srgbClr val="F1F6FA"/>
                    </a:solidFill>
                  </a:tcPr>
                </a:tc>
                <a:tc>
                  <a:txBody>
                    <a:bodyPr lIns="114300" tIns="76200" rIns="114300" bIns="76200">
                      <a:noAutofit/>
                    </a:bodyPr>
                    <a:lstStyle/>
                    <a:p>
                      <a:r>
                        <a:rPr sz="1425" b="0">
                          <a:solidFill>
                            <a:srgbClr val="17324D"/>
                          </a:solidFill>
                          <a:latin typeface="Arial"/>
                          <a:ea typeface="Arial"/>
                          <a:cs typeface="Arial"/>
                        </a:rPr>
                        <a:t>What happens in new situations?</a:t>
                      </a:r>
                    </a:p>
                  </a:txBody>
                  <a:tcPr marL="91440" marR="91440" marT="45720" marB="45720" anchor="ctr">
                    <a:lnR w="5715">
                      <a:solidFill>
                        <a:srgbClr val="D8E4ED"/>
                      </a:solidFill>
                      <a:prstDash val="solid"/>
                    </a:lnR>
                    <a:lnB w="5715">
                      <a:solidFill>
                        <a:srgbClr val="D8E4ED"/>
                      </a:solidFill>
                      <a:prstDash val="solid"/>
                    </a:lnB>
                    <a:solidFill>
                      <a:srgbClr val="F1F6FA"/>
                    </a:solidFill>
                  </a:tcPr>
                </a:tc>
              </a:tr>
            </a:tbl>
          </a:graphicData>
        </a:graphic>
      </p:graphicFrame>
    </p:spTree>
    <p:extLst>
      <p:ext uri="{BB962C8B-B14F-4D97-AF65-F5344CB8AC3E}">
        <p14:creationId xmlns:p14="http://schemas.microsoft.com/office/powerpoint/2010/main" val="833646543"/>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715488A1-7A13-4455-B0C2-050B25C3327C}"/>
              </a:ext>
            </a:extLst>
          </p:cNvPr>
          <p:cNvPicPr>
            <a:picLocks xmlns:a="http://schemas.openxmlformats.org/drawingml/2006/main" noChangeAspect="1"/>
          </p:cNvPicPr>
          <p:nvPr/>
        </p:nvPicPr>
        <p:blipFill>
          <a:blip xmlns:r="http://schemas.openxmlformats.org/officeDocument/2006/relationships" xmlns:a="http://schemas.openxmlformats.org/drawingml/2006/main" r:embed="Rbfc19426bc814679"/>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Control depends on the whole vehicle stack">
            <a:extLst xmlns:a="http://schemas.openxmlformats.org/drawingml/2006/main">
              <a:ext uri="{FF2B5EF4-FFF2-40B4-BE49-F238E27FC236}">
                <a16:creationId xmlns:a16="http://schemas.microsoft.com/office/drawing/2014/main" id="{76E8292B-9EBA-4CD1-BFA6-3DFD76082DE6}"/>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550" b="0">
                <a:solidFill>
                  <a:srgbClr val="00A0DF"/>
                </a:solidFill>
                <a:latin typeface="Arial"/>
                <a:ea typeface="Arial"/>
                <a:cs typeface="Arial"/>
              </a:defRPr>
            </a:defPPr>
            <a:lvl1pPr>
              <a:defRPr sz="2550" b="0">
                <a:solidFill>
                  <a:srgbClr val="00A0DF"/>
                </a:solidFill>
                <a:latin typeface="Arial"/>
                <a:ea typeface="Arial"/>
                <a:cs typeface="Arial"/>
              </a:defRPr>
            </a:lvl1pPr>
            <a:lvl2pPr>
              <a:defRPr sz="2550" b="0">
                <a:solidFill>
                  <a:srgbClr val="00A0DF"/>
                </a:solidFill>
                <a:latin typeface="Arial"/>
                <a:ea typeface="Arial"/>
                <a:cs typeface="Arial"/>
              </a:defRPr>
            </a:lvl2pPr>
            <a:lvl3pPr>
              <a:defRPr sz="2550" b="0">
                <a:solidFill>
                  <a:srgbClr val="00A0DF"/>
                </a:solidFill>
                <a:latin typeface="Arial"/>
                <a:ea typeface="Arial"/>
                <a:cs typeface="Arial"/>
              </a:defRPr>
            </a:lvl3pPr>
            <a:lvl4pPr>
              <a:defRPr sz="2550" b="0">
                <a:solidFill>
                  <a:srgbClr val="00A0DF"/>
                </a:solidFill>
                <a:latin typeface="Arial"/>
                <a:ea typeface="Arial"/>
                <a:cs typeface="Arial"/>
              </a:defRPr>
            </a:lvl4pPr>
            <a:lvl5pPr>
              <a:defRPr sz="2550" b="0">
                <a:solidFill>
                  <a:srgbClr val="00A0DF"/>
                </a:solidFill>
                <a:latin typeface="Arial"/>
                <a:ea typeface="Arial"/>
                <a:cs typeface="Arial"/>
              </a:defRPr>
            </a:lvl5pPr>
            <a:lvl6pPr>
              <a:defRPr sz="2550" b="0">
                <a:solidFill>
                  <a:srgbClr val="00A0DF"/>
                </a:solidFill>
                <a:latin typeface="Arial"/>
                <a:ea typeface="Arial"/>
                <a:cs typeface="Arial"/>
              </a:defRPr>
            </a:lvl6pPr>
            <a:lvl7pPr>
              <a:defRPr sz="2550" b="0">
                <a:solidFill>
                  <a:srgbClr val="00A0DF"/>
                </a:solidFill>
                <a:latin typeface="Arial"/>
                <a:ea typeface="Arial"/>
                <a:cs typeface="Arial"/>
              </a:defRPr>
            </a:lvl7pPr>
            <a:lvl8pPr>
              <a:defRPr sz="2550" b="0">
                <a:solidFill>
                  <a:srgbClr val="00A0DF"/>
                </a:solidFill>
                <a:latin typeface="Arial"/>
                <a:ea typeface="Arial"/>
                <a:cs typeface="Arial"/>
              </a:defRPr>
            </a:lvl8pPr>
            <a:lvl9pPr>
              <a:defRPr sz="2550" b="0">
                <a:solidFill>
                  <a:srgbClr val="00A0DF"/>
                </a:solidFill>
                <a:latin typeface="Arial"/>
                <a:ea typeface="Arial"/>
                <a:cs typeface="Arial"/>
              </a:defRPr>
            </a:lvl9pPr>
          </a:lstStyle>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Control depends on the whole vehicle stack</a:t>
            </a:r>
          </a:p>
        </p:txBody>
      </p:sp>
      <p:sp>
        <p:nvSpPr>
          <p:cNvPr id="3" name="33">
            <a:extLst xmlns:a="http://schemas.openxmlformats.org/drawingml/2006/main">
              <a:ext uri="{FF2B5EF4-FFF2-40B4-BE49-F238E27FC236}">
                <a16:creationId xmlns:a16="http://schemas.microsoft.com/office/drawing/2014/main" id="{39245C51-4C84-4FCB-BFB8-41F694225D01}"/>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00539F"/>
                </a:solidFill>
                <a:latin typeface="Arial"/>
                <a:ea typeface="Arial"/>
                <a:cs typeface="Arial"/>
              </a:defRPr>
            </a:defPPr>
            <a:lvl1pPr>
              <a:defRPr sz="1200" b="0">
                <a:solidFill>
                  <a:srgbClr val="00539F"/>
                </a:solidFill>
                <a:latin typeface="Arial"/>
                <a:ea typeface="Arial"/>
                <a:cs typeface="Arial"/>
              </a:defRPr>
            </a:lvl1pPr>
            <a:lvl2pPr>
              <a:defRPr sz="1200" b="0">
                <a:solidFill>
                  <a:srgbClr val="00539F"/>
                </a:solidFill>
                <a:latin typeface="Arial"/>
                <a:ea typeface="Arial"/>
                <a:cs typeface="Arial"/>
              </a:defRPr>
            </a:lvl2pPr>
            <a:lvl3pPr>
              <a:defRPr sz="1200" b="0">
                <a:solidFill>
                  <a:srgbClr val="00539F"/>
                </a:solidFill>
                <a:latin typeface="Arial"/>
                <a:ea typeface="Arial"/>
                <a:cs typeface="Arial"/>
              </a:defRPr>
            </a:lvl3pPr>
            <a:lvl4pPr>
              <a:defRPr sz="1200" b="0">
                <a:solidFill>
                  <a:srgbClr val="00539F"/>
                </a:solidFill>
                <a:latin typeface="Arial"/>
                <a:ea typeface="Arial"/>
                <a:cs typeface="Arial"/>
              </a:defRPr>
            </a:lvl4pPr>
            <a:lvl5pPr>
              <a:defRPr sz="1200" b="0">
                <a:solidFill>
                  <a:srgbClr val="00539F"/>
                </a:solidFill>
                <a:latin typeface="Arial"/>
                <a:ea typeface="Arial"/>
                <a:cs typeface="Arial"/>
              </a:defRPr>
            </a:lvl5pPr>
            <a:lvl6pPr>
              <a:defRPr sz="1200" b="0">
                <a:solidFill>
                  <a:srgbClr val="00539F"/>
                </a:solidFill>
                <a:latin typeface="Arial"/>
                <a:ea typeface="Arial"/>
                <a:cs typeface="Arial"/>
              </a:defRPr>
            </a:lvl6pPr>
            <a:lvl7pPr>
              <a:defRPr sz="1200" b="0">
                <a:solidFill>
                  <a:srgbClr val="00539F"/>
                </a:solidFill>
                <a:latin typeface="Arial"/>
                <a:ea typeface="Arial"/>
                <a:cs typeface="Arial"/>
              </a:defRPr>
            </a:lvl7pPr>
            <a:lvl8pPr>
              <a:defRPr sz="1200" b="0">
                <a:solidFill>
                  <a:srgbClr val="00539F"/>
                </a:solidFill>
                <a:latin typeface="Arial"/>
                <a:ea typeface="Arial"/>
                <a:cs typeface="Arial"/>
              </a:defRPr>
            </a:lvl8pPr>
            <a:lvl9pPr>
              <a:defRPr sz="1200" b="0">
                <a:solidFill>
                  <a:srgbClr val="00539F"/>
                </a:solidFill>
                <a:latin typeface="Arial"/>
                <a:ea typeface="Arial"/>
                <a:cs typeface="Arial"/>
              </a:defRPr>
            </a:lvl9pPr>
          </a:lstStyle>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33</a:t>
            </a:r>
          </a:p>
        </p:txBody>
      </p:sp>
      <p:sp>
        <p:nvSpPr>
          <p:cNvPr id="4" name="A fresh, trustworthy state estimate.">
            <a:extLst xmlns:a="http://schemas.openxmlformats.org/drawingml/2006/main">
              <a:ext uri="{FF2B5EF4-FFF2-40B4-BE49-F238E27FC236}">
                <a16:creationId xmlns:a16="http://schemas.microsoft.com/office/drawing/2014/main" id="{31D1E032-DB42-479C-AE41-7740B4389EDC}"/>
              </a:ext>
            </a:extLst>
          </p:cNvPr>
          <p:cNvSpPr>
            <a:spLocks xmlns:a="http://schemas.openxmlformats.org/drawingml/2006/main" noGrp="1"/>
          </p:cNvSpPr>
          <p:nvPr/>
        </p:nvSpPr>
        <p:spPr>
          <a:xfrm xmlns:a="http://schemas.openxmlformats.org/drawingml/2006/main">
            <a:off x="619125" y="1438275"/>
            <a:ext cx="7905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950" b="0">
                <a:solidFill>
                  <a:srgbClr val="17324D"/>
                </a:solidFill>
                <a:latin typeface="Arial"/>
                <a:ea typeface="Arial"/>
                <a:cs typeface="Arial"/>
              </a:defRPr>
            </a:defPPr>
            <a:lvl1pPr>
              <a:defRPr sz="1950" b="0">
                <a:solidFill>
                  <a:srgbClr val="17324D"/>
                </a:solidFill>
                <a:latin typeface="Arial"/>
                <a:ea typeface="Arial"/>
                <a:cs typeface="Arial"/>
              </a:defRPr>
            </a:lvl1pPr>
            <a:lvl2pPr>
              <a:defRPr sz="1950" b="0">
                <a:solidFill>
                  <a:srgbClr val="17324D"/>
                </a:solidFill>
                <a:latin typeface="Arial"/>
                <a:ea typeface="Arial"/>
                <a:cs typeface="Arial"/>
              </a:defRPr>
            </a:lvl2pPr>
            <a:lvl3pPr>
              <a:defRPr sz="1950" b="0">
                <a:solidFill>
                  <a:srgbClr val="17324D"/>
                </a:solidFill>
                <a:latin typeface="Arial"/>
                <a:ea typeface="Arial"/>
                <a:cs typeface="Arial"/>
              </a:defRPr>
            </a:lvl3pPr>
            <a:lvl4pPr>
              <a:defRPr sz="1950" b="0">
                <a:solidFill>
                  <a:srgbClr val="17324D"/>
                </a:solidFill>
                <a:latin typeface="Arial"/>
                <a:ea typeface="Arial"/>
                <a:cs typeface="Arial"/>
              </a:defRPr>
            </a:lvl4pPr>
            <a:lvl5pPr>
              <a:defRPr sz="1950" b="0">
                <a:solidFill>
                  <a:srgbClr val="17324D"/>
                </a:solidFill>
                <a:latin typeface="Arial"/>
                <a:ea typeface="Arial"/>
                <a:cs typeface="Arial"/>
              </a:defRPr>
            </a:lvl5pPr>
            <a:lvl6pPr>
              <a:defRPr sz="1950" b="0">
                <a:solidFill>
                  <a:srgbClr val="17324D"/>
                </a:solidFill>
                <a:latin typeface="Arial"/>
                <a:ea typeface="Arial"/>
                <a:cs typeface="Arial"/>
              </a:defRPr>
            </a:lvl6pPr>
            <a:lvl7pPr>
              <a:defRPr sz="1950" b="0">
                <a:solidFill>
                  <a:srgbClr val="17324D"/>
                </a:solidFill>
                <a:latin typeface="Arial"/>
                <a:ea typeface="Arial"/>
                <a:cs typeface="Arial"/>
              </a:defRPr>
            </a:lvl7pPr>
            <a:lvl8pPr>
              <a:defRPr sz="1950" b="0">
                <a:solidFill>
                  <a:srgbClr val="17324D"/>
                </a:solidFill>
                <a:latin typeface="Arial"/>
                <a:ea typeface="Arial"/>
                <a:cs typeface="Arial"/>
              </a:defRPr>
            </a:lvl8pPr>
            <a:lvl9pPr>
              <a:defRPr sz="1950" b="0">
                <a:solidFill>
                  <a:srgbClr val="17324D"/>
                </a:solidFill>
                <a:latin typeface="Arial"/>
                <a:ea typeface="Arial"/>
                <a:cs typeface="Arial"/>
              </a:defRPr>
            </a:lvl9pPr>
          </a:lstStyle>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A fresh, trustworthy state estimate.</a:t>
            </a:r>
          </a:p>
        </p:txBody>
      </p:sp>
      <p:sp>
        <p:nvSpPr>
          <p:cNvPr id="5" name="A feasible path and speed request.">
            <a:extLst xmlns:a="http://schemas.openxmlformats.org/drawingml/2006/main">
              <a:ext uri="{FF2B5EF4-FFF2-40B4-BE49-F238E27FC236}">
                <a16:creationId xmlns:a16="http://schemas.microsoft.com/office/drawing/2014/main" id="{14A470FE-D51F-47CA-86E2-A72F7A33609F}"/>
              </a:ext>
            </a:extLst>
          </p:cNvPr>
          <p:cNvSpPr>
            <a:spLocks xmlns:a="http://schemas.openxmlformats.org/drawingml/2006/main" noGrp="1"/>
          </p:cNvSpPr>
          <p:nvPr/>
        </p:nvSpPr>
        <p:spPr>
          <a:xfrm xmlns:a="http://schemas.openxmlformats.org/drawingml/2006/main">
            <a:off x="619125" y="2371725"/>
            <a:ext cx="7905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950" b="0">
                <a:solidFill>
                  <a:srgbClr val="17324D"/>
                </a:solidFill>
                <a:latin typeface="Arial"/>
                <a:ea typeface="Arial"/>
                <a:cs typeface="Arial"/>
              </a:defRPr>
            </a:defPPr>
            <a:lvl1pPr>
              <a:defRPr sz="1950" b="0">
                <a:solidFill>
                  <a:srgbClr val="17324D"/>
                </a:solidFill>
                <a:latin typeface="Arial"/>
                <a:ea typeface="Arial"/>
                <a:cs typeface="Arial"/>
              </a:defRPr>
            </a:lvl1pPr>
            <a:lvl2pPr>
              <a:defRPr sz="1950" b="0">
                <a:solidFill>
                  <a:srgbClr val="17324D"/>
                </a:solidFill>
                <a:latin typeface="Arial"/>
                <a:ea typeface="Arial"/>
                <a:cs typeface="Arial"/>
              </a:defRPr>
            </a:lvl2pPr>
            <a:lvl3pPr>
              <a:defRPr sz="1950" b="0">
                <a:solidFill>
                  <a:srgbClr val="17324D"/>
                </a:solidFill>
                <a:latin typeface="Arial"/>
                <a:ea typeface="Arial"/>
                <a:cs typeface="Arial"/>
              </a:defRPr>
            </a:lvl3pPr>
            <a:lvl4pPr>
              <a:defRPr sz="1950" b="0">
                <a:solidFill>
                  <a:srgbClr val="17324D"/>
                </a:solidFill>
                <a:latin typeface="Arial"/>
                <a:ea typeface="Arial"/>
                <a:cs typeface="Arial"/>
              </a:defRPr>
            </a:lvl4pPr>
            <a:lvl5pPr>
              <a:defRPr sz="1950" b="0">
                <a:solidFill>
                  <a:srgbClr val="17324D"/>
                </a:solidFill>
                <a:latin typeface="Arial"/>
                <a:ea typeface="Arial"/>
                <a:cs typeface="Arial"/>
              </a:defRPr>
            </a:lvl5pPr>
            <a:lvl6pPr>
              <a:defRPr sz="1950" b="0">
                <a:solidFill>
                  <a:srgbClr val="17324D"/>
                </a:solidFill>
                <a:latin typeface="Arial"/>
                <a:ea typeface="Arial"/>
                <a:cs typeface="Arial"/>
              </a:defRPr>
            </a:lvl6pPr>
            <a:lvl7pPr>
              <a:defRPr sz="1950" b="0">
                <a:solidFill>
                  <a:srgbClr val="17324D"/>
                </a:solidFill>
                <a:latin typeface="Arial"/>
                <a:ea typeface="Arial"/>
                <a:cs typeface="Arial"/>
              </a:defRPr>
            </a:lvl7pPr>
            <a:lvl8pPr>
              <a:defRPr sz="1950" b="0">
                <a:solidFill>
                  <a:srgbClr val="17324D"/>
                </a:solidFill>
                <a:latin typeface="Arial"/>
                <a:ea typeface="Arial"/>
                <a:cs typeface="Arial"/>
              </a:defRPr>
            </a:lvl8pPr>
            <a:lvl9pPr>
              <a:defRPr sz="1950" b="0">
                <a:solidFill>
                  <a:srgbClr val="17324D"/>
                </a:solidFill>
                <a:latin typeface="Arial"/>
                <a:ea typeface="Arial"/>
                <a:cs typeface="Arial"/>
              </a:defRPr>
            </a:lvl9pPr>
          </a:lstStyle>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A feasible path and speed request.</a:t>
            </a:r>
          </a:p>
        </p:txBody>
      </p:sp>
      <p:sp>
        <p:nvSpPr>
          <p:cNvPr id="6" name="An actuator that responds as expected.">
            <a:extLst xmlns:a="http://schemas.openxmlformats.org/drawingml/2006/main">
              <a:ext uri="{FF2B5EF4-FFF2-40B4-BE49-F238E27FC236}">
                <a16:creationId xmlns:a16="http://schemas.microsoft.com/office/drawing/2014/main" id="{A110D8AE-8C93-4402-B163-3AF2F3A2242D}"/>
              </a:ext>
            </a:extLst>
          </p:cNvPr>
          <p:cNvSpPr>
            <a:spLocks xmlns:a="http://schemas.openxmlformats.org/drawingml/2006/main" noGrp="1"/>
          </p:cNvSpPr>
          <p:nvPr/>
        </p:nvSpPr>
        <p:spPr>
          <a:xfrm xmlns:a="http://schemas.openxmlformats.org/drawingml/2006/main">
            <a:off x="619125" y="3305175"/>
            <a:ext cx="7905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950" b="0">
                <a:solidFill>
                  <a:srgbClr val="17324D"/>
                </a:solidFill>
                <a:latin typeface="Arial"/>
                <a:ea typeface="Arial"/>
                <a:cs typeface="Arial"/>
              </a:defRPr>
            </a:defPPr>
            <a:lvl1pPr>
              <a:defRPr sz="1950" b="0">
                <a:solidFill>
                  <a:srgbClr val="17324D"/>
                </a:solidFill>
                <a:latin typeface="Arial"/>
                <a:ea typeface="Arial"/>
                <a:cs typeface="Arial"/>
              </a:defRPr>
            </a:lvl1pPr>
            <a:lvl2pPr>
              <a:defRPr sz="1950" b="0">
                <a:solidFill>
                  <a:srgbClr val="17324D"/>
                </a:solidFill>
                <a:latin typeface="Arial"/>
                <a:ea typeface="Arial"/>
                <a:cs typeface="Arial"/>
              </a:defRPr>
            </a:lvl2pPr>
            <a:lvl3pPr>
              <a:defRPr sz="1950" b="0">
                <a:solidFill>
                  <a:srgbClr val="17324D"/>
                </a:solidFill>
                <a:latin typeface="Arial"/>
                <a:ea typeface="Arial"/>
                <a:cs typeface="Arial"/>
              </a:defRPr>
            </a:lvl3pPr>
            <a:lvl4pPr>
              <a:defRPr sz="1950" b="0">
                <a:solidFill>
                  <a:srgbClr val="17324D"/>
                </a:solidFill>
                <a:latin typeface="Arial"/>
                <a:ea typeface="Arial"/>
                <a:cs typeface="Arial"/>
              </a:defRPr>
            </a:lvl4pPr>
            <a:lvl5pPr>
              <a:defRPr sz="1950" b="0">
                <a:solidFill>
                  <a:srgbClr val="17324D"/>
                </a:solidFill>
                <a:latin typeface="Arial"/>
                <a:ea typeface="Arial"/>
                <a:cs typeface="Arial"/>
              </a:defRPr>
            </a:lvl5pPr>
            <a:lvl6pPr>
              <a:defRPr sz="1950" b="0">
                <a:solidFill>
                  <a:srgbClr val="17324D"/>
                </a:solidFill>
                <a:latin typeface="Arial"/>
                <a:ea typeface="Arial"/>
                <a:cs typeface="Arial"/>
              </a:defRPr>
            </a:lvl6pPr>
            <a:lvl7pPr>
              <a:defRPr sz="1950" b="0">
                <a:solidFill>
                  <a:srgbClr val="17324D"/>
                </a:solidFill>
                <a:latin typeface="Arial"/>
                <a:ea typeface="Arial"/>
                <a:cs typeface="Arial"/>
              </a:defRPr>
            </a:lvl7pPr>
            <a:lvl8pPr>
              <a:defRPr sz="1950" b="0">
                <a:solidFill>
                  <a:srgbClr val="17324D"/>
                </a:solidFill>
                <a:latin typeface="Arial"/>
                <a:ea typeface="Arial"/>
                <a:cs typeface="Arial"/>
              </a:defRPr>
            </a:lvl8pPr>
            <a:lvl9pPr>
              <a:defRPr sz="1950" b="0">
                <a:solidFill>
                  <a:srgbClr val="17324D"/>
                </a:solidFill>
                <a:latin typeface="Arial"/>
                <a:ea typeface="Arial"/>
                <a:cs typeface="Arial"/>
              </a:defRPr>
            </a:lvl9pPr>
          </a:lstStyle>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An actuator that responds as expected.</a:t>
            </a:r>
          </a:p>
        </p:txBody>
      </p:sp>
    </p:spTree>
    <p:extLst>
      <p:ext uri="{BB962C8B-B14F-4D97-AF65-F5344CB8AC3E}">
        <p14:creationId xmlns:p14="http://schemas.microsoft.com/office/powerpoint/2010/main" val="348778345"/>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D10B9B80-B203-4899-A9FC-1B908D4BAC78}"/>
              </a:ext>
            </a:extLst>
          </p:cNvPr>
          <p:cNvPicPr>
            <a:picLocks xmlns:a="http://schemas.openxmlformats.org/drawingml/2006/main" noChangeAspect="1"/>
          </p:cNvPicPr>
          <p:nvPr/>
        </p:nvPicPr>
        <p:blipFill>
          <a:blip xmlns:r="http://schemas.openxmlformats.org/officeDocument/2006/relationships" xmlns:a="http://schemas.openxmlformats.org/drawingml/2006/main" r:embed="R9a52741c69354312"/>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Explain the idea in your own words">
            <a:extLst xmlns:a="http://schemas.openxmlformats.org/drawingml/2006/main">
              <a:ext uri="{FF2B5EF4-FFF2-40B4-BE49-F238E27FC236}">
                <a16:creationId xmlns:a16="http://schemas.microsoft.com/office/drawing/2014/main" id="{A47E4126-BDF2-4B2B-A03A-546AC499EEBF}"/>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550" b="0">
                <a:solidFill>
                  <a:srgbClr val="00A0DF"/>
                </a:solidFill>
                <a:latin typeface="Arial"/>
                <a:ea typeface="Arial"/>
                <a:cs typeface="Arial"/>
              </a:defRPr>
            </a:defPPr>
            <a:lvl1pPr>
              <a:defRPr sz="2550" b="0">
                <a:solidFill>
                  <a:srgbClr val="00A0DF"/>
                </a:solidFill>
                <a:latin typeface="Arial"/>
                <a:ea typeface="Arial"/>
                <a:cs typeface="Arial"/>
              </a:defRPr>
            </a:lvl1pPr>
            <a:lvl2pPr>
              <a:defRPr sz="2550" b="0">
                <a:solidFill>
                  <a:srgbClr val="00A0DF"/>
                </a:solidFill>
                <a:latin typeface="Arial"/>
                <a:ea typeface="Arial"/>
                <a:cs typeface="Arial"/>
              </a:defRPr>
            </a:lvl2pPr>
            <a:lvl3pPr>
              <a:defRPr sz="2550" b="0">
                <a:solidFill>
                  <a:srgbClr val="00A0DF"/>
                </a:solidFill>
                <a:latin typeface="Arial"/>
                <a:ea typeface="Arial"/>
                <a:cs typeface="Arial"/>
              </a:defRPr>
            </a:lvl3pPr>
            <a:lvl4pPr>
              <a:defRPr sz="2550" b="0">
                <a:solidFill>
                  <a:srgbClr val="00A0DF"/>
                </a:solidFill>
                <a:latin typeface="Arial"/>
                <a:ea typeface="Arial"/>
                <a:cs typeface="Arial"/>
              </a:defRPr>
            </a:lvl4pPr>
            <a:lvl5pPr>
              <a:defRPr sz="2550" b="0">
                <a:solidFill>
                  <a:srgbClr val="00A0DF"/>
                </a:solidFill>
                <a:latin typeface="Arial"/>
                <a:ea typeface="Arial"/>
                <a:cs typeface="Arial"/>
              </a:defRPr>
            </a:lvl5pPr>
            <a:lvl6pPr>
              <a:defRPr sz="2550" b="0">
                <a:solidFill>
                  <a:srgbClr val="00A0DF"/>
                </a:solidFill>
                <a:latin typeface="Arial"/>
                <a:ea typeface="Arial"/>
                <a:cs typeface="Arial"/>
              </a:defRPr>
            </a:lvl6pPr>
            <a:lvl7pPr>
              <a:defRPr sz="2550" b="0">
                <a:solidFill>
                  <a:srgbClr val="00A0DF"/>
                </a:solidFill>
                <a:latin typeface="Arial"/>
                <a:ea typeface="Arial"/>
                <a:cs typeface="Arial"/>
              </a:defRPr>
            </a:lvl7pPr>
            <a:lvl8pPr>
              <a:defRPr sz="2550" b="0">
                <a:solidFill>
                  <a:srgbClr val="00A0DF"/>
                </a:solidFill>
                <a:latin typeface="Arial"/>
                <a:ea typeface="Arial"/>
                <a:cs typeface="Arial"/>
              </a:defRPr>
            </a:lvl8pPr>
            <a:lvl9pPr>
              <a:defRPr sz="2550" b="0">
                <a:solidFill>
                  <a:srgbClr val="00A0DF"/>
                </a:solidFill>
                <a:latin typeface="Arial"/>
                <a:ea typeface="Arial"/>
                <a:cs typeface="Arial"/>
              </a:defRPr>
            </a:lvl9pPr>
          </a:lstStyle>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Explain the idea in your own words</a:t>
            </a:r>
          </a:p>
        </p:txBody>
      </p:sp>
      <p:sp>
        <p:nvSpPr>
          <p:cNvPr id="3" name="34">
            <a:extLst xmlns:a="http://schemas.openxmlformats.org/drawingml/2006/main">
              <a:ext uri="{FF2B5EF4-FFF2-40B4-BE49-F238E27FC236}">
                <a16:creationId xmlns:a16="http://schemas.microsoft.com/office/drawing/2014/main" id="{CF9368C1-844F-4EA8-B63B-8705F0626F82}"/>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00539F"/>
                </a:solidFill>
                <a:latin typeface="Arial"/>
                <a:ea typeface="Arial"/>
                <a:cs typeface="Arial"/>
              </a:defRPr>
            </a:defPPr>
            <a:lvl1pPr>
              <a:defRPr sz="1200" b="0">
                <a:solidFill>
                  <a:srgbClr val="00539F"/>
                </a:solidFill>
                <a:latin typeface="Arial"/>
                <a:ea typeface="Arial"/>
                <a:cs typeface="Arial"/>
              </a:defRPr>
            </a:lvl1pPr>
            <a:lvl2pPr>
              <a:defRPr sz="1200" b="0">
                <a:solidFill>
                  <a:srgbClr val="00539F"/>
                </a:solidFill>
                <a:latin typeface="Arial"/>
                <a:ea typeface="Arial"/>
                <a:cs typeface="Arial"/>
              </a:defRPr>
            </a:lvl2pPr>
            <a:lvl3pPr>
              <a:defRPr sz="1200" b="0">
                <a:solidFill>
                  <a:srgbClr val="00539F"/>
                </a:solidFill>
                <a:latin typeface="Arial"/>
                <a:ea typeface="Arial"/>
                <a:cs typeface="Arial"/>
              </a:defRPr>
            </a:lvl3pPr>
            <a:lvl4pPr>
              <a:defRPr sz="1200" b="0">
                <a:solidFill>
                  <a:srgbClr val="00539F"/>
                </a:solidFill>
                <a:latin typeface="Arial"/>
                <a:ea typeface="Arial"/>
                <a:cs typeface="Arial"/>
              </a:defRPr>
            </a:lvl4pPr>
            <a:lvl5pPr>
              <a:defRPr sz="1200" b="0">
                <a:solidFill>
                  <a:srgbClr val="00539F"/>
                </a:solidFill>
                <a:latin typeface="Arial"/>
                <a:ea typeface="Arial"/>
                <a:cs typeface="Arial"/>
              </a:defRPr>
            </a:lvl5pPr>
            <a:lvl6pPr>
              <a:defRPr sz="1200" b="0">
                <a:solidFill>
                  <a:srgbClr val="00539F"/>
                </a:solidFill>
                <a:latin typeface="Arial"/>
                <a:ea typeface="Arial"/>
                <a:cs typeface="Arial"/>
              </a:defRPr>
            </a:lvl6pPr>
            <a:lvl7pPr>
              <a:defRPr sz="1200" b="0">
                <a:solidFill>
                  <a:srgbClr val="00539F"/>
                </a:solidFill>
                <a:latin typeface="Arial"/>
                <a:ea typeface="Arial"/>
                <a:cs typeface="Arial"/>
              </a:defRPr>
            </a:lvl7pPr>
            <a:lvl8pPr>
              <a:defRPr sz="1200" b="0">
                <a:solidFill>
                  <a:srgbClr val="00539F"/>
                </a:solidFill>
                <a:latin typeface="Arial"/>
                <a:ea typeface="Arial"/>
                <a:cs typeface="Arial"/>
              </a:defRPr>
            </a:lvl8pPr>
            <a:lvl9pPr>
              <a:defRPr sz="1200" b="0">
                <a:solidFill>
                  <a:srgbClr val="00539F"/>
                </a:solidFill>
                <a:latin typeface="Arial"/>
                <a:ea typeface="Arial"/>
                <a:cs typeface="Arial"/>
              </a:defRPr>
            </a:lvl9pPr>
          </a:lstStyle>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34</a:t>
            </a:r>
          </a:p>
        </p:txBody>
      </p:sp>
      <p:sp>
        <p:nvSpPr>
          <p:cNvPr id="4" name="Why can remembering a speed shortfall help—and sometimes hurt?">
            <a:extLst xmlns:a="http://schemas.openxmlformats.org/drawingml/2006/main">
              <a:ext uri="{FF2B5EF4-FFF2-40B4-BE49-F238E27FC236}">
                <a16:creationId xmlns:a16="http://schemas.microsoft.com/office/drawing/2014/main" id="{4526521B-B072-4804-88D1-1EFEE3A1123A}"/>
              </a:ext>
            </a:extLst>
          </p:cNvPr>
          <p:cNvSpPr>
            <a:spLocks xmlns:a="http://schemas.openxmlformats.org/drawingml/2006/main" noGrp="1"/>
          </p:cNvSpPr>
          <p:nvPr/>
        </p:nvSpPr>
        <p:spPr>
          <a:xfrm xmlns:a="http://schemas.openxmlformats.org/drawingml/2006/main">
            <a:off x="619125" y="1438275"/>
            <a:ext cx="7905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950" b="0">
                <a:solidFill>
                  <a:srgbClr val="17324D"/>
                </a:solidFill>
                <a:latin typeface="Arial"/>
                <a:ea typeface="Arial"/>
                <a:cs typeface="Arial"/>
              </a:defRPr>
            </a:defPPr>
            <a:lvl1pPr>
              <a:defRPr sz="1950" b="0">
                <a:solidFill>
                  <a:srgbClr val="17324D"/>
                </a:solidFill>
                <a:latin typeface="Arial"/>
                <a:ea typeface="Arial"/>
                <a:cs typeface="Arial"/>
              </a:defRPr>
            </a:lvl1pPr>
            <a:lvl2pPr>
              <a:defRPr sz="1950" b="0">
                <a:solidFill>
                  <a:srgbClr val="17324D"/>
                </a:solidFill>
                <a:latin typeface="Arial"/>
                <a:ea typeface="Arial"/>
                <a:cs typeface="Arial"/>
              </a:defRPr>
            </a:lvl2pPr>
            <a:lvl3pPr>
              <a:defRPr sz="1950" b="0">
                <a:solidFill>
                  <a:srgbClr val="17324D"/>
                </a:solidFill>
                <a:latin typeface="Arial"/>
                <a:ea typeface="Arial"/>
                <a:cs typeface="Arial"/>
              </a:defRPr>
            </a:lvl3pPr>
            <a:lvl4pPr>
              <a:defRPr sz="1950" b="0">
                <a:solidFill>
                  <a:srgbClr val="17324D"/>
                </a:solidFill>
                <a:latin typeface="Arial"/>
                <a:ea typeface="Arial"/>
                <a:cs typeface="Arial"/>
              </a:defRPr>
            </a:lvl4pPr>
            <a:lvl5pPr>
              <a:defRPr sz="1950" b="0">
                <a:solidFill>
                  <a:srgbClr val="17324D"/>
                </a:solidFill>
                <a:latin typeface="Arial"/>
                <a:ea typeface="Arial"/>
                <a:cs typeface="Arial"/>
              </a:defRPr>
            </a:lvl5pPr>
            <a:lvl6pPr>
              <a:defRPr sz="1950" b="0">
                <a:solidFill>
                  <a:srgbClr val="17324D"/>
                </a:solidFill>
                <a:latin typeface="Arial"/>
                <a:ea typeface="Arial"/>
                <a:cs typeface="Arial"/>
              </a:defRPr>
            </a:lvl6pPr>
            <a:lvl7pPr>
              <a:defRPr sz="1950" b="0">
                <a:solidFill>
                  <a:srgbClr val="17324D"/>
                </a:solidFill>
                <a:latin typeface="Arial"/>
                <a:ea typeface="Arial"/>
                <a:cs typeface="Arial"/>
              </a:defRPr>
            </a:lvl7pPr>
            <a:lvl8pPr>
              <a:defRPr sz="1950" b="0">
                <a:solidFill>
                  <a:srgbClr val="17324D"/>
                </a:solidFill>
                <a:latin typeface="Arial"/>
                <a:ea typeface="Arial"/>
                <a:cs typeface="Arial"/>
              </a:defRPr>
            </a:lvl8pPr>
            <a:lvl9pPr>
              <a:defRPr sz="1950" b="0">
                <a:solidFill>
                  <a:srgbClr val="17324D"/>
                </a:solidFill>
                <a:latin typeface="Arial"/>
                <a:ea typeface="Arial"/>
                <a:cs typeface="Arial"/>
              </a:defRPr>
            </a:lvl9pPr>
          </a:lstStyle>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Why can remembering a speed shortfall help—and sometimes hurt?</a:t>
            </a:r>
          </a:p>
        </p:txBody>
      </p:sp>
      <p:sp>
        <p:nvSpPr>
          <p:cNvPr id="5" name="How does aiming farther ahead change steering behavior?">
            <a:extLst xmlns:a="http://schemas.openxmlformats.org/drawingml/2006/main">
              <a:ext uri="{FF2B5EF4-FFF2-40B4-BE49-F238E27FC236}">
                <a16:creationId xmlns:a16="http://schemas.microsoft.com/office/drawing/2014/main" id="{AAE7B33C-9782-421D-AD07-94306D6822FE}"/>
              </a:ext>
            </a:extLst>
          </p:cNvPr>
          <p:cNvSpPr>
            <a:spLocks xmlns:a="http://schemas.openxmlformats.org/drawingml/2006/main" noGrp="1"/>
          </p:cNvSpPr>
          <p:nvPr/>
        </p:nvSpPr>
        <p:spPr>
          <a:xfrm xmlns:a="http://schemas.openxmlformats.org/drawingml/2006/main">
            <a:off x="619125" y="2371725"/>
            <a:ext cx="7905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950" b="0">
                <a:solidFill>
                  <a:srgbClr val="17324D"/>
                </a:solidFill>
                <a:latin typeface="Arial"/>
                <a:ea typeface="Arial"/>
                <a:cs typeface="Arial"/>
              </a:defRPr>
            </a:defPPr>
            <a:lvl1pPr>
              <a:defRPr sz="1950" b="0">
                <a:solidFill>
                  <a:srgbClr val="17324D"/>
                </a:solidFill>
                <a:latin typeface="Arial"/>
                <a:ea typeface="Arial"/>
                <a:cs typeface="Arial"/>
              </a:defRPr>
            </a:lvl1pPr>
            <a:lvl2pPr>
              <a:defRPr sz="1950" b="0">
                <a:solidFill>
                  <a:srgbClr val="17324D"/>
                </a:solidFill>
                <a:latin typeface="Arial"/>
                <a:ea typeface="Arial"/>
                <a:cs typeface="Arial"/>
              </a:defRPr>
            </a:lvl2pPr>
            <a:lvl3pPr>
              <a:defRPr sz="1950" b="0">
                <a:solidFill>
                  <a:srgbClr val="17324D"/>
                </a:solidFill>
                <a:latin typeface="Arial"/>
                <a:ea typeface="Arial"/>
                <a:cs typeface="Arial"/>
              </a:defRPr>
            </a:lvl3pPr>
            <a:lvl4pPr>
              <a:defRPr sz="1950" b="0">
                <a:solidFill>
                  <a:srgbClr val="17324D"/>
                </a:solidFill>
                <a:latin typeface="Arial"/>
                <a:ea typeface="Arial"/>
                <a:cs typeface="Arial"/>
              </a:defRPr>
            </a:lvl4pPr>
            <a:lvl5pPr>
              <a:defRPr sz="1950" b="0">
                <a:solidFill>
                  <a:srgbClr val="17324D"/>
                </a:solidFill>
                <a:latin typeface="Arial"/>
                <a:ea typeface="Arial"/>
                <a:cs typeface="Arial"/>
              </a:defRPr>
            </a:lvl5pPr>
            <a:lvl6pPr>
              <a:defRPr sz="1950" b="0">
                <a:solidFill>
                  <a:srgbClr val="17324D"/>
                </a:solidFill>
                <a:latin typeface="Arial"/>
                <a:ea typeface="Arial"/>
                <a:cs typeface="Arial"/>
              </a:defRPr>
            </a:lvl6pPr>
            <a:lvl7pPr>
              <a:defRPr sz="1950" b="0">
                <a:solidFill>
                  <a:srgbClr val="17324D"/>
                </a:solidFill>
                <a:latin typeface="Arial"/>
                <a:ea typeface="Arial"/>
                <a:cs typeface="Arial"/>
              </a:defRPr>
            </a:lvl7pPr>
            <a:lvl8pPr>
              <a:defRPr sz="1950" b="0">
                <a:solidFill>
                  <a:srgbClr val="17324D"/>
                </a:solidFill>
                <a:latin typeface="Arial"/>
                <a:ea typeface="Arial"/>
                <a:cs typeface="Arial"/>
              </a:defRPr>
            </a:lvl8pPr>
            <a:lvl9pPr>
              <a:defRPr sz="1950" b="0">
                <a:solidFill>
                  <a:srgbClr val="17324D"/>
                </a:solidFill>
                <a:latin typeface="Arial"/>
                <a:ea typeface="Arial"/>
                <a:cs typeface="Arial"/>
              </a:defRPr>
            </a:lvl9pPr>
          </a:lstStyle>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How does aiming farther ahead change steering behavior?</a:t>
            </a:r>
          </a:p>
        </p:txBody>
      </p:sp>
      <p:sp>
        <p:nvSpPr>
          <p:cNvPr id="6" name="Why does MPC keep changing a plan it just made?">
            <a:extLst xmlns:a="http://schemas.openxmlformats.org/drawingml/2006/main">
              <a:ext uri="{FF2B5EF4-FFF2-40B4-BE49-F238E27FC236}">
                <a16:creationId xmlns:a16="http://schemas.microsoft.com/office/drawing/2014/main" id="{E1C24C91-F39F-49B9-8475-2313653C2B54}"/>
              </a:ext>
            </a:extLst>
          </p:cNvPr>
          <p:cNvSpPr>
            <a:spLocks xmlns:a="http://schemas.openxmlformats.org/drawingml/2006/main" noGrp="1"/>
          </p:cNvSpPr>
          <p:nvPr/>
        </p:nvSpPr>
        <p:spPr>
          <a:xfrm xmlns:a="http://schemas.openxmlformats.org/drawingml/2006/main">
            <a:off x="619125" y="3305175"/>
            <a:ext cx="7905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950" b="0">
                <a:solidFill>
                  <a:srgbClr val="17324D"/>
                </a:solidFill>
                <a:latin typeface="Arial"/>
                <a:ea typeface="Arial"/>
                <a:cs typeface="Arial"/>
              </a:defRPr>
            </a:defPPr>
            <a:lvl1pPr>
              <a:defRPr sz="1950" b="0">
                <a:solidFill>
                  <a:srgbClr val="17324D"/>
                </a:solidFill>
                <a:latin typeface="Arial"/>
                <a:ea typeface="Arial"/>
                <a:cs typeface="Arial"/>
              </a:defRPr>
            </a:lvl1pPr>
            <a:lvl2pPr>
              <a:defRPr sz="1950" b="0">
                <a:solidFill>
                  <a:srgbClr val="17324D"/>
                </a:solidFill>
                <a:latin typeface="Arial"/>
                <a:ea typeface="Arial"/>
                <a:cs typeface="Arial"/>
              </a:defRPr>
            </a:lvl2pPr>
            <a:lvl3pPr>
              <a:defRPr sz="1950" b="0">
                <a:solidFill>
                  <a:srgbClr val="17324D"/>
                </a:solidFill>
                <a:latin typeface="Arial"/>
                <a:ea typeface="Arial"/>
                <a:cs typeface="Arial"/>
              </a:defRPr>
            </a:lvl3pPr>
            <a:lvl4pPr>
              <a:defRPr sz="1950" b="0">
                <a:solidFill>
                  <a:srgbClr val="17324D"/>
                </a:solidFill>
                <a:latin typeface="Arial"/>
                <a:ea typeface="Arial"/>
                <a:cs typeface="Arial"/>
              </a:defRPr>
            </a:lvl4pPr>
            <a:lvl5pPr>
              <a:defRPr sz="1950" b="0">
                <a:solidFill>
                  <a:srgbClr val="17324D"/>
                </a:solidFill>
                <a:latin typeface="Arial"/>
                <a:ea typeface="Arial"/>
                <a:cs typeface="Arial"/>
              </a:defRPr>
            </a:lvl5pPr>
            <a:lvl6pPr>
              <a:defRPr sz="1950" b="0">
                <a:solidFill>
                  <a:srgbClr val="17324D"/>
                </a:solidFill>
                <a:latin typeface="Arial"/>
                <a:ea typeface="Arial"/>
                <a:cs typeface="Arial"/>
              </a:defRPr>
            </a:lvl6pPr>
            <a:lvl7pPr>
              <a:defRPr sz="1950" b="0">
                <a:solidFill>
                  <a:srgbClr val="17324D"/>
                </a:solidFill>
                <a:latin typeface="Arial"/>
                <a:ea typeface="Arial"/>
                <a:cs typeface="Arial"/>
              </a:defRPr>
            </a:lvl7pPr>
            <a:lvl8pPr>
              <a:defRPr sz="1950" b="0">
                <a:solidFill>
                  <a:srgbClr val="17324D"/>
                </a:solidFill>
                <a:latin typeface="Arial"/>
                <a:ea typeface="Arial"/>
                <a:cs typeface="Arial"/>
              </a:defRPr>
            </a:lvl8pPr>
            <a:lvl9pPr>
              <a:defRPr sz="1950" b="0">
                <a:solidFill>
                  <a:srgbClr val="17324D"/>
                </a:solidFill>
                <a:latin typeface="Arial"/>
                <a:ea typeface="Arial"/>
                <a:cs typeface="Arial"/>
              </a:defRPr>
            </a:lvl9pPr>
          </a:lstStyle>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Why does MPC keep changing a plan it just made?</a:t>
            </a:r>
          </a:p>
        </p:txBody>
      </p:sp>
    </p:spTree>
    <p:extLst>
      <p:ext uri="{BB962C8B-B14F-4D97-AF65-F5344CB8AC3E}">
        <p14:creationId xmlns:p14="http://schemas.microsoft.com/office/powerpoint/2010/main" val="378113639"/>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3E746A97-6B70-4FCF-8FDF-3F8B4299D7B8}"/>
              </a:ext>
            </a:extLst>
          </p:cNvPr>
          <p:cNvPicPr>
            <a:picLocks xmlns:a="http://schemas.openxmlformats.org/drawingml/2006/main" noChangeAspect="1"/>
          </p:cNvPicPr>
          <p:nvPr/>
        </p:nvPicPr>
        <p:blipFill>
          <a:blip xmlns:r="http://schemas.openxmlformats.org/officeDocument/2006/relationships" xmlns:a="http://schemas.openxmlformats.org/drawingml/2006/main" r:embed="R000d9592b4594c15"/>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Explore again after class">
            <a:extLst xmlns:a="http://schemas.openxmlformats.org/drawingml/2006/main">
              <a:ext uri="{FF2B5EF4-FFF2-40B4-BE49-F238E27FC236}">
                <a16:creationId xmlns:a16="http://schemas.microsoft.com/office/drawing/2014/main" id="{25D6CD18-2E58-4BCC-8B38-B84702359FCF}"/>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550" b="0">
                <a:solidFill>
                  <a:srgbClr val="00A0DF"/>
                </a:solidFill>
                <a:latin typeface="Arial"/>
                <a:ea typeface="Arial"/>
                <a:cs typeface="Arial"/>
              </a:defRPr>
            </a:defPPr>
            <a:lvl1pPr>
              <a:defRPr sz="2550" b="0">
                <a:solidFill>
                  <a:srgbClr val="00A0DF"/>
                </a:solidFill>
                <a:latin typeface="Arial"/>
                <a:ea typeface="Arial"/>
                <a:cs typeface="Arial"/>
              </a:defRPr>
            </a:lvl1pPr>
            <a:lvl2pPr>
              <a:defRPr sz="2550" b="0">
                <a:solidFill>
                  <a:srgbClr val="00A0DF"/>
                </a:solidFill>
                <a:latin typeface="Arial"/>
                <a:ea typeface="Arial"/>
                <a:cs typeface="Arial"/>
              </a:defRPr>
            </a:lvl2pPr>
            <a:lvl3pPr>
              <a:defRPr sz="2550" b="0">
                <a:solidFill>
                  <a:srgbClr val="00A0DF"/>
                </a:solidFill>
                <a:latin typeface="Arial"/>
                <a:ea typeface="Arial"/>
                <a:cs typeface="Arial"/>
              </a:defRPr>
            </a:lvl3pPr>
            <a:lvl4pPr>
              <a:defRPr sz="2550" b="0">
                <a:solidFill>
                  <a:srgbClr val="00A0DF"/>
                </a:solidFill>
                <a:latin typeface="Arial"/>
                <a:ea typeface="Arial"/>
                <a:cs typeface="Arial"/>
              </a:defRPr>
            </a:lvl4pPr>
            <a:lvl5pPr>
              <a:defRPr sz="2550" b="0">
                <a:solidFill>
                  <a:srgbClr val="00A0DF"/>
                </a:solidFill>
                <a:latin typeface="Arial"/>
                <a:ea typeface="Arial"/>
                <a:cs typeface="Arial"/>
              </a:defRPr>
            </a:lvl5pPr>
            <a:lvl6pPr>
              <a:defRPr sz="2550" b="0">
                <a:solidFill>
                  <a:srgbClr val="00A0DF"/>
                </a:solidFill>
                <a:latin typeface="Arial"/>
                <a:ea typeface="Arial"/>
                <a:cs typeface="Arial"/>
              </a:defRPr>
            </a:lvl6pPr>
            <a:lvl7pPr>
              <a:defRPr sz="2550" b="0">
                <a:solidFill>
                  <a:srgbClr val="00A0DF"/>
                </a:solidFill>
                <a:latin typeface="Arial"/>
                <a:ea typeface="Arial"/>
                <a:cs typeface="Arial"/>
              </a:defRPr>
            </a:lvl7pPr>
            <a:lvl8pPr>
              <a:defRPr sz="2550" b="0">
                <a:solidFill>
                  <a:srgbClr val="00A0DF"/>
                </a:solidFill>
                <a:latin typeface="Arial"/>
                <a:ea typeface="Arial"/>
                <a:cs typeface="Arial"/>
              </a:defRPr>
            </a:lvl8pPr>
            <a:lvl9pPr>
              <a:defRPr sz="2550" b="0">
                <a:solidFill>
                  <a:srgbClr val="00A0DF"/>
                </a:solidFill>
                <a:latin typeface="Arial"/>
                <a:ea typeface="Arial"/>
                <a:cs typeface="Arial"/>
              </a:defRPr>
            </a:lvl9pPr>
          </a:lstStyle>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Explore again after class</a:t>
            </a:r>
          </a:p>
        </p:txBody>
      </p:sp>
      <p:sp>
        <p:nvSpPr>
          <p:cNvPr id="3" name="35">
            <a:extLst xmlns:a="http://schemas.openxmlformats.org/drawingml/2006/main">
              <a:ext uri="{FF2B5EF4-FFF2-40B4-BE49-F238E27FC236}">
                <a16:creationId xmlns:a16="http://schemas.microsoft.com/office/drawing/2014/main" id="{C1541C80-1D25-4468-810A-2157B71D6B9E}"/>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00539F"/>
                </a:solidFill>
                <a:latin typeface="Arial"/>
                <a:ea typeface="Arial"/>
                <a:cs typeface="Arial"/>
              </a:defRPr>
            </a:defPPr>
            <a:lvl1pPr>
              <a:defRPr sz="1200" b="0">
                <a:solidFill>
                  <a:srgbClr val="00539F"/>
                </a:solidFill>
                <a:latin typeface="Arial"/>
                <a:ea typeface="Arial"/>
                <a:cs typeface="Arial"/>
              </a:defRPr>
            </a:lvl1pPr>
            <a:lvl2pPr>
              <a:defRPr sz="1200" b="0">
                <a:solidFill>
                  <a:srgbClr val="00539F"/>
                </a:solidFill>
                <a:latin typeface="Arial"/>
                <a:ea typeface="Arial"/>
                <a:cs typeface="Arial"/>
              </a:defRPr>
            </a:lvl2pPr>
            <a:lvl3pPr>
              <a:defRPr sz="1200" b="0">
                <a:solidFill>
                  <a:srgbClr val="00539F"/>
                </a:solidFill>
                <a:latin typeface="Arial"/>
                <a:ea typeface="Arial"/>
                <a:cs typeface="Arial"/>
              </a:defRPr>
            </a:lvl3pPr>
            <a:lvl4pPr>
              <a:defRPr sz="1200" b="0">
                <a:solidFill>
                  <a:srgbClr val="00539F"/>
                </a:solidFill>
                <a:latin typeface="Arial"/>
                <a:ea typeface="Arial"/>
                <a:cs typeface="Arial"/>
              </a:defRPr>
            </a:lvl4pPr>
            <a:lvl5pPr>
              <a:defRPr sz="1200" b="0">
                <a:solidFill>
                  <a:srgbClr val="00539F"/>
                </a:solidFill>
                <a:latin typeface="Arial"/>
                <a:ea typeface="Arial"/>
                <a:cs typeface="Arial"/>
              </a:defRPr>
            </a:lvl5pPr>
            <a:lvl6pPr>
              <a:defRPr sz="1200" b="0">
                <a:solidFill>
                  <a:srgbClr val="00539F"/>
                </a:solidFill>
                <a:latin typeface="Arial"/>
                <a:ea typeface="Arial"/>
                <a:cs typeface="Arial"/>
              </a:defRPr>
            </a:lvl6pPr>
            <a:lvl7pPr>
              <a:defRPr sz="1200" b="0">
                <a:solidFill>
                  <a:srgbClr val="00539F"/>
                </a:solidFill>
                <a:latin typeface="Arial"/>
                <a:ea typeface="Arial"/>
                <a:cs typeface="Arial"/>
              </a:defRPr>
            </a:lvl7pPr>
            <a:lvl8pPr>
              <a:defRPr sz="1200" b="0">
                <a:solidFill>
                  <a:srgbClr val="00539F"/>
                </a:solidFill>
                <a:latin typeface="Arial"/>
                <a:ea typeface="Arial"/>
                <a:cs typeface="Arial"/>
              </a:defRPr>
            </a:lvl8pPr>
            <a:lvl9pPr>
              <a:defRPr sz="1200" b="0">
                <a:solidFill>
                  <a:srgbClr val="00539F"/>
                </a:solidFill>
                <a:latin typeface="Arial"/>
                <a:ea typeface="Arial"/>
                <a:cs typeface="Arial"/>
              </a:defRPr>
            </a:lvl9pPr>
          </a:lstStyle>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35</a:t>
            </a:r>
          </a:p>
        </p:txBody>
      </p:sp>
      <p:sp>
        <p:nvSpPr>
          <p:cNvPr id="4" name="Extract Lecture8_Control.zip and open START_HERE.html.">
            <a:extLst xmlns:a="http://schemas.openxmlformats.org/drawingml/2006/main">
              <a:ext uri="{FF2B5EF4-FFF2-40B4-BE49-F238E27FC236}">
                <a16:creationId xmlns:a16="http://schemas.microsoft.com/office/drawing/2014/main" id="{207C59B4-7575-4125-AB86-7B6BBC799AB1}"/>
              </a:ext>
            </a:extLst>
          </p:cNvPr>
          <p:cNvSpPr>
            <a:spLocks xmlns:a="http://schemas.openxmlformats.org/drawingml/2006/main" noGrp="1"/>
          </p:cNvSpPr>
          <p:nvPr/>
        </p:nvSpPr>
        <p:spPr>
          <a:xfrm xmlns:a="http://schemas.openxmlformats.org/drawingml/2006/main">
            <a:off x="619125" y="1438275"/>
            <a:ext cx="7905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950" b="0">
                <a:solidFill>
                  <a:srgbClr val="17324D"/>
                </a:solidFill>
                <a:latin typeface="Arial"/>
                <a:ea typeface="Arial"/>
                <a:cs typeface="Arial"/>
              </a:defRPr>
            </a:defPPr>
            <a:lvl1pPr>
              <a:defRPr sz="1950" b="0">
                <a:solidFill>
                  <a:srgbClr val="17324D"/>
                </a:solidFill>
                <a:latin typeface="Arial"/>
                <a:ea typeface="Arial"/>
                <a:cs typeface="Arial"/>
              </a:defRPr>
            </a:lvl1pPr>
            <a:lvl2pPr>
              <a:defRPr sz="1950" b="0">
                <a:solidFill>
                  <a:srgbClr val="17324D"/>
                </a:solidFill>
                <a:latin typeface="Arial"/>
                <a:ea typeface="Arial"/>
                <a:cs typeface="Arial"/>
              </a:defRPr>
            </a:lvl2pPr>
            <a:lvl3pPr>
              <a:defRPr sz="1950" b="0">
                <a:solidFill>
                  <a:srgbClr val="17324D"/>
                </a:solidFill>
                <a:latin typeface="Arial"/>
                <a:ea typeface="Arial"/>
                <a:cs typeface="Arial"/>
              </a:defRPr>
            </a:lvl3pPr>
            <a:lvl4pPr>
              <a:defRPr sz="1950" b="0">
                <a:solidFill>
                  <a:srgbClr val="17324D"/>
                </a:solidFill>
                <a:latin typeface="Arial"/>
                <a:ea typeface="Arial"/>
                <a:cs typeface="Arial"/>
              </a:defRPr>
            </a:lvl4pPr>
            <a:lvl5pPr>
              <a:defRPr sz="1950" b="0">
                <a:solidFill>
                  <a:srgbClr val="17324D"/>
                </a:solidFill>
                <a:latin typeface="Arial"/>
                <a:ea typeface="Arial"/>
                <a:cs typeface="Arial"/>
              </a:defRPr>
            </a:lvl5pPr>
            <a:lvl6pPr>
              <a:defRPr sz="1950" b="0">
                <a:solidFill>
                  <a:srgbClr val="17324D"/>
                </a:solidFill>
                <a:latin typeface="Arial"/>
                <a:ea typeface="Arial"/>
                <a:cs typeface="Arial"/>
              </a:defRPr>
            </a:lvl6pPr>
            <a:lvl7pPr>
              <a:defRPr sz="1950" b="0">
                <a:solidFill>
                  <a:srgbClr val="17324D"/>
                </a:solidFill>
                <a:latin typeface="Arial"/>
                <a:ea typeface="Arial"/>
                <a:cs typeface="Arial"/>
              </a:defRPr>
            </a:lvl7pPr>
            <a:lvl8pPr>
              <a:defRPr sz="1950" b="0">
                <a:solidFill>
                  <a:srgbClr val="17324D"/>
                </a:solidFill>
                <a:latin typeface="Arial"/>
                <a:ea typeface="Arial"/>
                <a:cs typeface="Arial"/>
              </a:defRPr>
            </a:lvl8pPr>
            <a:lvl9pPr>
              <a:defRPr sz="1950" b="0">
                <a:solidFill>
                  <a:srgbClr val="17324D"/>
                </a:solidFill>
                <a:latin typeface="Arial"/>
                <a:ea typeface="Arial"/>
                <a:cs typeface="Arial"/>
              </a:defRPr>
            </a:lvl9pPr>
          </a:lstStyle>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Extract Lecture8_Control.zip and open START_HERE.html.</a:t>
            </a:r>
          </a:p>
        </p:txBody>
      </p:sp>
      <p:sp>
        <p:nvSpPr>
          <p:cNvPr id="5" name="Replay the named cases and compare what you see.">
            <a:extLst xmlns:a="http://schemas.openxmlformats.org/drawingml/2006/main">
              <a:ext uri="{FF2B5EF4-FFF2-40B4-BE49-F238E27FC236}">
                <a16:creationId xmlns:a16="http://schemas.microsoft.com/office/drawing/2014/main" id="{06EBD369-22C9-45A1-B5BE-A383438635BE}"/>
              </a:ext>
            </a:extLst>
          </p:cNvPr>
          <p:cNvSpPr>
            <a:spLocks xmlns:a="http://schemas.openxmlformats.org/drawingml/2006/main" noGrp="1"/>
          </p:cNvSpPr>
          <p:nvPr/>
        </p:nvSpPr>
        <p:spPr>
          <a:xfrm xmlns:a="http://schemas.openxmlformats.org/drawingml/2006/main">
            <a:off x="619125" y="2371725"/>
            <a:ext cx="7905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950" b="0">
                <a:solidFill>
                  <a:srgbClr val="17324D"/>
                </a:solidFill>
                <a:latin typeface="Arial"/>
                <a:ea typeface="Arial"/>
                <a:cs typeface="Arial"/>
              </a:defRPr>
            </a:defPPr>
            <a:lvl1pPr>
              <a:defRPr sz="1950" b="0">
                <a:solidFill>
                  <a:srgbClr val="17324D"/>
                </a:solidFill>
                <a:latin typeface="Arial"/>
                <a:ea typeface="Arial"/>
                <a:cs typeface="Arial"/>
              </a:defRPr>
            </a:lvl1pPr>
            <a:lvl2pPr>
              <a:defRPr sz="1950" b="0">
                <a:solidFill>
                  <a:srgbClr val="17324D"/>
                </a:solidFill>
                <a:latin typeface="Arial"/>
                <a:ea typeface="Arial"/>
                <a:cs typeface="Arial"/>
              </a:defRPr>
            </a:lvl2pPr>
            <a:lvl3pPr>
              <a:defRPr sz="1950" b="0">
                <a:solidFill>
                  <a:srgbClr val="17324D"/>
                </a:solidFill>
                <a:latin typeface="Arial"/>
                <a:ea typeface="Arial"/>
                <a:cs typeface="Arial"/>
              </a:defRPr>
            </a:lvl3pPr>
            <a:lvl4pPr>
              <a:defRPr sz="1950" b="0">
                <a:solidFill>
                  <a:srgbClr val="17324D"/>
                </a:solidFill>
                <a:latin typeface="Arial"/>
                <a:ea typeface="Arial"/>
                <a:cs typeface="Arial"/>
              </a:defRPr>
            </a:lvl4pPr>
            <a:lvl5pPr>
              <a:defRPr sz="1950" b="0">
                <a:solidFill>
                  <a:srgbClr val="17324D"/>
                </a:solidFill>
                <a:latin typeface="Arial"/>
                <a:ea typeface="Arial"/>
                <a:cs typeface="Arial"/>
              </a:defRPr>
            </a:lvl5pPr>
            <a:lvl6pPr>
              <a:defRPr sz="1950" b="0">
                <a:solidFill>
                  <a:srgbClr val="17324D"/>
                </a:solidFill>
                <a:latin typeface="Arial"/>
                <a:ea typeface="Arial"/>
                <a:cs typeface="Arial"/>
              </a:defRPr>
            </a:lvl6pPr>
            <a:lvl7pPr>
              <a:defRPr sz="1950" b="0">
                <a:solidFill>
                  <a:srgbClr val="17324D"/>
                </a:solidFill>
                <a:latin typeface="Arial"/>
                <a:ea typeface="Arial"/>
                <a:cs typeface="Arial"/>
              </a:defRPr>
            </a:lvl7pPr>
            <a:lvl8pPr>
              <a:defRPr sz="1950" b="0">
                <a:solidFill>
                  <a:srgbClr val="17324D"/>
                </a:solidFill>
                <a:latin typeface="Arial"/>
                <a:ea typeface="Arial"/>
                <a:cs typeface="Arial"/>
              </a:defRPr>
            </a:lvl8pPr>
            <a:lvl9pPr>
              <a:defRPr sz="1950" b="0">
                <a:solidFill>
                  <a:srgbClr val="17324D"/>
                </a:solidFill>
                <a:latin typeface="Arial"/>
                <a:ea typeface="Arial"/>
                <a:cs typeface="Arial"/>
              </a:defRPr>
            </a:lvl9pPr>
          </a:lstStyle>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Replay the named cases and compare what you see.</a:t>
            </a:r>
          </a:p>
        </p:txBody>
      </p:sp>
      <p:sp>
        <p:nvSpPr>
          <p:cNvPr id="6" name="Use the concept guide or open optional details when curious.">
            <a:extLst xmlns:a="http://schemas.openxmlformats.org/drawingml/2006/main">
              <a:ext uri="{FF2B5EF4-FFF2-40B4-BE49-F238E27FC236}">
                <a16:creationId xmlns:a16="http://schemas.microsoft.com/office/drawing/2014/main" id="{F5C43C3A-878E-469B-9665-7BE6980D5677}"/>
              </a:ext>
            </a:extLst>
          </p:cNvPr>
          <p:cNvSpPr>
            <a:spLocks xmlns:a="http://schemas.openxmlformats.org/drawingml/2006/main" noGrp="1"/>
          </p:cNvSpPr>
          <p:nvPr/>
        </p:nvSpPr>
        <p:spPr>
          <a:xfrm xmlns:a="http://schemas.openxmlformats.org/drawingml/2006/main">
            <a:off x="619125" y="3305175"/>
            <a:ext cx="7905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950" b="0">
                <a:solidFill>
                  <a:srgbClr val="17324D"/>
                </a:solidFill>
                <a:latin typeface="Arial"/>
                <a:ea typeface="Arial"/>
                <a:cs typeface="Arial"/>
              </a:defRPr>
            </a:defPPr>
            <a:lvl1pPr>
              <a:defRPr sz="1950" b="0">
                <a:solidFill>
                  <a:srgbClr val="17324D"/>
                </a:solidFill>
                <a:latin typeface="Arial"/>
                <a:ea typeface="Arial"/>
                <a:cs typeface="Arial"/>
              </a:defRPr>
            </a:lvl1pPr>
            <a:lvl2pPr>
              <a:defRPr sz="1950" b="0">
                <a:solidFill>
                  <a:srgbClr val="17324D"/>
                </a:solidFill>
                <a:latin typeface="Arial"/>
                <a:ea typeface="Arial"/>
                <a:cs typeface="Arial"/>
              </a:defRPr>
            </a:lvl2pPr>
            <a:lvl3pPr>
              <a:defRPr sz="1950" b="0">
                <a:solidFill>
                  <a:srgbClr val="17324D"/>
                </a:solidFill>
                <a:latin typeface="Arial"/>
                <a:ea typeface="Arial"/>
                <a:cs typeface="Arial"/>
              </a:defRPr>
            </a:lvl3pPr>
            <a:lvl4pPr>
              <a:defRPr sz="1950" b="0">
                <a:solidFill>
                  <a:srgbClr val="17324D"/>
                </a:solidFill>
                <a:latin typeface="Arial"/>
                <a:ea typeface="Arial"/>
                <a:cs typeface="Arial"/>
              </a:defRPr>
            </a:lvl4pPr>
            <a:lvl5pPr>
              <a:defRPr sz="1950" b="0">
                <a:solidFill>
                  <a:srgbClr val="17324D"/>
                </a:solidFill>
                <a:latin typeface="Arial"/>
                <a:ea typeface="Arial"/>
                <a:cs typeface="Arial"/>
              </a:defRPr>
            </a:lvl5pPr>
            <a:lvl6pPr>
              <a:defRPr sz="1950" b="0">
                <a:solidFill>
                  <a:srgbClr val="17324D"/>
                </a:solidFill>
                <a:latin typeface="Arial"/>
                <a:ea typeface="Arial"/>
                <a:cs typeface="Arial"/>
              </a:defRPr>
            </a:lvl6pPr>
            <a:lvl7pPr>
              <a:defRPr sz="1950" b="0">
                <a:solidFill>
                  <a:srgbClr val="17324D"/>
                </a:solidFill>
                <a:latin typeface="Arial"/>
                <a:ea typeface="Arial"/>
                <a:cs typeface="Arial"/>
              </a:defRPr>
            </a:lvl7pPr>
            <a:lvl8pPr>
              <a:defRPr sz="1950" b="0">
                <a:solidFill>
                  <a:srgbClr val="17324D"/>
                </a:solidFill>
                <a:latin typeface="Arial"/>
                <a:ea typeface="Arial"/>
                <a:cs typeface="Arial"/>
              </a:defRPr>
            </a:lvl8pPr>
            <a:lvl9pPr>
              <a:defRPr sz="1950" b="0">
                <a:solidFill>
                  <a:srgbClr val="17324D"/>
                </a:solidFill>
                <a:latin typeface="Arial"/>
                <a:ea typeface="Arial"/>
                <a:cs typeface="Arial"/>
              </a:defRPr>
            </a:lvl9pPr>
          </a:lstStyle>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Use the concept guide or open optional details when curious.</a:t>
            </a:r>
          </a:p>
        </p:txBody>
      </p:sp>
      <p:sp>
        <p:nvSpPr>
          <p:cNvPr id="7" name="Open interactive demonstration">
            <a:extLst xmlns:a="http://schemas.openxmlformats.org/drawingml/2006/main">
              <a:ext uri="{FF2B5EF4-FFF2-40B4-BE49-F238E27FC236}">
                <a16:creationId xmlns:a16="http://schemas.microsoft.com/office/drawing/2014/main" id="{4CAC891F-0E72-484C-BC4B-6F4A87D281C4}"/>
              </a:ext>
            </a:extLst>
          </p:cNvPr>
          <p:cNvSpPr>
            <a:spLocks xmlns:a="http://schemas.openxmlformats.org/drawingml/2006/main" noGrp="1"/>
          </p:cNvSpPr>
          <p:nvPr/>
        </p:nvSpPr>
        <p:spPr>
          <a:xfrm xmlns:a="http://schemas.openxmlformats.org/drawingml/2006/main">
            <a:off x="619125" y="4543425"/>
            <a:ext cx="7905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425" b="0">
                <a:solidFill>
                  <a:srgbClr val="00539F"/>
                </a:solidFill>
                <a:latin typeface="Arial"/>
                <a:ea typeface="Arial"/>
                <a:cs typeface="Arial"/>
              </a:defRPr>
            </a:defPPr>
            <a:lvl1pPr>
              <a:defRPr sz="1425" b="0">
                <a:solidFill>
                  <a:srgbClr val="00539F"/>
                </a:solidFill>
                <a:latin typeface="Arial"/>
                <a:ea typeface="Arial"/>
                <a:cs typeface="Arial"/>
              </a:defRPr>
            </a:lvl1pPr>
            <a:lvl2pPr>
              <a:defRPr sz="1425" b="0">
                <a:solidFill>
                  <a:srgbClr val="00539F"/>
                </a:solidFill>
                <a:latin typeface="Arial"/>
                <a:ea typeface="Arial"/>
                <a:cs typeface="Arial"/>
              </a:defRPr>
            </a:lvl2pPr>
            <a:lvl3pPr>
              <a:defRPr sz="1425" b="0">
                <a:solidFill>
                  <a:srgbClr val="00539F"/>
                </a:solidFill>
                <a:latin typeface="Arial"/>
                <a:ea typeface="Arial"/>
                <a:cs typeface="Arial"/>
              </a:defRPr>
            </a:lvl3pPr>
            <a:lvl4pPr>
              <a:defRPr sz="1425" b="0">
                <a:solidFill>
                  <a:srgbClr val="00539F"/>
                </a:solidFill>
                <a:latin typeface="Arial"/>
                <a:ea typeface="Arial"/>
                <a:cs typeface="Arial"/>
              </a:defRPr>
            </a:lvl4pPr>
            <a:lvl5pPr>
              <a:defRPr sz="1425" b="0">
                <a:solidFill>
                  <a:srgbClr val="00539F"/>
                </a:solidFill>
                <a:latin typeface="Arial"/>
                <a:ea typeface="Arial"/>
                <a:cs typeface="Arial"/>
              </a:defRPr>
            </a:lvl5pPr>
            <a:lvl6pPr>
              <a:defRPr sz="1425" b="0">
                <a:solidFill>
                  <a:srgbClr val="00539F"/>
                </a:solidFill>
                <a:latin typeface="Arial"/>
                <a:ea typeface="Arial"/>
                <a:cs typeface="Arial"/>
              </a:defRPr>
            </a:lvl6pPr>
            <a:lvl7pPr>
              <a:defRPr sz="1425" b="0">
                <a:solidFill>
                  <a:srgbClr val="00539F"/>
                </a:solidFill>
                <a:latin typeface="Arial"/>
                <a:ea typeface="Arial"/>
                <a:cs typeface="Arial"/>
              </a:defRPr>
            </a:lvl7pPr>
            <a:lvl8pPr>
              <a:defRPr sz="1425" b="0">
                <a:solidFill>
                  <a:srgbClr val="00539F"/>
                </a:solidFill>
                <a:latin typeface="Arial"/>
                <a:ea typeface="Arial"/>
                <a:cs typeface="Arial"/>
              </a:defRPr>
            </a:lvl8pPr>
            <a:lvl9pPr>
              <a:defRPr sz="1425" b="0">
                <a:solidFill>
                  <a:srgbClr val="00539F"/>
                </a:solidFill>
                <a:latin typeface="Arial"/>
                <a:ea typeface="Arial"/>
                <a:cs typeface="Arial"/>
              </a:defRPr>
            </a:lvl9pPr>
          </a:lstStyle>
          <a:p xmlns:a="http://schemas.openxmlformats.org/drawingml/2006/main">
            <a:pPr>
              <a:defRPr sz="1425" b="0">
                <a:solidFill>
                  <a:srgbClr val="00539F"/>
                </a:solidFill>
                <a:latin typeface="Arial"/>
                <a:ea typeface="Arial"/>
                <a:cs typeface="Arial"/>
              </a:defRPr>
            </a:pPr>
            <a:r>
              <a:rPr u="sng">
                <a:hlinkClick xmlns:r="http://schemas.openxmlformats.org/officeDocument/2006/relationships" r:id="R63ce1552e7c44b4e"/>
              </a:rPr>
              <a:t>Open interactive demonstration</a:t>
            </a:r>
          </a:p>
        </p:txBody>
      </p:sp>
    </p:spTree>
    <p:extLst>
      <p:ext uri="{BB962C8B-B14F-4D97-AF65-F5344CB8AC3E}">
        <p14:creationId xmlns:p14="http://schemas.microsoft.com/office/powerpoint/2010/main" val="74870358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2026-10-27T20:25:23.0790000Z</dcterms:created>
  <dcterms:modified xsi:type="dcterms:W3CDTF">2026-10-27T20:25:23.0790000Z</dcterms:modified>
</coreProperties>
</file>