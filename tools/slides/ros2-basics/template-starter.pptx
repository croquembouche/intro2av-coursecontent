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bf9c4d436b430f" /><Relationship Type="http://schemas.openxmlformats.org/officeDocument/2006/relationships/extended-properties" Target="/docProps/app.xml" Id="R0b282b5dba154570" /><Relationship Type="http://schemas.openxmlformats.org/officeDocument/2006/relationships/officeDocument" Target="/ppt/presentation.xml" Id="R58fb8f8bbf9e4bb5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6414b211115140b6"/>
  </p:sldMasterIdLst>
  <p:notesMasterIdLst>
    <p:notesMasterId xmlns:r="http://schemas.openxmlformats.org/officeDocument/2006/relationships" r:id="R0800434cf00a462b"/>
  </p:notesMasterIdLst>
  <p:sldIdLst>
    <p:sldId xmlns:r="http://schemas.openxmlformats.org/officeDocument/2006/relationships" id="256" r:id="R4ef0aed9c7654962"/>
    <p:sldId xmlns:r="http://schemas.openxmlformats.org/officeDocument/2006/relationships" id="257" r:id="R60395337a0034e3d"/>
    <p:sldId xmlns:r="http://schemas.openxmlformats.org/officeDocument/2006/relationships" id="258" r:id="R79b9f0eff32a4682"/>
    <p:sldId xmlns:r="http://schemas.openxmlformats.org/officeDocument/2006/relationships" id="259" r:id="R4072e58f019c42e4"/>
    <p:sldId xmlns:r="http://schemas.openxmlformats.org/officeDocument/2006/relationships" id="260" r:id="R599487f39e5f4dec"/>
    <p:sldId xmlns:r="http://schemas.openxmlformats.org/officeDocument/2006/relationships" id="261" r:id="Rf0c0b87ba7e14b61"/>
    <p:sldId xmlns:r="http://schemas.openxmlformats.org/officeDocument/2006/relationships" id="262" r:id="Rdf482299063e43e4"/>
    <p:sldId xmlns:r="http://schemas.openxmlformats.org/officeDocument/2006/relationships" id="263" r:id="Rcc997f0e5b6442b2"/>
    <p:sldId xmlns:r="http://schemas.openxmlformats.org/officeDocument/2006/relationships" id="264" r:id="R82a723da5e35405d"/>
    <p:sldId xmlns:r="http://schemas.openxmlformats.org/officeDocument/2006/relationships" id="265" r:id="R283b7e04f5854202"/>
    <p:sldId xmlns:r="http://schemas.openxmlformats.org/officeDocument/2006/relationships" id="266" r:id="Ra4c55417c00644dc"/>
    <p:sldId xmlns:r="http://schemas.openxmlformats.org/officeDocument/2006/relationships" id="267" r:id="Raaa2578af593435a"/>
    <p:sldId xmlns:r="http://schemas.openxmlformats.org/officeDocument/2006/relationships" id="268" r:id="R006f2d8086674f98"/>
    <p:sldId xmlns:r="http://schemas.openxmlformats.org/officeDocument/2006/relationships" id="269" r:id="Rf7bdd1f72e0a48e7"/>
    <p:sldId xmlns:r="http://schemas.openxmlformats.org/officeDocument/2006/relationships" id="270" r:id="Ra926b6232f1f4d67"/>
  </p:sldIdLst>
  <p:sldSz cx="9144000" cy="5143500"/>
  <p:notesSz cx="6858000" cy="9144000"/>
  <p:embeddedFontLst>
    <p:embeddedFont>
      <p:font typeface="Helvetica Neue"/>
      <p:regular xmlns:r="http://schemas.openxmlformats.org/officeDocument/2006/relationships" r:id="R26a454e45a3144c2"/>
      <p:bold xmlns:r="http://schemas.openxmlformats.org/officeDocument/2006/relationships" r:id="R7d586c42ef0a45d0"/>
      <p:italic xmlns:r="http://schemas.openxmlformats.org/officeDocument/2006/relationships" r:id="R8c0d352dde9a4003"/>
      <p:boldItalic xmlns:r="http://schemas.openxmlformats.org/officeDocument/2006/relationships" r:id="R312f5c3b297940cd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c8db4f07ca4cb4" /><Relationship Type="http://schemas.openxmlformats.org/officeDocument/2006/relationships/slideMaster" Target="/ppt/slideMasters/slideMaster1.xml" Id="R6414b211115140b6" /><Relationship Type="http://schemas.openxmlformats.org/officeDocument/2006/relationships/notesMaster" Target="/ppt/notesMasters/notesMaster1.xml" Id="R0800434cf00a462b" /><Relationship Type="http://schemas.openxmlformats.org/officeDocument/2006/relationships/presProps" Target="/ppt/presProps.xml" Id="R6406d174cfc14e8d" /><Relationship Type="http://schemas.openxmlformats.org/officeDocument/2006/relationships/viewProps" Target="/ppt/viewProps.xml" Id="R98df8638ddea4daf" /><Relationship Type="http://schemas.openxmlformats.org/officeDocument/2006/relationships/tableStyles" Target="/ppt/tableStyles.xml" Id="R0bf60e7bb6cc448c" /><Relationship Type="http://schemas.openxmlformats.org/officeDocument/2006/relationships/font" Target="/ppt/fonts/font.dat" Id="R26a454e45a3144c2" /><Relationship Type="http://schemas.openxmlformats.org/officeDocument/2006/relationships/font" Target="/ppt/fonts/font2.dat" Id="R7d586c42ef0a45d0" /><Relationship Type="http://schemas.openxmlformats.org/officeDocument/2006/relationships/font" Target="/ppt/fonts/font3.dat" Id="R8c0d352dde9a4003" /><Relationship Type="http://schemas.openxmlformats.org/officeDocument/2006/relationships/font" Target="/ppt/fonts/font4.dat" Id="R312f5c3b297940cd" /><Relationship Type="http://schemas.openxmlformats.org/officeDocument/2006/relationships/slide" Target="/ppt/slides/slide1.xml" Id="R4ef0aed9c7654962" /><Relationship Type="http://schemas.openxmlformats.org/officeDocument/2006/relationships/slide" Target="/ppt/slides/slide2.xml" Id="R60395337a0034e3d" /><Relationship Type="http://schemas.openxmlformats.org/officeDocument/2006/relationships/slide" Target="/ppt/slides/slide3.xml" Id="R79b9f0eff32a4682" /><Relationship Type="http://schemas.openxmlformats.org/officeDocument/2006/relationships/slide" Target="/ppt/slides/slide4.xml" Id="R4072e58f019c42e4" /><Relationship Type="http://schemas.openxmlformats.org/officeDocument/2006/relationships/slide" Target="/ppt/slides/slide5.xml" Id="R599487f39e5f4dec" /><Relationship Type="http://schemas.openxmlformats.org/officeDocument/2006/relationships/slide" Target="/ppt/slides/slide6.xml" Id="Rf0c0b87ba7e14b61" /><Relationship Type="http://schemas.openxmlformats.org/officeDocument/2006/relationships/slide" Target="/ppt/slides/slide7.xml" Id="Rdf482299063e43e4" /><Relationship Type="http://schemas.openxmlformats.org/officeDocument/2006/relationships/slide" Target="/ppt/slides/slide8.xml" Id="Rcc997f0e5b6442b2" /><Relationship Type="http://schemas.openxmlformats.org/officeDocument/2006/relationships/slide" Target="/ppt/slides/slide9.xml" Id="R82a723da5e35405d" /><Relationship Type="http://schemas.openxmlformats.org/officeDocument/2006/relationships/slide" Target="/ppt/slides/slide10.xml" Id="R283b7e04f5854202" /><Relationship Type="http://schemas.openxmlformats.org/officeDocument/2006/relationships/slide" Target="/ppt/slides/slide11.xml" Id="Ra4c55417c00644dc" /><Relationship Type="http://schemas.openxmlformats.org/officeDocument/2006/relationships/slide" Target="/ppt/slides/slide12.xml" Id="Raaa2578af593435a" /><Relationship Type="http://schemas.openxmlformats.org/officeDocument/2006/relationships/slide" Target="/ppt/slides/slide13.xml" Id="R006f2d8086674f98" /><Relationship Type="http://schemas.openxmlformats.org/officeDocument/2006/relationships/slide" Target="/ppt/slides/slide14.xml" Id="Rf7bdd1f72e0a48e7" /><Relationship Type="http://schemas.openxmlformats.org/officeDocument/2006/relationships/slide" Target="/ppt/slides/slide15.xml" Id="Ra926b6232f1f4d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4909a810f44c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UD Primary and Secondary">
      <a:dk1>
        <a:srgbClr val="000000"/>
      </a:dk1>
      <a:lt1>
        <a:srgbClr val="FFFFFF"/>
      </a:lt1>
      <a:dk2>
        <a:srgbClr val="00539F"/>
      </a:dk2>
      <a:lt2>
        <a:srgbClr val="EEECE1"/>
      </a:lt2>
      <a:accent1>
        <a:srgbClr val="4F81BD"/>
      </a:accent1>
      <a:accent2>
        <a:srgbClr val="AF1E2D"/>
      </a:accent2>
      <a:accent3>
        <a:srgbClr val="BED600"/>
      </a:accent3>
      <a:accent4>
        <a:srgbClr val="5A8E22"/>
      </a:accent4>
      <a:accent5>
        <a:srgbClr val="00A0DF"/>
      </a:accent5>
      <a:accent6>
        <a:srgbClr val="EF8200"/>
      </a:accent6>
      <a:hlink>
        <a:srgbClr val="00539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D Primary and Secondar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559671d14649f4" /><Relationship Type="http://schemas.openxmlformats.org/officeDocument/2006/relationships/notesMaster" Target="/ppt/notesMasters/notesMaster1.xml" Id="R90ca77b6b0c344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022906166f46cd" /><Relationship Type="http://schemas.openxmlformats.org/officeDocument/2006/relationships/notesMaster" Target="/ppt/notesMasters/notesMaster1.xml" Id="Rb2f9ab4d652e46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1c90326f74436b" /><Relationship Type="http://schemas.openxmlformats.org/officeDocument/2006/relationships/notesMaster" Target="/ppt/notesMasters/notesMaster1.xml" Id="R53fc10f3bbe940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8aead9453d407c" /><Relationship Type="http://schemas.openxmlformats.org/officeDocument/2006/relationships/notesMaster" Target="/ppt/notesMasters/notesMaster1.xml" Id="R407f77e200fe48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f52ef54b4445ba" /><Relationship Type="http://schemas.openxmlformats.org/officeDocument/2006/relationships/notesMaster" Target="/ppt/notesMasters/notesMaster1.xml" Id="R48ce8ef510f14e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0f657280564e0c" /><Relationship Type="http://schemas.openxmlformats.org/officeDocument/2006/relationships/notesMaster" Target="/ppt/notesMasters/notesMaster1.xml" Id="R23497a340dc84e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f10250018f4552" /><Relationship Type="http://schemas.openxmlformats.org/officeDocument/2006/relationships/notesMaster" Target="/ppt/notesMasters/notesMaster1.xml" Id="R3d4c91534b8643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9d30413ae6455c" /><Relationship Type="http://schemas.openxmlformats.org/officeDocument/2006/relationships/notesMaster" Target="/ppt/notesMasters/notesMaster1.xml" Id="R9e0d999f12754c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bcba0a0dc249b8" /><Relationship Type="http://schemas.openxmlformats.org/officeDocument/2006/relationships/notesMaster" Target="/ppt/notesMasters/notesMaster1.xml" Id="Rf699ff9e29704b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fa87cc33494d3c" /><Relationship Type="http://schemas.openxmlformats.org/officeDocument/2006/relationships/notesMaster" Target="/ppt/notesMasters/notesMaster1.xml" Id="R12f27d07b5cd4ca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1c07d82d4a47c4" /><Relationship Type="http://schemas.openxmlformats.org/officeDocument/2006/relationships/notesMaster" Target="/ppt/notesMasters/notesMaster1.xml" Id="R6867a5c90ee2495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d3351d6346405f" /><Relationship Type="http://schemas.openxmlformats.org/officeDocument/2006/relationships/notesMaster" Target="/ppt/notesMasters/notesMaster1.xml" Id="R9e0760aa7d9c4da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1e003b9ab1c4c61" /><Relationship Type="http://schemas.openxmlformats.org/officeDocument/2006/relationships/notesMaster" Target="/ppt/notesMasters/notesMaster1.xml" Id="R6ee0d23c20fa4f2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ad34c00b9df45ef" /><Relationship Type="http://schemas.openxmlformats.org/officeDocument/2006/relationships/notesMaster" Target="/ppt/notesMasters/notesMaster1.xml" Id="R84ea0a17a54c42e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d8b12a619e94e46" /><Relationship Type="http://schemas.openxmlformats.org/officeDocument/2006/relationships/notesMaster" Target="/ppt/notesMasters/notesMaster1.xml" Id="Rd41b6250d1ce4b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e6230226d842b8" /><Relationship Type="http://schemas.openxmlformats.org/officeDocument/2006/relationships/image" Target="/ppt/media/image.jpeg" Id="Rff4efa9b66284a9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e37c59879c4754" /><Relationship Type="http://schemas.openxmlformats.org/officeDocument/2006/relationships/image" Target="/ppt/media/image.png" Id="Rddd31c560786467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abbeb1c1a54b63" /><Relationship Type="http://schemas.openxmlformats.org/officeDocument/2006/relationships/image" Target="/ppt/media/image2.jpeg" Id="R5963ed4f52b14b27" /><Relationship Type="http://schemas.openxmlformats.org/officeDocument/2006/relationships/image" Target="/ppt/media/image.png" Id="R624169dcb684441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aa5c0464b7407c" /><Relationship Type="http://schemas.openxmlformats.org/officeDocument/2006/relationships/image" Target="/ppt/media/image2.jpeg" Id="R459c6dfc6cb24b44" /><Relationship Type="http://schemas.openxmlformats.org/officeDocument/2006/relationships/image" Target="/ppt/media/image.png" Id="R08a50df243e24b9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98d613a0d6437b" /><Relationship Type="http://schemas.openxmlformats.org/officeDocument/2006/relationships/image" Target="/ppt/media/image2.jpeg" Id="R4b080bcf9b974d3c" /><Relationship Type="http://schemas.openxmlformats.org/officeDocument/2006/relationships/image" Target="/ppt/media/image.png" Id="R4cc19cb60b6b427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445713b7b2454f" /><Relationship Type="http://schemas.openxmlformats.org/officeDocument/2006/relationships/image" Target="/ppt/media/image2.jpeg" Id="R66198108983545da" /><Relationship Type="http://schemas.openxmlformats.org/officeDocument/2006/relationships/image" Target="/ppt/media/image.png" Id="R3cb7d3bebc364af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9c2afbf9364240" /><Relationship Type="http://schemas.openxmlformats.org/officeDocument/2006/relationships/image" Target="/ppt/media/image2.jpeg" Id="Ra04033b5cd884818" /><Relationship Type="http://schemas.openxmlformats.org/officeDocument/2006/relationships/image" Target="/ppt/media/image.png" Id="R1b4feadc5886429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21237271cc4234" /><Relationship Type="http://schemas.openxmlformats.org/officeDocument/2006/relationships/image" Target="/ppt/media/image2.jpeg" Id="R6bd585741dc34309" /><Relationship Type="http://schemas.openxmlformats.org/officeDocument/2006/relationships/image" Target="/ppt/media/image.png" Id="R5e6c71a1b7244d4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9e223d31174189" /><Relationship Type="http://schemas.openxmlformats.org/officeDocument/2006/relationships/image" Target="/ppt/media/image2.jpeg" Id="Rb5b780e386fa41ce" /><Relationship Type="http://schemas.openxmlformats.org/officeDocument/2006/relationships/image" Target="/ppt/media/image.png" Id="R5a371b6c22ee43a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779573c13c410e" /><Relationship Type="http://schemas.openxmlformats.org/officeDocument/2006/relationships/image" Target="/ppt/media/image2.jpeg" Id="R6583317604084b56" /><Relationship Type="http://schemas.openxmlformats.org/officeDocument/2006/relationships/image" Target="/ppt/media/image.png" Id="R6e0cef736333495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07c9fbfe3a4554" /><Relationship Type="http://schemas.openxmlformats.org/officeDocument/2006/relationships/image" Target="/ppt/media/image2.jpeg" Id="R348d8a01767a4f4d" /><Relationship Type="http://schemas.openxmlformats.org/officeDocument/2006/relationships/image" Target="/ppt/media/image.png" Id="Rad7be2b23378466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08009994384c5d" /><Relationship Type="http://schemas.openxmlformats.org/officeDocument/2006/relationships/image" Target="/ppt/media/image2.jpeg" Id="R5fd645cbe19b42cb" /><Relationship Type="http://schemas.openxmlformats.org/officeDocument/2006/relationships/image" Target="/ppt/media/image.png" Id="R539ccc4dad694c0b" /></Relationships>
</file>

<file path=ppt/slideLayouts/slideLayout1.xml><?xml version="1.0" encoding="utf-8"?>
<p:sldLayout xmlns:p="http://schemas.openxmlformats.org/presentationml/2006/main" matchingName="Title Slide" type="title">
  <p:cSld name="TITLE">
    <p:bg>
      <p:bgPr>
        <a:blipFill xmlns:a="http://schemas.openxmlformats.org/drawingml/2006/main">
          <a:blip xmlns:r="http://schemas.openxmlformats.org/officeDocument/2006/relationships" r:embed="Rff4efa9b66284a93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5">
            <a:extLst xmlns:a="http://schemas.openxmlformats.org/drawingml/2006/main">
              <a:ext uri="{FF2B5EF4-FFF2-40B4-BE49-F238E27FC236}">
                <a16:creationId xmlns:a16="http://schemas.microsoft.com/office/drawing/2014/main" id="{C39DD931-9CDE-4A97-964D-53111C54648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597819"/>
            <a:ext cx="7772400" cy="1102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Google Shape;15;p5">
            <a:extLst xmlns:a="http://schemas.openxmlformats.org/drawingml/2006/main">
              <a:ext uri="{FF2B5EF4-FFF2-40B4-BE49-F238E27FC236}">
                <a16:creationId xmlns:a16="http://schemas.microsoft.com/office/drawing/2014/main" id="{D6FC9674-E2C7-4E56-B0E4-BF5186D8B23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914650"/>
            <a:ext cx="64008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2pPr>
            <a:lvl3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4pPr>
            <a:lvl5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5pPr>
            <a:lvl6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matchingName="Title and Content" type="obj">
  <p:cSld name="OBJEC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6">
            <a:extLst xmlns:a="http://schemas.openxmlformats.org/drawingml/2006/main">
              <a:ext uri="{FF2B5EF4-FFF2-40B4-BE49-F238E27FC236}">
                <a16:creationId xmlns:a16="http://schemas.microsoft.com/office/drawing/2014/main" id="{70E33DFB-21E2-4EE9-867E-C891039E0C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609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6">
            <a:extLst xmlns:a="http://schemas.openxmlformats.org/drawingml/2006/main">
              <a:ext uri="{FF2B5EF4-FFF2-40B4-BE49-F238E27FC236}">
                <a16:creationId xmlns:a16="http://schemas.microsoft.com/office/drawing/2014/main" id="{994DB68B-FEE9-457C-84FA-BA04EFC552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•"/>
              <a:defRPr>
                <a:solidFill>
                  <a:srgbClr val="006096"/>
                </a:solidFill>
              </a:defRPr>
            </a:lvl1pPr>
            <a:lvl2pPr marL="914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–"/>
              <a:defRPr>
                <a:solidFill>
                  <a:srgbClr val="006096"/>
                </a:solidFill>
              </a:defRPr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•"/>
              <a:defRPr>
                <a:solidFill>
                  <a:srgbClr val="006096"/>
                </a:solidFill>
              </a:defRPr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–"/>
              <a:defRPr>
                <a:solidFill>
                  <a:srgbClr val="006096"/>
                </a:solidFill>
              </a:defRPr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»"/>
              <a:defRPr>
                <a:solidFill>
                  <a:srgbClr val="006096"/>
                </a:solidFill>
              </a:defRPr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9" name="Google Shape;19;p6">
            <a:extLst xmlns:a="http://schemas.openxmlformats.org/drawingml/2006/main">
              <a:ext uri="{FF2B5EF4-FFF2-40B4-BE49-F238E27FC236}">
                <a16:creationId xmlns:a16="http://schemas.microsoft.com/office/drawing/2014/main" id="{202F33EB-F5B9-477E-B641-344CB04BC1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24" name="Google Shape;20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dd31c560786467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.xml><?xml version="1.0" encoding="utf-8"?>
<p:sldLayout xmlns:p="http://schemas.openxmlformats.org/presentationml/2006/main" matchingName="Custom Layout">
  <p:cSld name="Custom Layout">
    <p:bg>
      <p:bgPr>
        <a:blipFill xmlns:a="http://schemas.openxmlformats.org/drawingml/2006/main">
          <a:blip xmlns:r="http://schemas.openxmlformats.org/officeDocument/2006/relationships" r:embed="R5963ed4f52b14b27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7">
            <a:extLst xmlns:a="http://schemas.openxmlformats.org/drawingml/2006/main">
              <a:ext uri="{FF2B5EF4-FFF2-40B4-BE49-F238E27FC236}">
                <a16:creationId xmlns:a16="http://schemas.microsoft.com/office/drawing/2014/main" id="{E457CCF1-2B98-4CCE-BF4D-9DCB026CB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914400"/>
            <a:ext cx="822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609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3" name="Google Shape;23;p7">
            <a:extLst xmlns:a="http://schemas.openxmlformats.org/drawingml/2006/main">
              <a:ext uri="{FF2B5EF4-FFF2-40B4-BE49-F238E27FC236}">
                <a16:creationId xmlns:a16="http://schemas.microsoft.com/office/drawing/2014/main" id="{1DC2C0C5-B8FC-4712-B773-B4B77E5BBC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1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27" name="Google Shape;24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24169dcb684441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matchingName="Section Header" type="secHead">
  <p:cSld name="SECTION_HEADER">
    <p:bg>
      <p:bgPr>
        <a:blipFill xmlns:a="http://schemas.openxmlformats.org/drawingml/2006/main">
          <a:blip xmlns:r="http://schemas.openxmlformats.org/officeDocument/2006/relationships" r:embed="R459c6dfc6cb24b44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8">
            <a:extLst xmlns:a="http://schemas.openxmlformats.org/drawingml/2006/main">
              <a:ext uri="{FF2B5EF4-FFF2-40B4-BE49-F238E27FC236}">
                <a16:creationId xmlns:a16="http://schemas.microsoft.com/office/drawing/2014/main" id="{B4D49BBE-62C6-4FE4-973B-74871BB48B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2477691"/>
            <a:ext cx="7772400" cy="1021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cap="none">
                <a:solidFill>
                  <a:srgbClr val="00609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8">
            <a:extLst xmlns:a="http://schemas.openxmlformats.org/drawingml/2006/main">
              <a:ext uri="{FF2B5EF4-FFF2-40B4-BE49-F238E27FC236}">
                <a16:creationId xmlns:a16="http://schemas.microsoft.com/office/drawing/2014/main" id="{51DF964D-3003-4BDD-A0BB-C80B565C1E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1352550"/>
            <a:ext cx="77724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8" name="Google Shape;28;p8">
            <a:extLst xmlns:a="http://schemas.openxmlformats.org/drawingml/2006/main">
              <a:ext uri="{FF2B5EF4-FFF2-40B4-BE49-F238E27FC236}">
                <a16:creationId xmlns:a16="http://schemas.microsoft.com/office/drawing/2014/main" id="{42FB5414-95C4-4E7B-92E0-D1200C0921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33" name="Google Shape;29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8a50df243e24b9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.xml><?xml version="1.0" encoding="utf-8"?>
<p:sldLayout xmlns:p="http://schemas.openxmlformats.org/presentationml/2006/main" matchingName="Two Content" type="twoObj">
  <p:cSld name="TWO_OBJECTS">
    <p:bg>
      <p:bgPr>
        <a:blipFill xmlns:a="http://schemas.openxmlformats.org/drawingml/2006/main">
          <a:blip xmlns:r="http://schemas.openxmlformats.org/officeDocument/2006/relationships" r:embed="R4b080bcf9b974d3c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Google Shape;31;p9">
            <a:extLst xmlns:a="http://schemas.openxmlformats.org/drawingml/2006/main">
              <a:ext uri="{FF2B5EF4-FFF2-40B4-BE49-F238E27FC236}">
                <a16:creationId xmlns:a16="http://schemas.microsoft.com/office/drawing/2014/main" id="{3EC87F75-84B5-4501-A669-B39FB19C76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14350"/>
            <a:ext cx="822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609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2" name="Google Shape;32;p9">
            <a:extLst xmlns:a="http://schemas.openxmlformats.org/drawingml/2006/main">
              <a:ext uri="{FF2B5EF4-FFF2-40B4-BE49-F238E27FC236}">
                <a16:creationId xmlns:a16="http://schemas.microsoft.com/office/drawing/2014/main" id="{B81D87D1-5665-45EA-894C-718450938E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085851"/>
            <a:ext cx="4038600" cy="3108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 sz="2800"/>
            </a:lvl1pPr>
            <a:lvl2pPr marL="9144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–"/>
              <a:defRPr sz="2400"/>
            </a:lvl2pPr>
            <a:lvl3pPr marL="13716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 sz="1800"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 sz="1800"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33" name="Google Shape;33;p9">
            <a:extLst xmlns:a="http://schemas.openxmlformats.org/drawingml/2006/main">
              <a:ext uri="{FF2B5EF4-FFF2-40B4-BE49-F238E27FC236}">
                <a16:creationId xmlns:a16="http://schemas.microsoft.com/office/drawing/2014/main" id="{6FD79B43-03A8-4B3C-BCD4-1756340691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48200" y="1085851"/>
            <a:ext cx="4038600" cy="3108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 sz="2800"/>
            </a:lvl1pPr>
            <a:lvl2pPr marL="9144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–"/>
              <a:defRPr sz="2400"/>
            </a:lvl2pPr>
            <a:lvl3pPr marL="13716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 sz="1800"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 sz="1800"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34" name="Google Shape;34;p9">
            <a:extLst xmlns:a="http://schemas.openxmlformats.org/drawingml/2006/main">
              <a:ext uri="{FF2B5EF4-FFF2-40B4-BE49-F238E27FC236}">
                <a16:creationId xmlns:a16="http://schemas.microsoft.com/office/drawing/2014/main" id="{D71B2437-10C2-42B4-A16B-19FDF16B36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40" name="Google Shape;35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cc19cb60b6b427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6.xml><?xml version="1.0" encoding="utf-8"?>
<p:sldLayout xmlns:p="http://schemas.openxmlformats.org/presentationml/2006/main" matchingName="Comparison">
  <p:cSld name="Comparison">
    <p:bg>
      <p:bgPr>
        <a:blipFill xmlns:a="http://schemas.openxmlformats.org/drawingml/2006/main">
          <a:blip xmlns:r="http://schemas.openxmlformats.org/officeDocument/2006/relationships" r:embed="R66198108983545da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Google Shape;37;p10">
            <a:extLst xmlns:a="http://schemas.openxmlformats.org/drawingml/2006/main">
              <a:ext uri="{FF2B5EF4-FFF2-40B4-BE49-F238E27FC236}">
                <a16:creationId xmlns:a16="http://schemas.microsoft.com/office/drawing/2014/main" id="{45269EE5-B483-4A72-9233-5D4CEB8276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514350"/>
            <a:ext cx="4040188" cy="773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 b="1"/>
            </a:lvl1pPr>
            <a:lvl2pPr marL="91440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38" name="Google Shape;38;p10">
            <a:extLst xmlns:a="http://schemas.openxmlformats.org/drawingml/2006/main">
              <a:ext uri="{FF2B5EF4-FFF2-40B4-BE49-F238E27FC236}">
                <a16:creationId xmlns:a16="http://schemas.microsoft.com/office/drawing/2014/main" id="{90DE5115-9324-48A5-808B-4FB57D9C9D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288255"/>
            <a:ext cx="4040188" cy="2963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/>
            </a:lvl1pPr>
            <a:lvl2pPr marL="9144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/>
            </a:lvl3pPr>
            <a:lvl4pPr marL="1828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/>
            </a:lvl4pPr>
            <a:lvl5pPr marL="22860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»"/>
              <a:defRPr sz="1600"/>
            </a:lvl5pPr>
            <a:lvl6pPr marL="27432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39" name="Google Shape;39;p10">
            <a:extLst xmlns:a="http://schemas.openxmlformats.org/drawingml/2006/main">
              <a:ext uri="{FF2B5EF4-FFF2-40B4-BE49-F238E27FC236}">
                <a16:creationId xmlns:a16="http://schemas.microsoft.com/office/drawing/2014/main" id="{8044A636-91D4-4ADC-9A9C-FF01938D935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6" y="514350"/>
            <a:ext cx="4041775" cy="773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 b="1"/>
            </a:lvl1pPr>
            <a:lvl2pPr marL="91440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0" name="Google Shape;40;p10">
            <a:extLst xmlns:a="http://schemas.openxmlformats.org/drawingml/2006/main">
              <a:ext uri="{FF2B5EF4-FFF2-40B4-BE49-F238E27FC236}">
                <a16:creationId xmlns:a16="http://schemas.microsoft.com/office/drawing/2014/main" id="{0312743C-8E01-4C83-B353-63311DFCE3A3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45026" y="1288255"/>
            <a:ext cx="4041775" cy="2963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/>
            </a:lvl1pPr>
            <a:lvl2pPr marL="9144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/>
            </a:lvl3pPr>
            <a:lvl4pPr marL="1828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/>
            </a:lvl4pPr>
            <a:lvl5pPr marL="22860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»"/>
              <a:defRPr sz="1600"/>
            </a:lvl5pPr>
            <a:lvl6pPr marL="27432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41" name="Google Shape;41;p10">
            <a:extLst xmlns:a="http://schemas.openxmlformats.org/drawingml/2006/main">
              <a:ext uri="{FF2B5EF4-FFF2-40B4-BE49-F238E27FC236}">
                <a16:creationId xmlns:a16="http://schemas.microsoft.com/office/drawing/2014/main" id="{9EF98A4B-E616-4DFC-87A6-C6C6338EB2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48" name="Google Shape;42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cb7d3bebc364af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.xml><?xml version="1.0" encoding="utf-8"?>
<p:sldLayout xmlns:p="http://schemas.openxmlformats.org/presentationml/2006/main" matchingName="Title Only" type="titleOnly">
  <p:cSld name="TITLE_ONLY">
    <p:bg>
      <p:bgPr>
        <a:blipFill xmlns:a="http://schemas.openxmlformats.org/drawingml/2006/main">
          <a:blip xmlns:r="http://schemas.openxmlformats.org/officeDocument/2006/relationships" r:embed="Ra04033b5cd884818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Google Shape;44;p11">
            <a:extLst xmlns:a="http://schemas.openxmlformats.org/drawingml/2006/main">
              <a:ext uri="{FF2B5EF4-FFF2-40B4-BE49-F238E27FC236}">
                <a16:creationId xmlns:a16="http://schemas.microsoft.com/office/drawing/2014/main" id="{CBBC67C3-09A6-49F6-A1C4-30CF9C76CD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14350"/>
            <a:ext cx="822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609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B738FB8F-EFA5-4AD5-A970-D1D9356BA1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49" name="Google Shape;46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b4feadc5886429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.xml><?xml version="1.0" encoding="utf-8"?>
<p:sldLayout xmlns:p="http://schemas.openxmlformats.org/presentationml/2006/main" matchingName="Blank" type="blank">
  <p:cSld name="BLANK">
    <p:bg>
      <p:bgPr>
        <a:blipFill xmlns:a="http://schemas.openxmlformats.org/drawingml/2006/main">
          <a:blip xmlns:r="http://schemas.openxmlformats.org/officeDocument/2006/relationships" r:embed="R6bd585741dc34309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Google Shape;48;p12">
            <a:extLst xmlns:a="http://schemas.openxmlformats.org/drawingml/2006/main">
              <a:ext uri="{FF2B5EF4-FFF2-40B4-BE49-F238E27FC236}">
                <a16:creationId xmlns:a16="http://schemas.microsoft.com/office/drawing/2014/main" id="{BFC98027-D7BF-4A54-805F-A501EE1BB0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2766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51" name="Google Shape;49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e6c71a1b7244d4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matchingName="Content with Caption" type="objTx">
  <p:cSld name="OBJECT_WITH_CAPTION_TEXT">
    <p:bg>
      <p:bgPr>
        <a:blipFill xmlns:a="http://schemas.openxmlformats.org/drawingml/2006/main">
          <a:blip xmlns:r="http://schemas.openxmlformats.org/officeDocument/2006/relationships" r:embed="Rb5b780e386fa41ce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13">
            <a:extLst xmlns:a="http://schemas.openxmlformats.org/drawingml/2006/main">
              <a:ext uri="{FF2B5EF4-FFF2-40B4-BE49-F238E27FC236}">
                <a16:creationId xmlns:a16="http://schemas.microsoft.com/office/drawing/2014/main" id="{DD78D6BA-F124-4C7D-86D7-68A94BD6BC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1" y="438150"/>
            <a:ext cx="3008313" cy="871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>
                <a:solidFill>
                  <a:srgbClr val="00609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Google Shape;52;p13">
            <a:extLst xmlns:a="http://schemas.openxmlformats.org/drawingml/2006/main">
              <a:ext uri="{FF2B5EF4-FFF2-40B4-BE49-F238E27FC236}">
                <a16:creationId xmlns:a16="http://schemas.microsoft.com/office/drawing/2014/main" id="{A0BB5202-B0F4-4890-8B00-26F136649E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75050" y="438151"/>
            <a:ext cx="5111750" cy="36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–"/>
              <a:defRPr sz="2800"/>
            </a:lvl2pPr>
            <a:lvl3pPr marL="13716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/>
            </a:lvl4pPr>
            <a:lvl5pPr marL="22860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 sz="2000"/>
            </a:lvl5pPr>
            <a:lvl6pPr marL="27432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/>
        </p:txBody>
      </p:sp>
      <p:sp>
        <p:nvSpPr>
          <p:cNvPr id="53" name="Google Shape;53;p13">
            <a:extLst xmlns:a="http://schemas.openxmlformats.org/drawingml/2006/main">
              <a:ext uri="{FF2B5EF4-FFF2-40B4-BE49-F238E27FC236}">
                <a16:creationId xmlns:a16="http://schemas.microsoft.com/office/drawing/2014/main" id="{32253E2D-4972-4503-BEBC-9CBC808EDFB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1" y="1428750"/>
            <a:ext cx="3008313" cy="2667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6096"/>
              </a:buClr>
              <a:buSzPts val="1400"/>
              <a:buNone/>
              <a:defRPr sz="1400">
                <a:solidFill>
                  <a:srgbClr val="006096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2pPr>
            <a:lvl3pPr marL="137160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3pPr>
            <a:lvl4pPr marL="1828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4pPr>
            <a:lvl5pPr marL="22860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5pPr>
            <a:lvl6pPr marL="27432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54" name="Google Shape;54;p13">
            <a:extLst xmlns:a="http://schemas.openxmlformats.org/drawingml/2006/main">
              <a:ext uri="{FF2B5EF4-FFF2-40B4-BE49-F238E27FC236}">
                <a16:creationId xmlns:a16="http://schemas.microsoft.com/office/drawing/2014/main" id="{5437583D-8F56-4302-953D-708DD57F15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63998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60" name="Google Shape;55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a371b6c22ee43a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0.xml><?xml version="1.0" encoding="utf-8"?>
<p:sldLayout xmlns:p="http://schemas.openxmlformats.org/presentationml/2006/main" matchingName="Picture with Caption" type="picTx">
  <p:cSld name="PICTURE_WITH_CAPTION_TEXT">
    <p:bg>
      <p:bgPr>
        <a:blipFill xmlns:a="http://schemas.openxmlformats.org/drawingml/2006/main">
          <a:blip xmlns:r="http://schemas.openxmlformats.org/officeDocument/2006/relationships" r:embed="R6583317604084b56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Google Shape;57;p14">
            <a:extLst xmlns:a="http://schemas.openxmlformats.org/drawingml/2006/main">
              <a:ext uri="{FF2B5EF4-FFF2-40B4-BE49-F238E27FC236}">
                <a16:creationId xmlns:a16="http://schemas.microsoft.com/office/drawing/2014/main" id="{02FE3B62-A631-45BC-9B51-96466282EB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0" y="459580"/>
            <a:ext cx="2514600" cy="664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>
                <a:solidFill>
                  <a:srgbClr val="00609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8" name="Google Shape;58;p14">
            <a:extLst xmlns:a="http://schemas.openxmlformats.org/drawingml/2006/main">
              <a:ext uri="{FF2B5EF4-FFF2-40B4-BE49-F238E27FC236}">
                <a16:creationId xmlns:a16="http://schemas.microsoft.com/office/drawing/2014/main" id="{B389A55E-549D-4E84-B976-4D5CACFA9AC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57200" y="459580"/>
            <a:ext cx="5486400" cy="3636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59" name="Google Shape;59;p14">
            <a:extLst xmlns:a="http://schemas.openxmlformats.org/drawingml/2006/main">
              <a:ext uri="{FF2B5EF4-FFF2-40B4-BE49-F238E27FC236}">
                <a16:creationId xmlns:a16="http://schemas.microsoft.com/office/drawing/2014/main" id="{E5ED188D-368B-4DA9-B1F9-B25636F5C3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0" y="1200150"/>
            <a:ext cx="2514600" cy="603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1pPr>
            <a:lvl2pPr marL="91440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2pPr>
            <a:lvl3pPr marL="137160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3pPr>
            <a:lvl4pPr marL="1828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4pPr>
            <a:lvl5pPr marL="22860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5pPr>
            <a:lvl6pPr marL="27432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60" name="Google Shape;60;p14">
            <a:extLst xmlns:a="http://schemas.openxmlformats.org/drawingml/2006/main">
              <a:ext uri="{FF2B5EF4-FFF2-40B4-BE49-F238E27FC236}">
                <a16:creationId xmlns:a16="http://schemas.microsoft.com/office/drawing/2014/main" id="{6A638EE6-FB72-40C9-9197-9FD3144291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66" name="Google Shape;61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e0cef736333495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1.xml><?xml version="1.0" encoding="utf-8"?>
<p:sldLayout xmlns:p="http://schemas.openxmlformats.org/presentationml/2006/main" matchingName="Title and Vertical Text" type="vertTx">
  <p:cSld name="VERTICAL_TEXT">
    <p:bg>
      <p:bgPr>
        <a:blipFill xmlns:a="http://schemas.openxmlformats.org/drawingml/2006/main">
          <a:blip xmlns:r="http://schemas.openxmlformats.org/officeDocument/2006/relationships" r:embed="R348d8a01767a4f4d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Google Shape;63;p15">
            <a:extLst xmlns:a="http://schemas.openxmlformats.org/drawingml/2006/main">
              <a:ext uri="{FF2B5EF4-FFF2-40B4-BE49-F238E27FC236}">
                <a16:creationId xmlns:a16="http://schemas.microsoft.com/office/drawing/2014/main" id="{E5E26368-9071-4985-9B62-76A9ED81E1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76250"/>
            <a:ext cx="822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609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4" name="Google Shape;64;p15">
            <a:extLst xmlns:a="http://schemas.openxmlformats.org/drawingml/2006/main">
              <a:ext uri="{FF2B5EF4-FFF2-40B4-BE49-F238E27FC236}">
                <a16:creationId xmlns:a16="http://schemas.microsoft.com/office/drawing/2014/main" id="{47672A24-80F4-477A-84E8-76C645B7EC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246438" y="-1284287"/>
            <a:ext cx="2651125" cy="82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65" name="Google Shape;65;p15">
            <a:extLst xmlns:a="http://schemas.openxmlformats.org/drawingml/2006/main">
              <a:ext uri="{FF2B5EF4-FFF2-40B4-BE49-F238E27FC236}">
                <a16:creationId xmlns:a16="http://schemas.microsoft.com/office/drawing/2014/main" id="{1CC22181-D0FB-4089-9081-139453EE41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70" name="Google Shape;66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d7be2b23378466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2.xml><?xml version="1.0" encoding="utf-8"?>
<p:sldLayout xmlns:p="http://schemas.openxmlformats.org/presentationml/2006/main" matchingName="Vertical Title and Text" type="vertTitleAndTx">
  <p:cSld name="VERTICAL_TITLE_AND_VERTICAL_TEXT">
    <p:bg>
      <p:bgPr>
        <a:blipFill xmlns:a="http://schemas.openxmlformats.org/drawingml/2006/main">
          <a:blip xmlns:r="http://schemas.openxmlformats.org/officeDocument/2006/relationships" r:embed="R5fd645cbe19b42cb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Google Shape;68;p16">
            <a:extLst xmlns:a="http://schemas.openxmlformats.org/drawingml/2006/main">
              <a:ext uri="{FF2B5EF4-FFF2-40B4-BE49-F238E27FC236}">
                <a16:creationId xmlns:a16="http://schemas.microsoft.com/office/drawing/2014/main" id="{1030D306-75FF-4A7C-9E23-34865B0F61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857724" y="1277143"/>
            <a:ext cx="3579813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609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9" name="Google Shape;69;p16">
            <a:extLst xmlns:a="http://schemas.openxmlformats.org/drawingml/2006/main">
              <a:ext uri="{FF2B5EF4-FFF2-40B4-BE49-F238E27FC236}">
                <a16:creationId xmlns:a16="http://schemas.microsoft.com/office/drawing/2014/main" id="{6DEE975F-E8B6-45CA-BBA4-A1F10D0638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677194" y="-704057"/>
            <a:ext cx="3579813" cy="601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0" name="Google Shape;70;p16">
            <a:extLst xmlns:a="http://schemas.openxmlformats.org/drawingml/2006/main">
              <a:ext uri="{FF2B5EF4-FFF2-40B4-BE49-F238E27FC236}">
                <a16:creationId xmlns:a16="http://schemas.microsoft.com/office/drawing/2014/main" id="{0646BA4F-41BC-4585-BD14-DE04492DB2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3528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75" name="Google Shape;71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39ccc4dad694c0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e02a7e0e8514460b" /><Relationship Type="http://schemas.openxmlformats.org/officeDocument/2006/relationships/theme" Target="/ppt/slideMasters/theme/theme2.xml" Id="Rc43d8b88dcdb4a91" /><Relationship Type="http://schemas.openxmlformats.org/officeDocument/2006/relationships/slideLayout" Target="/ppt/slideLayouts/slideLayout1.xml" Id="Rca84df1e9c7a471c" /><Relationship Type="http://schemas.openxmlformats.org/officeDocument/2006/relationships/slideLayout" Target="/ppt/slideLayouts/slideLayout2.xml" Id="R3604de6bcbe04e56" /><Relationship Type="http://schemas.openxmlformats.org/officeDocument/2006/relationships/slideLayout" Target="/ppt/slideLayouts/slideLayout3.xml" Id="R6e9e6ff659ba4afd" /><Relationship Type="http://schemas.openxmlformats.org/officeDocument/2006/relationships/slideLayout" Target="/ppt/slideLayouts/slideLayout4.xml" Id="Rbc48e0abb9e744a7" /><Relationship Type="http://schemas.openxmlformats.org/officeDocument/2006/relationships/slideLayout" Target="/ppt/slideLayouts/slideLayout5.xml" Id="R39a78cb4c46649e1" /><Relationship Type="http://schemas.openxmlformats.org/officeDocument/2006/relationships/slideLayout" Target="/ppt/slideLayouts/slideLayout6.xml" Id="Ra295bb7baf034f52" /><Relationship Type="http://schemas.openxmlformats.org/officeDocument/2006/relationships/slideLayout" Target="/ppt/slideLayouts/slideLayout7.xml" Id="R0263ae66238e4200" /><Relationship Type="http://schemas.openxmlformats.org/officeDocument/2006/relationships/slideLayout" Target="/ppt/slideLayouts/slideLayout8.xml" Id="Rc648460175864674" /><Relationship Type="http://schemas.openxmlformats.org/officeDocument/2006/relationships/slideLayout" Target="/ppt/slideLayouts/slideLayout9.xml" Id="R69d9d19580774f2a" /><Relationship Type="http://schemas.openxmlformats.org/officeDocument/2006/relationships/slideLayout" Target="/ppt/slideLayouts/slideLayout10.xml" Id="R59582954abf642fe" /><Relationship Type="http://schemas.openxmlformats.org/officeDocument/2006/relationships/slideLayout" Target="/ppt/slideLayouts/slideLayout11.xml" Id="R72620233ba42483b" /><Relationship Type="http://schemas.openxmlformats.org/officeDocument/2006/relationships/slideLayout" Target="/ppt/slideLayouts/slideLayout12.xml" Id="R6685e9a4736849a7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e02a7e0e8514460b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4">
            <a:extLst xmlns:a="http://schemas.openxmlformats.org/drawingml/2006/main">
              <a:ext uri="{FF2B5EF4-FFF2-40B4-BE49-F238E27FC236}">
                <a16:creationId xmlns:a16="http://schemas.microsoft.com/office/drawing/2014/main" id="{B6C19227-58F9-4DD7-A789-DCA7CE2F53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914400"/>
            <a:ext cx="822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1pPr>
            <a:lvl2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2pPr>
            <a:lvl3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3pPr>
            <a:lvl4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4pPr>
            <a:lvl5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5pPr>
            <a:lvl6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6pPr>
            <a:lvl7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7pPr>
            <a:lvl8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8pPr>
            <a:lvl9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/>
        </p:txBody>
      </p:sp>
      <p:sp>
        <p:nvSpPr>
          <p:cNvPr id="11" name="Google Shape;11;p4">
            <a:extLst xmlns:a="http://schemas.openxmlformats.org/drawingml/2006/main">
              <a:ext uri="{FF2B5EF4-FFF2-40B4-BE49-F238E27FC236}">
                <a16:creationId xmlns:a16="http://schemas.microsoft.com/office/drawing/2014/main" id="{226111D3-8526-4564-B509-96A3D5D40E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943100"/>
            <a:ext cx="8229600" cy="265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1pPr>
            <a:lvl2pPr marL="914400" marR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–"/>
              <a:defRPr sz="1800" b="0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2pPr>
            <a:lvl3pPr marL="1371600" marR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–"/>
              <a:defRPr sz="1800" b="0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»"/>
              <a:defRPr sz="1800" b="0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5pPr>
            <a:lvl6pPr marL="27432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2" name="Google Shape;12;p4">
            <a:extLst xmlns:a="http://schemas.openxmlformats.org/drawingml/2006/main">
              <a:ext uri="{FF2B5EF4-FFF2-40B4-BE49-F238E27FC236}">
                <a16:creationId xmlns:a16="http://schemas.microsoft.com/office/drawing/2014/main" id="{06F07FB0-F46D-4866-886E-B2460E448F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t>1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84df1e9c7a471c"/>
    <p:sldLayoutId xmlns:r="http://schemas.openxmlformats.org/officeDocument/2006/relationships" id="2147483650" r:id="R3604de6bcbe04e56"/>
    <p:sldLayoutId xmlns:r="http://schemas.openxmlformats.org/officeDocument/2006/relationships" id="2147483651" r:id="R6e9e6ff659ba4afd"/>
    <p:sldLayoutId xmlns:r="http://schemas.openxmlformats.org/officeDocument/2006/relationships" id="2147483652" r:id="Rbc48e0abb9e744a7"/>
    <p:sldLayoutId xmlns:r="http://schemas.openxmlformats.org/officeDocument/2006/relationships" id="2147483653" r:id="R39a78cb4c46649e1"/>
    <p:sldLayoutId xmlns:r="http://schemas.openxmlformats.org/officeDocument/2006/relationships" id="2147483654" r:id="Ra295bb7baf034f52"/>
    <p:sldLayoutId xmlns:r="http://schemas.openxmlformats.org/officeDocument/2006/relationships" id="2147483655" r:id="R0263ae66238e4200"/>
    <p:sldLayoutId xmlns:r="http://schemas.openxmlformats.org/officeDocument/2006/relationships" id="2147483656" r:id="Rc648460175864674"/>
    <p:sldLayoutId xmlns:r="http://schemas.openxmlformats.org/officeDocument/2006/relationships" id="2147483657" r:id="R69d9d19580774f2a"/>
    <p:sldLayoutId xmlns:r="http://schemas.openxmlformats.org/officeDocument/2006/relationships" id="2147483658" r:id="R59582954abf642fe"/>
    <p:sldLayoutId xmlns:r="http://schemas.openxmlformats.org/officeDocument/2006/relationships" id="2147483659" r:id="R72620233ba42483b"/>
    <p:sldLayoutId xmlns:r="http://schemas.openxmlformats.org/officeDocument/2006/relationships" id="2147483660" r:id="R6685e9a4736849a7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UD Primary and Secondary">
      <a:dk1>
        <a:srgbClr val="000000"/>
      </a:dk1>
      <a:lt1>
        <a:srgbClr val="FFFFFF"/>
      </a:lt1>
      <a:dk2>
        <a:srgbClr val="00539F"/>
      </a:dk2>
      <a:lt2>
        <a:srgbClr val="EEECE1"/>
      </a:lt2>
      <a:accent1>
        <a:srgbClr val="4F81BD"/>
      </a:accent1>
      <a:accent2>
        <a:srgbClr val="AF1E2D"/>
      </a:accent2>
      <a:accent3>
        <a:srgbClr val="BED600"/>
      </a:accent3>
      <a:accent4>
        <a:srgbClr val="5A8E22"/>
      </a:accent4>
      <a:accent5>
        <a:srgbClr val="00A0DF"/>
      </a:accent5>
      <a:accent6>
        <a:srgbClr val="EF8200"/>
      </a:accent6>
      <a:hlink>
        <a:srgbClr val="00539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D Primary and Secondar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a43962d5a46fd" /><Relationship Type="http://schemas.openxmlformats.org/officeDocument/2006/relationships/notesSlide" Target="/ppt/notesSlides/notesSlide1.xml" Id="R55fc7ecb705544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f07d4a7623442a" /><Relationship Type="http://schemas.openxmlformats.org/officeDocument/2006/relationships/hyperlink" Target="https://qiao.github.io/PathFinding.js/visual/" TargetMode="External" Id="R3842444da86645a9" /><Relationship Type="http://schemas.openxmlformats.org/officeDocument/2006/relationships/notesSlide" Target="/ppt/notesSlides/notesSlide2.xml" Id="Rba378f18d01e44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dd6aa3f58f4da2" /><Relationship Type="http://schemas.openxmlformats.org/officeDocument/2006/relationships/notesSlide" Target="/ppt/notesSlides/notesSlide3.xml" Id="R55f0abe6e72244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460749d81b414f" /><Relationship Type="http://schemas.openxmlformats.org/officeDocument/2006/relationships/notesSlide" Target="/ppt/notesSlides/notesSlide4.xml" Id="Ra750a219e3574f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05c0719fe6422a" /><Relationship Type="http://schemas.openxmlformats.org/officeDocument/2006/relationships/notesSlide" Target="/ppt/notesSlides/notesSlide5.xml" Id="Rf2b7bd0dbe4248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70512ce1a249ae" /><Relationship Type="http://schemas.openxmlformats.org/officeDocument/2006/relationships/notesSlide" Target="/ppt/notesSlides/notesSlide6.xml" Id="Rc8ebdfc6054a48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699f6c9e52452f" /><Relationship Type="http://schemas.openxmlformats.org/officeDocument/2006/relationships/notesSlide" Target="/ppt/notesSlides/notesSlide7.xml" Id="R80f9fc07fdc74d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5d0647a82545cf" /><Relationship Type="http://schemas.openxmlformats.org/officeDocument/2006/relationships/notesSlide" Target="/ppt/notesSlides/notesSlide8.xml" Id="R03a6609b991d42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33839d69a24080" /><Relationship Type="http://schemas.openxmlformats.org/officeDocument/2006/relationships/notesSlide" Target="/ppt/notesSlides/notesSlide9.xml" Id="R759fa0188fbe4e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dc96af9ddb4581" /><Relationship Type="http://schemas.openxmlformats.org/officeDocument/2006/relationships/notesSlide" Target="/ppt/notesSlides/notesSlide10.xml" Id="Rb00bb9f486ed4c2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6f2542b995405c" /><Relationship Type="http://schemas.openxmlformats.org/officeDocument/2006/relationships/notesSlide" Target="/ppt/notesSlides/notesSlide11.xml" Id="R75916576335645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b964a0f0f641c7" /><Relationship Type="http://schemas.openxmlformats.org/officeDocument/2006/relationships/notesSlide" Target="/ppt/notesSlides/notesSlide12.xml" Id="Rb7364ed4d9654eb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6a206c267d4e92" /><Relationship Type="http://schemas.openxmlformats.org/officeDocument/2006/relationships/notesSlide" Target="/ppt/notesSlides/notesSlide13.xml" Id="R7bc0279d15714f8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fa29bf08ed4ae8" /><Relationship Type="http://schemas.openxmlformats.org/officeDocument/2006/relationships/notesSlide" Target="/ppt/notesSlides/notesSlide14.xml" Id="Rd95f661438874b1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2aa43a97ad4d50" /><Relationship Type="http://schemas.openxmlformats.org/officeDocument/2006/relationships/notesSlide" Target="/ppt/notesSlides/notesSlide15.xml" Id="R2cc9782b687a4f5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Google Shape;76;p1">
            <a:extLst xmlns:a="http://schemas.openxmlformats.org/drawingml/2006/main">
              <a:ext uri="{FF2B5EF4-FFF2-40B4-BE49-F238E27FC236}">
                <a16:creationId xmlns:a16="http://schemas.microsoft.com/office/drawing/2014/main" id="{5DEE685D-CD55-4A6F-BA35-E80C2327909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50850" y="1382650"/>
            <a:ext cx="7772400" cy="110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CISC 667 </a:t>
            </a:r>
            <a:endParaRPr sz="36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Introduction to Autonomous Driving</a:t>
            </a:r>
            <a:endParaRPr sz="36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7" name="Google Shape;77;p1">
            <a:extLst xmlns:a="http://schemas.openxmlformats.org/drawingml/2006/main">
              <a:ext uri="{FF2B5EF4-FFF2-40B4-BE49-F238E27FC236}">
                <a16:creationId xmlns:a16="http://schemas.microsoft.com/office/drawing/2014/main" id="{5521B31F-0329-42AD-B319-5852A3EC869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50850" y="2859025"/>
            <a:ext cx="7772400" cy="110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1800" b="1">
                <a:latin typeface="Times New Roman"/>
                <a:ea typeface="Times New Roman"/>
                <a:cs typeface="Times New Roman"/>
              </a:rPr>
              <a:t>Lecture 8</a:t>
            </a:r>
            <a:endParaRPr sz="18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1800" b="1">
                <a:latin typeface="Times New Roman"/>
                <a:ea typeface="Times New Roman"/>
                <a:cs typeface="Times New Roman"/>
              </a:rPr>
              <a:t>Nov 10, 2025</a:t>
            </a:r>
            <a:endParaRPr sz="1800" b="1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341958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Google Shape;91;g3a227f09822_0_284">
            <a:extLst xmlns:a="http://schemas.openxmlformats.org/drawingml/2006/main">
              <a:ext uri="{FF2B5EF4-FFF2-40B4-BE49-F238E27FC236}">
                <a16:creationId xmlns:a16="http://schemas.microsoft.com/office/drawing/2014/main" id="{371D1D4F-B5B1-4C13-BC55-026CBC7010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Global Planning Algorithms</a:t>
            </a:r>
            <a:endParaRPr/>
          </a:p>
        </p:txBody>
      </p:sp>
      <p:sp>
        <p:nvSpPr>
          <p:cNvPr id="92" name="Google Shape;92;g3a227f09822_0_284">
            <a:extLst xmlns:a="http://schemas.openxmlformats.org/drawingml/2006/main">
              <a:ext uri="{FF2B5EF4-FFF2-40B4-BE49-F238E27FC236}">
                <a16:creationId xmlns:a16="http://schemas.microsoft.com/office/drawing/2014/main" id="{74B0A484-9C4C-45B0-8D1E-2CD9EB507F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t>Visualization: </a:t>
            </a:r>
            <a:r>
              <a:rPr u="sng">
                <a:solidFill>
                  <a:schemeClr val="hlink"/>
                </a:solidFill>
                <a:hlinkClick xmlns:r="http://schemas.openxmlformats.org/officeDocument/2006/relationships" r:id="R3842444da86645a9"/>
              </a:rPr>
              <a:t>https://qiao.github.io/PathFinding.js/visual/</a:t>
            </a:r>
            <a:r>
              <a:t> </a:t>
            </a:r>
            <a:endParaRPr/>
          </a:p>
        </p:txBody>
      </p:sp>
      <p:sp>
        <p:nvSpPr>
          <p:cNvPr id="93" name="Google Shape;93;g3a227f09822_0_284">
            <a:extLst xmlns:a="http://schemas.openxmlformats.org/drawingml/2006/main">
              <a:ext uri="{FF2B5EF4-FFF2-40B4-BE49-F238E27FC236}">
                <a16:creationId xmlns:a16="http://schemas.microsoft.com/office/drawing/2014/main" id="{B118BBEA-CC47-4733-A9AC-AA2E8675D8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871886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7D69B1-4627-40B9-BBB7-6C66038041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1153C109-9E0B-4815-B837-55367F65EA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8023978B-E7A1-4902-A56E-FBA19A936E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802748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7D69B1-4627-40B9-BBB7-6C66038041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1153C109-9E0B-4815-B837-55367F65EA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8023978B-E7A1-4902-A56E-FBA19A936E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802748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7D69B1-4627-40B9-BBB7-6C66038041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1153C109-9E0B-4815-B837-55367F65EA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8023978B-E7A1-4902-A56E-FBA19A936E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802748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7D69B1-4627-40B9-BBB7-6C66038041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1153C109-9E0B-4815-B837-55367F65EA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8023978B-E7A1-4902-A56E-FBA19A936E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802748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7D69B1-4627-40B9-BBB7-6C66038041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1153C109-9E0B-4815-B837-55367F65EA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8023978B-E7A1-4902-A56E-FBA19A936E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802748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7D69B1-4627-40B9-BBB7-6C66038041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1153C109-9E0B-4815-B837-55367F65EA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8023978B-E7A1-4902-A56E-FBA19A936E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802748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7D69B1-4627-40B9-BBB7-6C66038041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1153C109-9E0B-4815-B837-55367F65EA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8023978B-E7A1-4902-A56E-FBA19A936E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802748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7D69B1-4627-40B9-BBB7-6C66038041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1153C109-9E0B-4815-B837-55367F65EA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8023978B-E7A1-4902-A56E-FBA19A936E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802748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7D69B1-4627-40B9-BBB7-6C66038041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1153C109-9E0B-4815-B837-55367F65EA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8023978B-E7A1-4902-A56E-FBA19A936E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802748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7D69B1-4627-40B9-BBB7-6C66038041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1153C109-9E0B-4815-B837-55367F65EA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8023978B-E7A1-4902-A56E-FBA19A936E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802748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7D69B1-4627-40B9-BBB7-6C66038041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1153C109-9E0B-4815-B837-55367F65EA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8023978B-E7A1-4902-A56E-FBA19A936E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802748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7D69B1-4627-40B9-BBB7-6C66038041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1153C109-9E0B-4815-B837-55367F65EA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8023978B-E7A1-4902-A56E-FBA19A936E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802748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7D69B1-4627-40B9-BBB7-6C66038041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1153C109-9E0B-4815-B837-55367F65EA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8023978B-E7A1-4902-A56E-FBA19A936E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8027487"/>
      </p:ext>
    </p:extLst>
  </p:cSld>
</p:sld>
</file>

<file path=ppt/theme/theme1.xml><?xml version="1.0" encoding="utf-8"?>
<a:theme xmlns:a="http://schemas.openxmlformats.org/drawingml/2006/main" name="Office Theme">
  <a:themeElements>
    <a:clrScheme name="UD Primary and Secondary">
      <a:dk1>
        <a:srgbClr val="000000"/>
      </a:dk1>
      <a:lt1>
        <a:srgbClr val="FFFFFF"/>
      </a:lt1>
      <a:dk2>
        <a:srgbClr val="00539F"/>
      </a:dk2>
      <a:lt2>
        <a:srgbClr val="EEECE1"/>
      </a:lt2>
      <a:accent1>
        <a:srgbClr val="4F81BD"/>
      </a:accent1>
      <a:accent2>
        <a:srgbClr val="AF1E2D"/>
      </a:accent2>
      <a:accent3>
        <a:srgbClr val="BED600"/>
      </a:accent3>
      <a:accent4>
        <a:srgbClr val="5A8E22"/>
      </a:accent4>
      <a:accent5>
        <a:srgbClr val="00A0DF"/>
      </a:accent5>
      <a:accent6>
        <a:srgbClr val="EF8200"/>
      </a:accent6>
      <a:hlink>
        <a:srgbClr val="00539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D Primary and Secondar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2026-08-27T20:07:58.3130000Z</dcterms:created>
  <dcterms:modified xsi:type="dcterms:W3CDTF">2026-08-27T20:07:58.3130000Z</dcterms:modified>
</coreProperties>
</file>