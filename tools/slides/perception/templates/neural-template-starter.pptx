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d5ca788fff4998" /><Relationship Type="http://schemas.openxmlformats.org/officeDocument/2006/relationships/extended-properties" Target="/docProps/app.xml" Id="Rfdabe4fb1b744e82" /><Relationship Type="http://schemas.openxmlformats.org/officeDocument/2006/relationships/officeDocument" Target="/ppt/presentation.xml" Id="R2627d0193c60440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3a7b2c80361491a"/>
  </p:sldMasterIdLst>
  <p:notesMasterIdLst>
    <p:notesMasterId xmlns:r="http://schemas.openxmlformats.org/officeDocument/2006/relationships" r:id="Rf7a782c456e54a2c"/>
  </p:notesMasterIdLst>
  <p:sldIdLst>
    <p:sldId xmlns:r="http://schemas.openxmlformats.org/officeDocument/2006/relationships" id="256" r:id="Re193457865184dd0"/>
    <p:sldId xmlns:r="http://schemas.openxmlformats.org/officeDocument/2006/relationships" id="257" r:id="R82adc5c3400e4fe5"/>
    <p:sldId xmlns:r="http://schemas.openxmlformats.org/officeDocument/2006/relationships" id="258" r:id="R1f0ba531bb2b4086"/>
    <p:sldId xmlns:r="http://schemas.openxmlformats.org/officeDocument/2006/relationships" id="259" r:id="R901ac77e76d7403b"/>
    <p:sldId xmlns:r="http://schemas.openxmlformats.org/officeDocument/2006/relationships" id="260" r:id="R665e356623f34cf8"/>
    <p:sldId xmlns:r="http://schemas.openxmlformats.org/officeDocument/2006/relationships" id="261" r:id="R3c9423a764dd4f35"/>
    <p:sldId xmlns:r="http://schemas.openxmlformats.org/officeDocument/2006/relationships" id="262" r:id="Rd2185d8e6f714252"/>
    <p:sldId xmlns:r="http://schemas.openxmlformats.org/officeDocument/2006/relationships" id="263" r:id="R70d21b50dcbf49e6"/>
    <p:sldId xmlns:r="http://schemas.openxmlformats.org/officeDocument/2006/relationships" id="264" r:id="Rd5dd1f57068747bc"/>
    <p:sldId xmlns:r="http://schemas.openxmlformats.org/officeDocument/2006/relationships" id="265" r:id="R98e1565a27a84cc9"/>
    <p:sldId xmlns:r="http://schemas.openxmlformats.org/officeDocument/2006/relationships" id="266" r:id="Re16fdaae33624bad"/>
    <p:sldId xmlns:r="http://schemas.openxmlformats.org/officeDocument/2006/relationships" id="267" r:id="R41c6f7c6554b426b"/>
    <p:sldId xmlns:r="http://schemas.openxmlformats.org/officeDocument/2006/relationships" id="268" r:id="R12a10d1ede514500"/>
    <p:sldId xmlns:r="http://schemas.openxmlformats.org/officeDocument/2006/relationships" id="269" r:id="R5b492800be2a4ad1"/>
    <p:sldId xmlns:r="http://schemas.openxmlformats.org/officeDocument/2006/relationships" id="270" r:id="Rd534790ba81b45f4"/>
    <p:sldId xmlns:r="http://schemas.openxmlformats.org/officeDocument/2006/relationships" id="271" r:id="Rd20eb64e217a4b28"/>
    <p:sldId xmlns:r="http://schemas.openxmlformats.org/officeDocument/2006/relationships" id="272" r:id="R1acfb0f303d048ae"/>
    <p:sldId xmlns:r="http://schemas.openxmlformats.org/officeDocument/2006/relationships" id="273" r:id="Rcbc4f88500d54565"/>
    <p:sldId xmlns:r="http://schemas.openxmlformats.org/officeDocument/2006/relationships" id="274" r:id="R15109828d8c04256"/>
    <p:sldId xmlns:r="http://schemas.openxmlformats.org/officeDocument/2006/relationships" id="275" r:id="Raf23dd3995044db4"/>
    <p:sldId xmlns:r="http://schemas.openxmlformats.org/officeDocument/2006/relationships" id="276" r:id="R47b3207a8cf24d98"/>
    <p:sldId xmlns:r="http://schemas.openxmlformats.org/officeDocument/2006/relationships" id="277" r:id="Rfbb1ab936c674d0b"/>
    <p:sldId xmlns:r="http://schemas.openxmlformats.org/officeDocument/2006/relationships" id="278" r:id="Ra2dd70b653c94e70"/>
    <p:sldId xmlns:r="http://schemas.openxmlformats.org/officeDocument/2006/relationships" id="279" r:id="Re630c5281f1846cd"/>
    <p:sldId xmlns:r="http://schemas.openxmlformats.org/officeDocument/2006/relationships" id="280" r:id="Rcdd3354e52034e51"/>
  </p:sldIdLst>
  <p:sldSz cx="9144000" cy="5143500"/>
  <p:notesSz cx="6858000" cy="9144000"/>
  <p:embeddedFontLst>
    <p:embeddedFont>
      <p:font typeface="Helvetica Neue"/>
      <p:regular xmlns:r="http://schemas.openxmlformats.org/officeDocument/2006/relationships" r:id="R56198578a8c14def"/>
      <p:bold xmlns:r="http://schemas.openxmlformats.org/officeDocument/2006/relationships" r:id="R3fd8b5d0b4ac43eb"/>
      <p:italic xmlns:r="http://schemas.openxmlformats.org/officeDocument/2006/relationships" r:id="Rafc36f50ca794d05"/>
      <p:boldItalic xmlns:r="http://schemas.openxmlformats.org/officeDocument/2006/relationships" r:id="R79ae9108a32f405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6ad61bad14006" /><Relationship Type="http://schemas.openxmlformats.org/officeDocument/2006/relationships/slideMaster" Target="/ppt/slideMasters/slideMaster1.xml" Id="R93a7b2c80361491a" /><Relationship Type="http://schemas.openxmlformats.org/officeDocument/2006/relationships/notesMaster" Target="/ppt/notesMasters/notesMaster1.xml" Id="Rf7a782c456e54a2c" /><Relationship Type="http://schemas.openxmlformats.org/officeDocument/2006/relationships/presProps" Target="/ppt/presProps.xml" Id="R565e4990ae6a4916" /><Relationship Type="http://schemas.openxmlformats.org/officeDocument/2006/relationships/viewProps" Target="/ppt/viewProps.xml" Id="Re2117b3cedc54274" /><Relationship Type="http://schemas.openxmlformats.org/officeDocument/2006/relationships/tableStyles" Target="/ppt/tableStyles.xml" Id="R73fa5350e436435c" /><Relationship Type="http://schemas.openxmlformats.org/officeDocument/2006/relationships/font" Target="/ppt/fonts/font.dat" Id="R56198578a8c14def" /><Relationship Type="http://schemas.openxmlformats.org/officeDocument/2006/relationships/font" Target="/ppt/fonts/font2.dat" Id="R3fd8b5d0b4ac43eb" /><Relationship Type="http://schemas.openxmlformats.org/officeDocument/2006/relationships/font" Target="/ppt/fonts/font3.dat" Id="Rafc36f50ca794d05" /><Relationship Type="http://schemas.openxmlformats.org/officeDocument/2006/relationships/font" Target="/ppt/fonts/font4.dat" Id="R79ae9108a32f4052" /><Relationship Type="http://schemas.openxmlformats.org/officeDocument/2006/relationships/slide" Target="/ppt/slides/slide1.xml" Id="Re193457865184dd0" /><Relationship Type="http://schemas.openxmlformats.org/officeDocument/2006/relationships/slide" Target="/ppt/slides/slide2.xml" Id="R82adc5c3400e4fe5" /><Relationship Type="http://schemas.openxmlformats.org/officeDocument/2006/relationships/slide" Target="/ppt/slides/slide3.xml" Id="R1f0ba531bb2b4086" /><Relationship Type="http://schemas.openxmlformats.org/officeDocument/2006/relationships/slide" Target="/ppt/slides/slide4.xml" Id="R901ac77e76d7403b" /><Relationship Type="http://schemas.openxmlformats.org/officeDocument/2006/relationships/slide" Target="/ppt/slides/slide5.xml" Id="R665e356623f34cf8" /><Relationship Type="http://schemas.openxmlformats.org/officeDocument/2006/relationships/slide" Target="/ppt/slides/slide6.xml" Id="R3c9423a764dd4f35" /><Relationship Type="http://schemas.openxmlformats.org/officeDocument/2006/relationships/slide" Target="/ppt/slides/slide7.xml" Id="Rd2185d8e6f714252" /><Relationship Type="http://schemas.openxmlformats.org/officeDocument/2006/relationships/slide" Target="/ppt/slides/slide8.xml" Id="R70d21b50dcbf49e6" /><Relationship Type="http://schemas.openxmlformats.org/officeDocument/2006/relationships/slide" Target="/ppt/slides/slide9.xml" Id="Rd5dd1f57068747bc" /><Relationship Type="http://schemas.openxmlformats.org/officeDocument/2006/relationships/slide" Target="/ppt/slides/slide10.xml" Id="R98e1565a27a84cc9" /><Relationship Type="http://schemas.openxmlformats.org/officeDocument/2006/relationships/slide" Target="/ppt/slides/slide11.xml" Id="Re16fdaae33624bad" /><Relationship Type="http://schemas.openxmlformats.org/officeDocument/2006/relationships/slide" Target="/ppt/slides/slide12.xml" Id="R41c6f7c6554b426b" /><Relationship Type="http://schemas.openxmlformats.org/officeDocument/2006/relationships/slide" Target="/ppt/slides/slide13.xml" Id="R12a10d1ede514500" /><Relationship Type="http://schemas.openxmlformats.org/officeDocument/2006/relationships/slide" Target="/ppt/slides/slide14.xml" Id="R5b492800be2a4ad1" /><Relationship Type="http://schemas.openxmlformats.org/officeDocument/2006/relationships/slide" Target="/ppt/slides/slide15.xml" Id="Rd534790ba81b45f4" /><Relationship Type="http://schemas.openxmlformats.org/officeDocument/2006/relationships/slide" Target="/ppt/slides/slide16.xml" Id="Rd20eb64e217a4b28" /><Relationship Type="http://schemas.openxmlformats.org/officeDocument/2006/relationships/slide" Target="/ppt/slides/slide17.xml" Id="R1acfb0f303d048ae" /><Relationship Type="http://schemas.openxmlformats.org/officeDocument/2006/relationships/slide" Target="/ppt/slides/slide18.xml" Id="Rcbc4f88500d54565" /><Relationship Type="http://schemas.openxmlformats.org/officeDocument/2006/relationships/slide" Target="/ppt/slides/slide19.xml" Id="R15109828d8c04256" /><Relationship Type="http://schemas.openxmlformats.org/officeDocument/2006/relationships/slide" Target="/ppt/slides/slide20.xml" Id="Raf23dd3995044db4" /><Relationship Type="http://schemas.openxmlformats.org/officeDocument/2006/relationships/slide" Target="/ppt/slides/slide21.xml" Id="R47b3207a8cf24d98" /><Relationship Type="http://schemas.openxmlformats.org/officeDocument/2006/relationships/slide" Target="/ppt/slides/slide22.xml" Id="Rfbb1ab936c674d0b" /><Relationship Type="http://schemas.openxmlformats.org/officeDocument/2006/relationships/slide" Target="/ppt/slides/slide23.xml" Id="Ra2dd70b653c94e70" /><Relationship Type="http://schemas.openxmlformats.org/officeDocument/2006/relationships/slide" Target="/ppt/slides/slide24.xml" Id="Re630c5281f1846cd" /><Relationship Type="http://schemas.openxmlformats.org/officeDocument/2006/relationships/slide" Target="/ppt/slides/slide25.xml" Id="Rcdd3354e5203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2da5b170dc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f9602da9e34255" /><Relationship Type="http://schemas.openxmlformats.org/officeDocument/2006/relationships/notesMaster" Target="/ppt/notesMasters/notesMaster1.xml" Id="R46ad967d568048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b3e79e877947c9" /><Relationship Type="http://schemas.openxmlformats.org/officeDocument/2006/relationships/notesMaster" Target="/ppt/notesMasters/notesMaster1.xml" Id="R8c94cd32b3cc45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35d157dce24595" /><Relationship Type="http://schemas.openxmlformats.org/officeDocument/2006/relationships/notesMaster" Target="/ppt/notesMasters/notesMaster1.xml" Id="R526ee9d3fdc7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0d70ef169d4754" /><Relationship Type="http://schemas.openxmlformats.org/officeDocument/2006/relationships/notesMaster" Target="/ppt/notesMasters/notesMaster1.xml" Id="Rce377c8dc03a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c62278ba5a4624" /><Relationship Type="http://schemas.openxmlformats.org/officeDocument/2006/relationships/notesMaster" Target="/ppt/notesMasters/notesMaster1.xml" Id="Re76f36bf1182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bc6e70e89492d" /><Relationship Type="http://schemas.openxmlformats.org/officeDocument/2006/relationships/notesMaster" Target="/ppt/notesMasters/notesMaster1.xml" Id="R9d95d5ccde0a47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cc5b42956c4674" /><Relationship Type="http://schemas.openxmlformats.org/officeDocument/2006/relationships/notesMaster" Target="/ppt/notesMasters/notesMaster1.xml" Id="R0e635b3914c947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ecfc35a6a04c48" /><Relationship Type="http://schemas.openxmlformats.org/officeDocument/2006/relationships/notesMaster" Target="/ppt/notesMasters/notesMaster1.xml" Id="R361000c995aa40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8fb24469eb4460" /><Relationship Type="http://schemas.openxmlformats.org/officeDocument/2006/relationships/notesMaster" Target="/ppt/notesMasters/notesMaster1.xml" Id="R98c23d47c83b41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b70f0e1c6c40c1" /><Relationship Type="http://schemas.openxmlformats.org/officeDocument/2006/relationships/notesMaster" Target="/ppt/notesMasters/notesMaster1.xml" Id="R99733f1909b14e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9dadf3658e4956" /><Relationship Type="http://schemas.openxmlformats.org/officeDocument/2006/relationships/notesMaster" Target="/ppt/notesMasters/notesMaster1.xml" Id="Rfd5c29caa6e64d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ba8625562d4aa6" /><Relationship Type="http://schemas.openxmlformats.org/officeDocument/2006/relationships/notesMaster" Target="/ppt/notesMasters/notesMaster1.xml" Id="R1f444d7f5dbd42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c67aa29e3e4e9d" /><Relationship Type="http://schemas.openxmlformats.org/officeDocument/2006/relationships/notesMaster" Target="/ppt/notesMasters/notesMaster1.xml" Id="Rdeaa6d4589d64d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ead05cb4774ce6" /><Relationship Type="http://schemas.openxmlformats.org/officeDocument/2006/relationships/notesMaster" Target="/ppt/notesMasters/notesMaster1.xml" Id="R30183f4fcb184a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2576a51794419c" /><Relationship Type="http://schemas.openxmlformats.org/officeDocument/2006/relationships/notesMaster" Target="/ppt/notesMasters/notesMaster1.xml" Id="R35eef94aeecf45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43ec3e25b34d77" /><Relationship Type="http://schemas.openxmlformats.org/officeDocument/2006/relationships/notesMaster" Target="/ppt/notesMasters/notesMaster1.xml" Id="R958fa2916a2548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2e42d38bab428f" /><Relationship Type="http://schemas.openxmlformats.org/officeDocument/2006/relationships/notesMaster" Target="/ppt/notesMasters/notesMaster1.xml" Id="Rde06f09f24d843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279c9f0cbd4000" /><Relationship Type="http://schemas.openxmlformats.org/officeDocument/2006/relationships/notesMaster" Target="/ppt/notesMasters/notesMaster1.xml" Id="Ra34bd7984ebd4f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5ea77f5fd448f3" /><Relationship Type="http://schemas.openxmlformats.org/officeDocument/2006/relationships/notesMaster" Target="/ppt/notesMasters/notesMaster1.xml" Id="Rb6bafa8efcb145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b94baf0361496f" /><Relationship Type="http://schemas.openxmlformats.org/officeDocument/2006/relationships/notesMaster" Target="/ppt/notesMasters/notesMaster1.xml" Id="R560ef668590e4a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6751ccadc14fe7" /><Relationship Type="http://schemas.openxmlformats.org/officeDocument/2006/relationships/notesMaster" Target="/ppt/notesMasters/notesMaster1.xml" Id="R3dd19aef569d47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7d426859ba4bfc" /><Relationship Type="http://schemas.openxmlformats.org/officeDocument/2006/relationships/notesMaster" Target="/ppt/notesMasters/notesMaster1.xml" Id="Rd4ed97af081e4f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157730485f24ab9" /><Relationship Type="http://schemas.openxmlformats.org/officeDocument/2006/relationships/notesMaster" Target="/ppt/notesMasters/notesMaster1.xml" Id="R0c31fb06f49847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647777ee34414c" /><Relationship Type="http://schemas.openxmlformats.org/officeDocument/2006/relationships/notesMaster" Target="/ppt/notesMasters/notesMaster1.xml" Id="R2adf988cf52c43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03b1d061774a82" /><Relationship Type="http://schemas.openxmlformats.org/officeDocument/2006/relationships/notesMaster" Target="/ppt/notesMasters/notesMaster1.xml" Id="Rdaaf5b67805946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c7b2a0a394977" /><Relationship Type="http://schemas.openxmlformats.org/officeDocument/2006/relationships/image" Target="/ppt/media/image.jpeg" Id="R98605da598064a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1f80c387c437b" /><Relationship Type="http://schemas.openxmlformats.org/officeDocument/2006/relationships/image" Target="/ppt/media/image.png" Id="R6beaedcf3aae43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99aca84264fa3" /><Relationship Type="http://schemas.openxmlformats.org/officeDocument/2006/relationships/image" Target="/ppt/media/image2.jpeg" Id="R08c9d0b5d8ec43b2" /><Relationship Type="http://schemas.openxmlformats.org/officeDocument/2006/relationships/image" Target="/ppt/media/image.png" Id="R82ecaae5f45d44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b9973d79b49b0" /><Relationship Type="http://schemas.openxmlformats.org/officeDocument/2006/relationships/image" Target="/ppt/media/image2.jpeg" Id="Refd21424408c420b" /><Relationship Type="http://schemas.openxmlformats.org/officeDocument/2006/relationships/image" Target="/ppt/media/image.png" Id="R323ee49e5a9f4d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3ad750e934f47" /><Relationship Type="http://schemas.openxmlformats.org/officeDocument/2006/relationships/image" Target="/ppt/media/image2.jpeg" Id="Ra8e3123e2acc4a84" /><Relationship Type="http://schemas.openxmlformats.org/officeDocument/2006/relationships/image" Target="/ppt/media/image.png" Id="Rdf7e386326e647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91fd8e8fd442e" /><Relationship Type="http://schemas.openxmlformats.org/officeDocument/2006/relationships/image" Target="/ppt/media/image2.jpeg" Id="R731b3e086d164002" /><Relationship Type="http://schemas.openxmlformats.org/officeDocument/2006/relationships/image" Target="/ppt/media/image.png" Id="Rcd252591658145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33fe4b5e84c78" /><Relationship Type="http://schemas.openxmlformats.org/officeDocument/2006/relationships/image" Target="/ppt/media/image2.jpeg" Id="R1717e7b1f1094b5f" /><Relationship Type="http://schemas.openxmlformats.org/officeDocument/2006/relationships/image" Target="/ppt/media/image.png" Id="R27d6ed14137c41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5be1a81594e13" /><Relationship Type="http://schemas.openxmlformats.org/officeDocument/2006/relationships/image" Target="/ppt/media/image2.jpeg" Id="R1954674fbd6b457d" /><Relationship Type="http://schemas.openxmlformats.org/officeDocument/2006/relationships/image" Target="/ppt/media/image.png" Id="Rab617fe0abd44d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f0656475c45b4" /><Relationship Type="http://schemas.openxmlformats.org/officeDocument/2006/relationships/image" Target="/ppt/media/image2.jpeg" Id="R551e061350cf442a" /><Relationship Type="http://schemas.openxmlformats.org/officeDocument/2006/relationships/image" Target="/ppt/media/image.png" Id="Rb85d0c6a1f0e4f1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223424d3d4ed5" /><Relationship Type="http://schemas.openxmlformats.org/officeDocument/2006/relationships/image" Target="/ppt/media/image2.jpeg" Id="R8ed06cf1ce174ba5" /><Relationship Type="http://schemas.openxmlformats.org/officeDocument/2006/relationships/image" Target="/ppt/media/image.png" Id="Rabc131250d8b4b9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acb90b0ad4c26" /><Relationship Type="http://schemas.openxmlformats.org/officeDocument/2006/relationships/image" Target="/ppt/media/image2.jpeg" Id="R5dc8fa801c834af3" /><Relationship Type="http://schemas.openxmlformats.org/officeDocument/2006/relationships/image" Target="/ppt/media/image.png" Id="R74ffbc9385c3423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002cb384b4b71" /><Relationship Type="http://schemas.openxmlformats.org/officeDocument/2006/relationships/image" Target="/ppt/media/image2.jpeg" Id="R59a309d339f34abf" /><Relationship Type="http://schemas.openxmlformats.org/officeDocument/2006/relationships/image" Target="/ppt/media/image.png" Id="Rd79744a058f441ef" /></Relationships>
</file>

<file path=ppt/slideLayouts/slideLayout1.xml><?xml version="1.0" encoding="utf-8"?>
<p:sldLayout xmlns:p="http://schemas.openxmlformats.org/presentationml/2006/main" matchingName="Title Slide" type="title">
  <p:cSld name="TITLE">
    <p:bg>
      <p:bgPr>
        <a:blipFill xmlns:a="http://schemas.openxmlformats.org/drawingml/2006/main">
          <a:blip xmlns:r="http://schemas.openxmlformats.org/officeDocument/2006/relationships" r:embed="R98605da598064a6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EE9ED71F-3551-4438-85B7-9B9AE6CDE2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5EC03B77-5463-43C0-8A98-279C1E0616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6">
            <a:extLst xmlns:a="http://schemas.openxmlformats.org/drawingml/2006/main">
              <a:ext uri="{FF2B5EF4-FFF2-40B4-BE49-F238E27FC236}">
                <a16:creationId xmlns:a16="http://schemas.microsoft.com/office/drawing/2014/main" id="{C79D7B47-0CBE-41BC-A27C-BF942DC17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6">
            <a:extLst xmlns:a="http://schemas.openxmlformats.org/drawingml/2006/main">
              <a:ext uri="{FF2B5EF4-FFF2-40B4-BE49-F238E27FC236}">
                <a16:creationId xmlns:a16="http://schemas.microsoft.com/office/drawing/2014/main" id="{74BC8D3C-C384-4A5D-B3F3-C6EB1E7B3B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6">
            <a:extLst xmlns:a="http://schemas.openxmlformats.org/drawingml/2006/main">
              <a:ext uri="{FF2B5EF4-FFF2-40B4-BE49-F238E27FC236}">
                <a16:creationId xmlns:a16="http://schemas.microsoft.com/office/drawing/2014/main" id="{7A507B5B-61C7-47F8-9CA2-2E85FB24A3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4" name="Google Shape;2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eaedcf3aae43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Custom Layout">
  <p:cSld name="Custom Layout">
    <p:bg>
      <p:bgPr>
        <a:blipFill xmlns:a="http://schemas.openxmlformats.org/drawingml/2006/main">
          <a:blip xmlns:r="http://schemas.openxmlformats.org/officeDocument/2006/relationships" r:embed="R08c9d0b5d8ec43b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7">
            <a:extLst xmlns:a="http://schemas.openxmlformats.org/drawingml/2006/main">
              <a:ext uri="{FF2B5EF4-FFF2-40B4-BE49-F238E27FC236}">
                <a16:creationId xmlns:a16="http://schemas.microsoft.com/office/drawing/2014/main" id="{642AC0A4-E9F6-4A67-87FC-91551F309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7">
            <a:extLst xmlns:a="http://schemas.openxmlformats.org/drawingml/2006/main">
              <a:ext uri="{FF2B5EF4-FFF2-40B4-BE49-F238E27FC236}">
                <a16:creationId xmlns:a16="http://schemas.microsoft.com/office/drawing/2014/main" id="{20B5EA5C-A8C7-4A8F-A0AF-244DAB62F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7" name="Google Shape;2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ecaae5f45d44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bg>
      <p:bgPr>
        <a:blipFill xmlns:a="http://schemas.openxmlformats.org/drawingml/2006/main">
          <a:blip xmlns:r="http://schemas.openxmlformats.org/officeDocument/2006/relationships" r:embed="Refd21424408c420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E3E70F02-DD3D-47A5-8F35-820EE6519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2477691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cap="none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28F565E2-66D6-4375-B6AE-4D09BF971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1352550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E36CAC64-3B77-4E3D-9866-47C6993BB1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3" name="Google Shape;2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3ee49e5a9f4d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bg>
      <p:bgPr>
        <a:blipFill xmlns:a="http://schemas.openxmlformats.org/drawingml/2006/main">
          <a:blip xmlns:r="http://schemas.openxmlformats.org/officeDocument/2006/relationships" r:embed="Ra8e3123e2acc4a8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572AB830-7281-4F1F-A6A2-10F9214EF7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882D9A88-529D-4EA8-BEBD-7A937BCCDC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3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FFD379FB-FC6A-411B-9864-DAB682D250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4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40A3B26B-30F2-4DD4-8A73-C8DCE1238A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0" name="Google Shape;3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7e386326e647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Comparison">
  <p:cSld name="Comparison">
    <p:bg>
      <p:bgPr>
        <a:blipFill xmlns:a="http://schemas.openxmlformats.org/drawingml/2006/main">
          <a:blip xmlns:r="http://schemas.openxmlformats.org/officeDocument/2006/relationships" r:embed="R731b3e086d16400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5132B670-240F-426D-A702-8349F6ACF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514350"/>
            <a:ext cx="4040188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47B53898-A81A-4D92-BB3A-1247A98C01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288255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BCF58325-F569-4BB2-9070-680C3E96C1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514350"/>
            <a:ext cx="404177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471A090D-3F21-4FB3-A839-7EEC9B8C5E8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6" y="1288255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74371D8F-0CCC-404B-99F0-BA0973EE72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8" name="Google Shape;4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252591658145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bg>
      <p:bgPr>
        <a:blipFill xmlns:a="http://schemas.openxmlformats.org/drawingml/2006/main">
          <a:blip xmlns:r="http://schemas.openxmlformats.org/officeDocument/2006/relationships" r:embed="R1717e7b1f1094b5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C72BA869-5F5A-4340-8BFF-9555236019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DBE5E72-ED27-4482-BAF2-AD787D74EE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9" name="Google Shape;4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d6ed14137c41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bg>
      <p:bgPr>
        <a:blipFill xmlns:a="http://schemas.openxmlformats.org/drawingml/2006/main">
          <a:blip xmlns:r="http://schemas.openxmlformats.org/officeDocument/2006/relationships" r:embed="R1954674fbd6b457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67B86C1F-4CDF-4B46-979E-6AAE21529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2766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1" name="Google Shape;4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617fe0abd44d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bg>
      <p:bgPr>
        <a:blipFill xmlns:a="http://schemas.openxmlformats.org/drawingml/2006/main">
          <a:blip xmlns:r="http://schemas.openxmlformats.org/officeDocument/2006/relationships" r:embed="R551e061350cf442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2A2D6E6E-4EDD-46AA-BC3B-FF5AEA580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438150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2F07ADC9-0E3A-40F2-B18F-BF95BAF4D5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438151"/>
            <a:ext cx="51117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DAA04ECC-D61D-496C-9912-DDA30C3F9D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428750"/>
            <a:ext cx="3008313" cy="266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6096"/>
              </a:buClr>
              <a:buSzPts val="1400"/>
              <a:buNone/>
              <a:defRPr sz="1400">
                <a:solidFill>
                  <a:srgbClr val="006096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3FF89AA4-6F42-4B35-B555-5FD3165C0D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63998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0" name="Google Shape;5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5d0c6a1f0e4f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bg>
      <p:bgPr>
        <a:blipFill xmlns:a="http://schemas.openxmlformats.org/drawingml/2006/main">
          <a:blip xmlns:r="http://schemas.openxmlformats.org/officeDocument/2006/relationships" r:embed="R8ed06cf1ce174ba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CF7C9820-D33E-447C-83DE-C1EA0A05B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459580"/>
            <a:ext cx="2514600" cy="664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1E1CD35B-791E-4E68-B758-53F1062D112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7200" y="459580"/>
            <a:ext cx="5486400" cy="3636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E7FE0A16-DCC9-4873-8B41-8DAE16320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1200150"/>
            <a:ext cx="25146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BB41893C-B038-422B-9D08-44FB58DB22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6" name="Google Shape;6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c131250d8b4b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bg>
      <p:bgPr>
        <a:blipFill xmlns:a="http://schemas.openxmlformats.org/drawingml/2006/main">
          <a:blip xmlns:r="http://schemas.openxmlformats.org/officeDocument/2006/relationships" r:embed="R5dc8fa801c834af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685E8DEF-7480-49FD-AC15-32F9C6A90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762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257AC52E-7BE7-4427-B9E5-920F325766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246438" y="-1284287"/>
            <a:ext cx="2651125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CDC71E33-7814-4593-A560-4F4F1CEB3B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0" name="Google Shape;6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ffbc9385c342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bg>
      <p:bgPr>
        <a:blipFill xmlns:a="http://schemas.openxmlformats.org/drawingml/2006/main">
          <a:blip xmlns:r="http://schemas.openxmlformats.org/officeDocument/2006/relationships" r:embed="R59a309d339f34ab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D5328C58-70E2-49B4-BCAB-5F4D8F7FC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857724" y="1277143"/>
            <a:ext cx="3579813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707CA7D3-A880-4F84-B3AC-F929EB88C1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77194" y="-704057"/>
            <a:ext cx="3579813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FFB6F35B-F066-437B-96A7-40DDC118C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3528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5" name="Google Shape;7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9744a058f441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bc3537eb518d4ed3" /><Relationship Type="http://schemas.openxmlformats.org/officeDocument/2006/relationships/theme" Target="/ppt/slideMasters/theme/theme2.xml" Id="R84ca63999fda4e73" /><Relationship Type="http://schemas.openxmlformats.org/officeDocument/2006/relationships/slideLayout" Target="/ppt/slideLayouts/slideLayout1.xml" Id="R100b1808fa4b4129" /><Relationship Type="http://schemas.openxmlformats.org/officeDocument/2006/relationships/slideLayout" Target="/ppt/slideLayouts/slideLayout2.xml" Id="R928aabd18a004f5a" /><Relationship Type="http://schemas.openxmlformats.org/officeDocument/2006/relationships/slideLayout" Target="/ppt/slideLayouts/slideLayout3.xml" Id="R51d3d3192fb446e9" /><Relationship Type="http://schemas.openxmlformats.org/officeDocument/2006/relationships/slideLayout" Target="/ppt/slideLayouts/slideLayout4.xml" Id="Rd303785ed2624246" /><Relationship Type="http://schemas.openxmlformats.org/officeDocument/2006/relationships/slideLayout" Target="/ppt/slideLayouts/slideLayout5.xml" Id="Rb19016f814884e9f" /><Relationship Type="http://schemas.openxmlformats.org/officeDocument/2006/relationships/slideLayout" Target="/ppt/slideLayouts/slideLayout6.xml" Id="Rbd34b60e3f904b89" /><Relationship Type="http://schemas.openxmlformats.org/officeDocument/2006/relationships/slideLayout" Target="/ppt/slideLayouts/slideLayout7.xml" Id="Ree93f523b4f14f37" /><Relationship Type="http://schemas.openxmlformats.org/officeDocument/2006/relationships/slideLayout" Target="/ppt/slideLayouts/slideLayout8.xml" Id="Re014ee996b914b5b" /><Relationship Type="http://schemas.openxmlformats.org/officeDocument/2006/relationships/slideLayout" Target="/ppt/slideLayouts/slideLayout9.xml" Id="R3b09c26714c44bf2" /><Relationship Type="http://schemas.openxmlformats.org/officeDocument/2006/relationships/slideLayout" Target="/ppt/slideLayouts/slideLayout10.xml" Id="R264b2df3255543f8" /><Relationship Type="http://schemas.openxmlformats.org/officeDocument/2006/relationships/slideLayout" Target="/ppt/slideLayouts/slideLayout11.xml" Id="Ra5c8c644c8e140ca" /><Relationship Type="http://schemas.openxmlformats.org/officeDocument/2006/relationships/slideLayout" Target="/ppt/slideLayouts/slideLayout12.xml" Id="Rc30a77764a9840fe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c3537eb518d4ed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EA55C3EE-8EE7-44BB-9FA7-7BE99AF87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/>
        </p:txBody>
      </p:sp>
      <p:sp>
        <p:nvSp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A5D6AE06-8596-4986-BC67-327F2A29CD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94310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»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4">
            <a:extLst xmlns:a="http://schemas.openxmlformats.org/drawingml/2006/main">
              <a:ext uri="{FF2B5EF4-FFF2-40B4-BE49-F238E27FC236}">
                <a16:creationId xmlns:a16="http://schemas.microsoft.com/office/drawing/2014/main" id="{827FF4F2-1D4F-48FC-A4F1-A35FFC2B07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b1808fa4b4129"/>
    <p:sldLayoutId xmlns:r="http://schemas.openxmlformats.org/officeDocument/2006/relationships" id="2147483650" r:id="R928aabd18a004f5a"/>
    <p:sldLayoutId xmlns:r="http://schemas.openxmlformats.org/officeDocument/2006/relationships" id="2147483651" r:id="R51d3d3192fb446e9"/>
    <p:sldLayoutId xmlns:r="http://schemas.openxmlformats.org/officeDocument/2006/relationships" id="2147483652" r:id="Rd303785ed2624246"/>
    <p:sldLayoutId xmlns:r="http://schemas.openxmlformats.org/officeDocument/2006/relationships" id="2147483653" r:id="Rb19016f814884e9f"/>
    <p:sldLayoutId xmlns:r="http://schemas.openxmlformats.org/officeDocument/2006/relationships" id="2147483654" r:id="Rbd34b60e3f904b89"/>
    <p:sldLayoutId xmlns:r="http://schemas.openxmlformats.org/officeDocument/2006/relationships" id="2147483655" r:id="Ree93f523b4f14f37"/>
    <p:sldLayoutId xmlns:r="http://schemas.openxmlformats.org/officeDocument/2006/relationships" id="2147483656" r:id="Re014ee996b914b5b"/>
    <p:sldLayoutId xmlns:r="http://schemas.openxmlformats.org/officeDocument/2006/relationships" id="2147483657" r:id="R3b09c26714c44bf2"/>
    <p:sldLayoutId xmlns:r="http://schemas.openxmlformats.org/officeDocument/2006/relationships" id="2147483658" r:id="R264b2df3255543f8"/>
    <p:sldLayoutId xmlns:r="http://schemas.openxmlformats.org/officeDocument/2006/relationships" id="2147483659" r:id="Ra5c8c644c8e140ca"/>
    <p:sldLayoutId xmlns:r="http://schemas.openxmlformats.org/officeDocument/2006/relationships" id="2147483660" r:id="Rc30a77764a9840fe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47c56e4e44f60" /><Relationship Type="http://schemas.openxmlformats.org/officeDocument/2006/relationships/notesSlide" Target="/ppt/notesSlides/notesSlide1.xml" Id="R947bddb7e70744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fc9ade2e5546ba" /><Relationship Type="http://schemas.openxmlformats.org/officeDocument/2006/relationships/notesSlide" Target="/ppt/notesSlides/notesSlide2.xml" Id="R1f4860bfdc8c40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3b14bf555644a9" /><Relationship Type="http://schemas.openxmlformats.org/officeDocument/2006/relationships/notesSlide" Target="/ppt/notesSlides/notesSlide3.xml" Id="Re2ae25a03cf7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d5d1ee99c4488c" /><Relationship Type="http://schemas.openxmlformats.org/officeDocument/2006/relationships/notesSlide" Target="/ppt/notesSlides/notesSlide4.xml" Id="Rc7b5cd9cc8614c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7262a64b4478c" /><Relationship Type="http://schemas.openxmlformats.org/officeDocument/2006/relationships/notesSlide" Target="/ppt/notesSlides/notesSlide5.xml" Id="R5165b1e21e924e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99ec1d6cc74084" /><Relationship Type="http://schemas.openxmlformats.org/officeDocument/2006/relationships/notesSlide" Target="/ppt/notesSlides/notesSlide6.xml" Id="R771697fd4c7146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34b3298ee34caf" /><Relationship Type="http://schemas.openxmlformats.org/officeDocument/2006/relationships/notesSlide" Target="/ppt/notesSlides/notesSlide7.xml" Id="Rb02219edd4b049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6c16051c5c4e05" /><Relationship Type="http://schemas.openxmlformats.org/officeDocument/2006/relationships/notesSlide" Target="/ppt/notesSlides/notesSlide8.xml" Id="R10996c09f1c54d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835b9c7bb4e43" /><Relationship Type="http://schemas.openxmlformats.org/officeDocument/2006/relationships/notesSlide" Target="/ppt/notesSlides/notesSlide9.xml" Id="R65e05557bf3348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9ca3f1aaf54a60" /><Relationship Type="http://schemas.openxmlformats.org/officeDocument/2006/relationships/notesSlide" Target="/ppt/notesSlides/notesSlide10.xml" Id="Rc837259841c545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14bc4b8baf4385" /><Relationship Type="http://schemas.openxmlformats.org/officeDocument/2006/relationships/notesSlide" Target="/ppt/notesSlides/notesSlide11.xml" Id="Rd8ff2e6d682645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7532a769814038" /><Relationship Type="http://schemas.openxmlformats.org/officeDocument/2006/relationships/notesSlide" Target="/ppt/notesSlides/notesSlide12.xml" Id="R39e918f4602a43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eeca29f594595" /><Relationship Type="http://schemas.openxmlformats.org/officeDocument/2006/relationships/notesSlide" Target="/ppt/notesSlides/notesSlide13.xml" Id="R35b46e46bf4e40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8f8a1ec9564ad3" /><Relationship Type="http://schemas.openxmlformats.org/officeDocument/2006/relationships/notesSlide" Target="/ppt/notesSlides/notesSlide14.xml" Id="Ra6d50e32299c40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faf8fb48145df" /><Relationship Type="http://schemas.openxmlformats.org/officeDocument/2006/relationships/notesSlide" Target="/ppt/notesSlides/notesSlide15.xml" Id="Rfcc2b162076243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d5cc93b014200" /><Relationship Type="http://schemas.openxmlformats.org/officeDocument/2006/relationships/notesSlide" Target="/ppt/notesSlides/notesSlide16.xml" Id="R498f191ba33546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45ba6f16e4f1c" /><Relationship Type="http://schemas.openxmlformats.org/officeDocument/2006/relationships/notesSlide" Target="/ppt/notesSlides/notesSlide17.xml" Id="R74e4b83867aa49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1ecf5a3fc24259" /><Relationship Type="http://schemas.openxmlformats.org/officeDocument/2006/relationships/notesSlide" Target="/ppt/notesSlides/notesSlide18.xml" Id="Ra53be059645049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46ea4d6cf64bed" /><Relationship Type="http://schemas.openxmlformats.org/officeDocument/2006/relationships/notesSlide" Target="/ppt/notesSlides/notesSlide19.xml" Id="R0d72d0d25a9f42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bad98cbca74fb8" /><Relationship Type="http://schemas.openxmlformats.org/officeDocument/2006/relationships/notesSlide" Target="/ppt/notesSlides/notesSlide20.xml" Id="R3bb3f814eba74f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7ea3f9c0745a5" /><Relationship Type="http://schemas.openxmlformats.org/officeDocument/2006/relationships/notesSlide" Target="/ppt/notesSlides/notesSlide21.xml" Id="Rc3af25a6d2854d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aec5deed974c3c" /><Relationship Type="http://schemas.openxmlformats.org/officeDocument/2006/relationships/notesSlide" Target="/ppt/notesSlides/notesSlide22.xml" Id="R0ff621df564043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3cb6a48694fbd" /><Relationship Type="http://schemas.openxmlformats.org/officeDocument/2006/relationships/notesSlide" Target="/ppt/notesSlides/notesSlide23.xml" Id="R794594d7791349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f66fda7534de5" /><Relationship Type="http://schemas.openxmlformats.org/officeDocument/2006/relationships/notesSlide" Target="/ppt/notesSlides/notesSlide24.xml" Id="R93ba8664325441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38dfc763b42ca" /><Relationship Type="http://schemas.openxmlformats.org/officeDocument/2006/relationships/notesSlide" Target="/ppt/notesSlides/notesSlide25.xml" Id="R0b2a2154b84e41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">
            <a:extLst xmlns:a="http://schemas.openxmlformats.org/drawingml/2006/main">
              <a:ext uri="{FF2B5EF4-FFF2-40B4-BE49-F238E27FC236}">
                <a16:creationId xmlns:a16="http://schemas.microsoft.com/office/drawing/2014/main" id="{3180C061-53B4-4AD0-BB66-EA0BCB62BF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0850" y="1382650"/>
            <a:ext cx="7772400" cy="11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CISC 667 </a:t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Introduction to Autonomous Driving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7" name="Google Shape;77;p1">
            <a:extLst xmlns:a="http://schemas.openxmlformats.org/drawingml/2006/main">
              <a:ext uri="{FF2B5EF4-FFF2-40B4-BE49-F238E27FC236}">
                <a16:creationId xmlns:a16="http://schemas.microsoft.com/office/drawing/2014/main" id="{15826BDC-7364-4E4F-B773-DBF08ADCEC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0850" y="2859025"/>
            <a:ext cx="7772400" cy="11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Lecture 8</a:t>
            </a:r>
            <a:endParaRPr sz="18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Nov 10, 2025</a:t>
            </a:r>
            <a:endParaRPr sz="1800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95838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8524A785-E89B-41FC-B50B-D0D93F1B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5FD5053-D705-43EB-9608-316E85EEE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4FE81AFB-390E-4F08-92EE-D38BE7314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838893"/>
      </p:ext>
    </p:extLst>
  </p:cSld>
</p:sld>
</file>

<file path=ppt/theme/theme1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2026-09-01T19:58:35.0430000Z</dcterms:created>
  <dcterms:modified xsi:type="dcterms:W3CDTF">2026-09-01T19:58:35.0430000Z</dcterms:modified>
</coreProperties>
</file>