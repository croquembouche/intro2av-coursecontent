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e24097eb104ff5" /><Relationship Type="http://schemas.openxmlformats.org/officeDocument/2006/relationships/extended-properties" Target="/docProps/app.xml" Id="R6bd55a2280954f9a" /><Relationship Type="http://schemas.openxmlformats.org/officeDocument/2006/relationships/officeDocument" Target="/ppt/presentation.xml" Id="R3bc55a18c7e940f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a9aa56da47946e0"/>
  </p:sldMasterIdLst>
  <p:notesMasterIdLst>
    <p:notesMasterId xmlns:r="http://schemas.openxmlformats.org/officeDocument/2006/relationships" r:id="Rb747059af6e94a3b"/>
  </p:notesMasterIdLst>
  <p:sldIdLst>
    <p:sldId xmlns:r="http://schemas.openxmlformats.org/officeDocument/2006/relationships" id="256" r:id="Ra2783a2c7d8d49bb"/>
    <p:sldId xmlns:r="http://schemas.openxmlformats.org/officeDocument/2006/relationships" id="257" r:id="R3ddbacb65e1f4262"/>
    <p:sldId xmlns:r="http://schemas.openxmlformats.org/officeDocument/2006/relationships" id="258" r:id="Rfa79e0b101cb49d2"/>
    <p:sldId xmlns:r="http://schemas.openxmlformats.org/officeDocument/2006/relationships" id="259" r:id="Rb3962a6d61cb4e1d"/>
    <p:sldId xmlns:r="http://schemas.openxmlformats.org/officeDocument/2006/relationships" id="260" r:id="R77dc7a60e77f473a"/>
    <p:sldId xmlns:r="http://schemas.openxmlformats.org/officeDocument/2006/relationships" id="261" r:id="R6ec7bfdbbeaf4841"/>
    <p:sldId xmlns:r="http://schemas.openxmlformats.org/officeDocument/2006/relationships" id="262" r:id="R2ab706bf18ed40f8"/>
    <p:sldId xmlns:r="http://schemas.openxmlformats.org/officeDocument/2006/relationships" id="263" r:id="Ra531e9e633414f11"/>
    <p:sldId xmlns:r="http://schemas.openxmlformats.org/officeDocument/2006/relationships" id="264" r:id="R43fe2b082e8b4776"/>
    <p:sldId xmlns:r="http://schemas.openxmlformats.org/officeDocument/2006/relationships" id="265" r:id="R070e7f32eab3448c"/>
    <p:sldId xmlns:r="http://schemas.openxmlformats.org/officeDocument/2006/relationships" id="266" r:id="R4ec9f4c50d554849"/>
    <p:sldId xmlns:r="http://schemas.openxmlformats.org/officeDocument/2006/relationships" id="267" r:id="Rb390ad67e0b14e16"/>
    <p:sldId xmlns:r="http://schemas.openxmlformats.org/officeDocument/2006/relationships" id="268" r:id="Rb524627cbf504e2a"/>
    <p:sldId xmlns:r="http://schemas.openxmlformats.org/officeDocument/2006/relationships" id="269" r:id="R25e60d4a87c047a7"/>
    <p:sldId xmlns:r="http://schemas.openxmlformats.org/officeDocument/2006/relationships" id="270" r:id="Rc176673678554f4d"/>
    <p:sldId xmlns:r="http://schemas.openxmlformats.org/officeDocument/2006/relationships" id="271" r:id="R1508fcf18d5b4019"/>
    <p:sldId xmlns:r="http://schemas.openxmlformats.org/officeDocument/2006/relationships" id="272" r:id="R179208ffcb7741fc"/>
    <p:sldId xmlns:r="http://schemas.openxmlformats.org/officeDocument/2006/relationships" id="273" r:id="R13b37fe156fd4a9b"/>
    <p:sldId xmlns:r="http://schemas.openxmlformats.org/officeDocument/2006/relationships" id="274" r:id="R58b97cbde2034c7c"/>
    <p:sldId xmlns:r="http://schemas.openxmlformats.org/officeDocument/2006/relationships" id="275" r:id="R9ec7d6694f1147f6"/>
    <p:sldId xmlns:r="http://schemas.openxmlformats.org/officeDocument/2006/relationships" id="276" r:id="Ref66d00880184c47"/>
    <p:sldId xmlns:r="http://schemas.openxmlformats.org/officeDocument/2006/relationships" id="277" r:id="R0b429b4b22d1457d"/>
    <p:sldId xmlns:r="http://schemas.openxmlformats.org/officeDocument/2006/relationships" id="278" r:id="R5f7a5c4c2d6d4ada"/>
    <p:sldId xmlns:r="http://schemas.openxmlformats.org/officeDocument/2006/relationships" id="279" r:id="Rdeb85e6129154631"/>
    <p:sldId xmlns:r="http://schemas.openxmlformats.org/officeDocument/2006/relationships" id="280" r:id="R342b208fe5804d9b"/>
    <p:sldId xmlns:r="http://schemas.openxmlformats.org/officeDocument/2006/relationships" id="281" r:id="Reb186f7e22414c12"/>
    <p:sldId xmlns:r="http://schemas.openxmlformats.org/officeDocument/2006/relationships" id="282" r:id="Ra861296c26604f82"/>
    <p:sldId xmlns:r="http://schemas.openxmlformats.org/officeDocument/2006/relationships" id="283" r:id="R5dd61407e9c94aa0"/>
    <p:sldId xmlns:r="http://schemas.openxmlformats.org/officeDocument/2006/relationships" id="284" r:id="Rd228fbdc66db4ea6"/>
    <p:sldId xmlns:r="http://schemas.openxmlformats.org/officeDocument/2006/relationships" id="285" r:id="R3ebafdf3251d458b"/>
    <p:sldId xmlns:r="http://schemas.openxmlformats.org/officeDocument/2006/relationships" id="286" r:id="R322f61472ae649aa"/>
    <p:sldId xmlns:r="http://schemas.openxmlformats.org/officeDocument/2006/relationships" id="287" r:id="R433aa26eceb44d8e"/>
  </p:sldIdLst>
  <p:sldSz cx="9144000" cy="5143500"/>
  <p:notesSz cx="6858000" cy="9144000"/>
  <p:embeddedFontLst>
    <p:embeddedFont>
      <p:font typeface="Helvetica Neue"/>
      <p:regular xmlns:r="http://schemas.openxmlformats.org/officeDocument/2006/relationships" r:id="Rb03e86563b894f91"/>
      <p:bold xmlns:r="http://schemas.openxmlformats.org/officeDocument/2006/relationships" r:id="Rc4544a56b4e84aa5"/>
      <p:italic xmlns:r="http://schemas.openxmlformats.org/officeDocument/2006/relationships" r:id="Rc6b340e40b91483e"/>
      <p:boldItalic xmlns:r="http://schemas.openxmlformats.org/officeDocument/2006/relationships" r:id="R2a3e55de1113409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b25413f8824a74" /><Relationship Type="http://schemas.openxmlformats.org/officeDocument/2006/relationships/slideMaster" Target="/ppt/slideMasters/slideMaster1.xml" Id="R1a9aa56da47946e0" /><Relationship Type="http://schemas.openxmlformats.org/officeDocument/2006/relationships/notesMaster" Target="/ppt/notesMasters/notesMaster1.xml" Id="Rb747059af6e94a3b" /><Relationship Type="http://schemas.openxmlformats.org/officeDocument/2006/relationships/presProps" Target="/ppt/presProps.xml" Id="Re7c3474f25414091" /><Relationship Type="http://schemas.openxmlformats.org/officeDocument/2006/relationships/viewProps" Target="/ppt/viewProps.xml" Id="Rbf43a6c0dd584a10" /><Relationship Type="http://schemas.openxmlformats.org/officeDocument/2006/relationships/tableStyles" Target="/ppt/tableStyles.xml" Id="Rc3c15e4a70114b9a" /><Relationship Type="http://schemas.openxmlformats.org/officeDocument/2006/relationships/font" Target="/ppt/fonts/font.dat" Id="Rb03e86563b894f91" /><Relationship Type="http://schemas.openxmlformats.org/officeDocument/2006/relationships/font" Target="/ppt/fonts/font2.dat" Id="Rc4544a56b4e84aa5" /><Relationship Type="http://schemas.openxmlformats.org/officeDocument/2006/relationships/font" Target="/ppt/fonts/font3.dat" Id="Rc6b340e40b91483e" /><Relationship Type="http://schemas.openxmlformats.org/officeDocument/2006/relationships/font" Target="/ppt/fonts/font4.dat" Id="R2a3e55de11134095" /><Relationship Type="http://schemas.openxmlformats.org/officeDocument/2006/relationships/slide" Target="/ppt/slides/slide1.xml" Id="Ra2783a2c7d8d49bb" /><Relationship Type="http://schemas.openxmlformats.org/officeDocument/2006/relationships/slide" Target="/ppt/slides/slide2.xml" Id="R3ddbacb65e1f4262" /><Relationship Type="http://schemas.openxmlformats.org/officeDocument/2006/relationships/slide" Target="/ppt/slides/slide3.xml" Id="Rfa79e0b101cb49d2" /><Relationship Type="http://schemas.openxmlformats.org/officeDocument/2006/relationships/slide" Target="/ppt/slides/slide4.xml" Id="Rb3962a6d61cb4e1d" /><Relationship Type="http://schemas.openxmlformats.org/officeDocument/2006/relationships/slide" Target="/ppt/slides/slide5.xml" Id="R77dc7a60e77f473a" /><Relationship Type="http://schemas.openxmlformats.org/officeDocument/2006/relationships/slide" Target="/ppt/slides/slide6.xml" Id="R6ec7bfdbbeaf4841" /><Relationship Type="http://schemas.openxmlformats.org/officeDocument/2006/relationships/slide" Target="/ppt/slides/slide7.xml" Id="R2ab706bf18ed40f8" /><Relationship Type="http://schemas.openxmlformats.org/officeDocument/2006/relationships/slide" Target="/ppt/slides/slide8.xml" Id="Ra531e9e633414f11" /><Relationship Type="http://schemas.openxmlformats.org/officeDocument/2006/relationships/slide" Target="/ppt/slides/slide9.xml" Id="R43fe2b082e8b4776" /><Relationship Type="http://schemas.openxmlformats.org/officeDocument/2006/relationships/slide" Target="/ppt/slides/slide10.xml" Id="R070e7f32eab3448c" /><Relationship Type="http://schemas.openxmlformats.org/officeDocument/2006/relationships/slide" Target="/ppt/slides/slide11.xml" Id="R4ec9f4c50d554849" /><Relationship Type="http://schemas.openxmlformats.org/officeDocument/2006/relationships/slide" Target="/ppt/slides/slide12.xml" Id="Rb390ad67e0b14e16" /><Relationship Type="http://schemas.openxmlformats.org/officeDocument/2006/relationships/slide" Target="/ppt/slides/slide13.xml" Id="Rb524627cbf504e2a" /><Relationship Type="http://schemas.openxmlformats.org/officeDocument/2006/relationships/slide" Target="/ppt/slides/slide14.xml" Id="R25e60d4a87c047a7" /><Relationship Type="http://schemas.openxmlformats.org/officeDocument/2006/relationships/slide" Target="/ppt/slides/slide15.xml" Id="Rc176673678554f4d" /><Relationship Type="http://schemas.openxmlformats.org/officeDocument/2006/relationships/slide" Target="/ppt/slides/slide16.xml" Id="R1508fcf18d5b4019" /><Relationship Type="http://schemas.openxmlformats.org/officeDocument/2006/relationships/slide" Target="/ppt/slides/slide17.xml" Id="R179208ffcb7741fc" /><Relationship Type="http://schemas.openxmlformats.org/officeDocument/2006/relationships/slide" Target="/ppt/slides/slide18.xml" Id="R13b37fe156fd4a9b" /><Relationship Type="http://schemas.openxmlformats.org/officeDocument/2006/relationships/slide" Target="/ppt/slides/slide19.xml" Id="R58b97cbde2034c7c" /><Relationship Type="http://schemas.openxmlformats.org/officeDocument/2006/relationships/slide" Target="/ppt/slides/slide20.xml" Id="R9ec7d6694f1147f6" /><Relationship Type="http://schemas.openxmlformats.org/officeDocument/2006/relationships/slide" Target="/ppt/slides/slide21.xml" Id="Ref66d00880184c47" /><Relationship Type="http://schemas.openxmlformats.org/officeDocument/2006/relationships/slide" Target="/ppt/slides/slide22.xml" Id="R0b429b4b22d1457d" /><Relationship Type="http://schemas.openxmlformats.org/officeDocument/2006/relationships/slide" Target="/ppt/slides/slide23.xml" Id="R5f7a5c4c2d6d4ada" /><Relationship Type="http://schemas.openxmlformats.org/officeDocument/2006/relationships/slide" Target="/ppt/slides/slide24.xml" Id="Rdeb85e6129154631" /><Relationship Type="http://schemas.openxmlformats.org/officeDocument/2006/relationships/slide" Target="/ppt/slides/slide25.xml" Id="R342b208fe5804d9b" /><Relationship Type="http://schemas.openxmlformats.org/officeDocument/2006/relationships/slide" Target="/ppt/slides/slide26.xml" Id="Reb186f7e22414c12" /><Relationship Type="http://schemas.openxmlformats.org/officeDocument/2006/relationships/slide" Target="/ppt/slides/slide27.xml" Id="Ra861296c26604f82" /><Relationship Type="http://schemas.openxmlformats.org/officeDocument/2006/relationships/slide" Target="/ppt/slides/slide28.xml" Id="R5dd61407e9c94aa0" /><Relationship Type="http://schemas.openxmlformats.org/officeDocument/2006/relationships/slide" Target="/ppt/slides/slide29.xml" Id="Rd228fbdc66db4ea6" /><Relationship Type="http://schemas.openxmlformats.org/officeDocument/2006/relationships/slide" Target="/ppt/slides/slide30.xml" Id="R3ebafdf3251d458b" /><Relationship Type="http://schemas.openxmlformats.org/officeDocument/2006/relationships/slide" Target="/ppt/slides/slide31.xml" Id="R322f61472ae649aa" /><Relationship Type="http://schemas.openxmlformats.org/officeDocument/2006/relationships/slide" Target="/ppt/slides/slide32.xml" Id="R433aa26eceb44d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7e6637ed91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56e0d2247c48b1" /><Relationship Type="http://schemas.openxmlformats.org/officeDocument/2006/relationships/notesMaster" Target="/ppt/notesMasters/notesMaster1.xml" Id="Rf7ad7a838df84d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98cfd8efee470d" /><Relationship Type="http://schemas.openxmlformats.org/officeDocument/2006/relationships/notesMaster" Target="/ppt/notesMasters/notesMaster1.xml" Id="R75aac9460cbe47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2a2871bee947b2" /><Relationship Type="http://schemas.openxmlformats.org/officeDocument/2006/relationships/notesMaster" Target="/ppt/notesMasters/notesMaster1.xml" Id="R525b500c7a214b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417bcc86254da0" /><Relationship Type="http://schemas.openxmlformats.org/officeDocument/2006/relationships/notesMaster" Target="/ppt/notesMasters/notesMaster1.xml" Id="R04418180561448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f0c1f783c94039" /><Relationship Type="http://schemas.openxmlformats.org/officeDocument/2006/relationships/notesMaster" Target="/ppt/notesMasters/notesMaster1.xml" Id="R5f8edb148f654c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6db1be3314b07" /><Relationship Type="http://schemas.openxmlformats.org/officeDocument/2006/relationships/notesMaster" Target="/ppt/notesMasters/notesMaster1.xml" Id="R61eccbe9421349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0af8b5c3c84893" /><Relationship Type="http://schemas.openxmlformats.org/officeDocument/2006/relationships/notesMaster" Target="/ppt/notesMasters/notesMaster1.xml" Id="Raf9c490f53b240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156fe4f8b84ac0" /><Relationship Type="http://schemas.openxmlformats.org/officeDocument/2006/relationships/notesMaster" Target="/ppt/notesMasters/notesMaster1.xml" Id="Rcbf53a289bd14a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7a07fd193547c0" /><Relationship Type="http://schemas.openxmlformats.org/officeDocument/2006/relationships/notesMaster" Target="/ppt/notesMasters/notesMaster1.xml" Id="R1634a9d454e342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69176c829f41f3" /><Relationship Type="http://schemas.openxmlformats.org/officeDocument/2006/relationships/notesMaster" Target="/ppt/notesMasters/notesMaster1.xml" Id="R8c765875da5042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c44173aa274e8d" /><Relationship Type="http://schemas.openxmlformats.org/officeDocument/2006/relationships/notesMaster" Target="/ppt/notesMasters/notesMaster1.xml" Id="R99cb6737d1d144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0b2dde1f144cc1" /><Relationship Type="http://schemas.openxmlformats.org/officeDocument/2006/relationships/notesMaster" Target="/ppt/notesMasters/notesMaster1.xml" Id="R1f90d67b08da49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abf0245fc042ee" /><Relationship Type="http://schemas.openxmlformats.org/officeDocument/2006/relationships/notesMaster" Target="/ppt/notesMasters/notesMaster1.xml" Id="R852b80863e3446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bc09298a7d4378" /><Relationship Type="http://schemas.openxmlformats.org/officeDocument/2006/relationships/notesMaster" Target="/ppt/notesMasters/notesMaster1.xml" Id="R4efde28aaaa143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05aa1718c9431e" /><Relationship Type="http://schemas.openxmlformats.org/officeDocument/2006/relationships/notesMaster" Target="/ppt/notesMasters/notesMaster1.xml" Id="Rbb154ca652d94a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a0c51dd4834357" /><Relationship Type="http://schemas.openxmlformats.org/officeDocument/2006/relationships/notesMaster" Target="/ppt/notesMasters/notesMaster1.xml" Id="Rbe10eb60a3b14b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9d3955274f4f24" /><Relationship Type="http://schemas.openxmlformats.org/officeDocument/2006/relationships/notesMaster" Target="/ppt/notesMasters/notesMaster1.xml" Id="R22f12f67397046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aec3858e284ac6" /><Relationship Type="http://schemas.openxmlformats.org/officeDocument/2006/relationships/notesMaster" Target="/ppt/notesMasters/notesMaster1.xml" Id="R79a919a9036240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eb2270588747f5" /><Relationship Type="http://schemas.openxmlformats.org/officeDocument/2006/relationships/notesMaster" Target="/ppt/notesMasters/notesMaster1.xml" Id="R7eec04c310164f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56c7173e8a41b9" /><Relationship Type="http://schemas.openxmlformats.org/officeDocument/2006/relationships/notesMaster" Target="/ppt/notesMasters/notesMaster1.xml" Id="R660b620ad46a48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4f6e09b3d7429e" /><Relationship Type="http://schemas.openxmlformats.org/officeDocument/2006/relationships/notesMaster" Target="/ppt/notesMasters/notesMaster1.xml" Id="R624e5e0ca74744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962eeffe97496d" /><Relationship Type="http://schemas.openxmlformats.org/officeDocument/2006/relationships/notesMaster" Target="/ppt/notesMasters/notesMaster1.xml" Id="Raef98d82d2d343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ed4e5f48d74ad7" /><Relationship Type="http://schemas.openxmlformats.org/officeDocument/2006/relationships/notesMaster" Target="/ppt/notesMasters/notesMaster1.xml" Id="R1ccdd3e810444a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83489f7f52e4323" /><Relationship Type="http://schemas.openxmlformats.org/officeDocument/2006/relationships/notesMaster" Target="/ppt/notesMasters/notesMaster1.xml" Id="R54011c12f9d54d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33e64a823f94ef1" /><Relationship Type="http://schemas.openxmlformats.org/officeDocument/2006/relationships/notesMaster" Target="/ppt/notesMasters/notesMaster1.xml" Id="R51244c49c8774ca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f9a007480844c5" /><Relationship Type="http://schemas.openxmlformats.org/officeDocument/2006/relationships/notesMaster" Target="/ppt/notesMasters/notesMaster1.xml" Id="Rd84bdd1baaf9480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b5232723e524565" /><Relationship Type="http://schemas.openxmlformats.org/officeDocument/2006/relationships/notesMaster" Target="/ppt/notesMasters/notesMaster1.xml" Id="R411a5773c97f4e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e1c88a1c5d4137" /><Relationship Type="http://schemas.openxmlformats.org/officeDocument/2006/relationships/notesMaster" Target="/ppt/notesMasters/notesMaster1.xml" Id="Re2426887fcbc49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df57b96dafe43b2" /><Relationship Type="http://schemas.openxmlformats.org/officeDocument/2006/relationships/notesMaster" Target="/ppt/notesMasters/notesMaster1.xml" Id="R271e327eebff4c9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da0e7878254480f" /><Relationship Type="http://schemas.openxmlformats.org/officeDocument/2006/relationships/notesMaster" Target="/ppt/notesMasters/notesMaster1.xml" Id="R3d96e4c5de3a401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c91d0e8299f476f" /><Relationship Type="http://schemas.openxmlformats.org/officeDocument/2006/relationships/notesMaster" Target="/ppt/notesMasters/notesMaster1.xml" Id="R6ef27ea6e4594ce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80855dd21c4ac7" /><Relationship Type="http://schemas.openxmlformats.org/officeDocument/2006/relationships/notesMaster" Target="/ppt/notesMasters/notesMaster1.xml" Id="Rebed92af99fc40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7add10f95456b" /><Relationship Type="http://schemas.openxmlformats.org/officeDocument/2006/relationships/image" Target="/ppt/media/image.jpeg" Id="R73b63b51d65444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3967317464934" /><Relationship Type="http://schemas.openxmlformats.org/officeDocument/2006/relationships/image" Target="/ppt/media/image.png" Id="Rb8fecadc3fa446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8864b200943f2" /><Relationship Type="http://schemas.openxmlformats.org/officeDocument/2006/relationships/image" Target="/ppt/media/image2.jpeg" Id="Rb5c45b6d3c624c4c" /><Relationship Type="http://schemas.openxmlformats.org/officeDocument/2006/relationships/image" Target="/ppt/media/image.png" Id="R85549a77bdee4f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752ff14974a83" /><Relationship Type="http://schemas.openxmlformats.org/officeDocument/2006/relationships/image" Target="/ppt/media/image2.jpeg" Id="R5c4b8333194040ee" /><Relationship Type="http://schemas.openxmlformats.org/officeDocument/2006/relationships/image" Target="/ppt/media/image.png" Id="R488d71d91d4d42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7d7e11e834f36" /><Relationship Type="http://schemas.openxmlformats.org/officeDocument/2006/relationships/image" Target="/ppt/media/image2.jpeg" Id="R511a615925d34ab3" /><Relationship Type="http://schemas.openxmlformats.org/officeDocument/2006/relationships/image" Target="/ppt/media/image.png" Id="R145e9c23c3554c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627977e1242b9" /><Relationship Type="http://schemas.openxmlformats.org/officeDocument/2006/relationships/image" Target="/ppt/media/image2.jpeg" Id="R69fcc380134949a9" /><Relationship Type="http://schemas.openxmlformats.org/officeDocument/2006/relationships/image" Target="/ppt/media/image.png" Id="R01fd0186b41e44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91da079164c46" /><Relationship Type="http://schemas.openxmlformats.org/officeDocument/2006/relationships/image" Target="/ppt/media/image2.jpeg" Id="R080f036ad8d24a84" /><Relationship Type="http://schemas.openxmlformats.org/officeDocument/2006/relationships/image" Target="/ppt/media/image.png" Id="Rbbcdc062199440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51403a4ab4301" /><Relationship Type="http://schemas.openxmlformats.org/officeDocument/2006/relationships/image" Target="/ppt/media/image2.jpeg" Id="R094b6481063047f4" /><Relationship Type="http://schemas.openxmlformats.org/officeDocument/2006/relationships/image" Target="/ppt/media/image.png" Id="Rd164066e5000429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6d83c560d45dd" /><Relationship Type="http://schemas.openxmlformats.org/officeDocument/2006/relationships/image" Target="/ppt/media/image2.jpeg" Id="R34362ff8a87c4e62" /><Relationship Type="http://schemas.openxmlformats.org/officeDocument/2006/relationships/image" Target="/ppt/media/image.png" Id="R519952d316c34ad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4c97f9d9f4975" /><Relationship Type="http://schemas.openxmlformats.org/officeDocument/2006/relationships/image" Target="/ppt/media/image2.jpeg" Id="R0c895dfe84804904" /><Relationship Type="http://schemas.openxmlformats.org/officeDocument/2006/relationships/image" Target="/ppt/media/image.png" Id="Rbee4df0b916d4e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2cdb6fdf845c6" /><Relationship Type="http://schemas.openxmlformats.org/officeDocument/2006/relationships/image" Target="/ppt/media/image2.jpeg" Id="R380ea2030ed849b5" /><Relationship Type="http://schemas.openxmlformats.org/officeDocument/2006/relationships/image" Target="/ppt/media/image.png" Id="R26c4744bf7e34c2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3fea9e74b488a" /><Relationship Type="http://schemas.openxmlformats.org/officeDocument/2006/relationships/image" Target="/ppt/media/image2.jpeg" Id="R923d2eedcf234b52" /><Relationship Type="http://schemas.openxmlformats.org/officeDocument/2006/relationships/image" Target="/ppt/media/image.png" Id="R91b9a8415a3c4ed4" /></Relationships>
</file>

<file path=ppt/slideLayouts/slideLayout1.xml><?xml version="1.0" encoding="utf-8"?>
<p:sldLayout xmlns:p="http://schemas.openxmlformats.org/presentationml/2006/main" matchingName="Title Slide" type="title">
  <p:cSld name="TITLE">
    <p:bg>
      <p:bgPr>
        <a:blipFill xmlns:a="http://schemas.openxmlformats.org/drawingml/2006/main">
          <a:blip xmlns:r="http://schemas.openxmlformats.org/officeDocument/2006/relationships" r:embed="R73b63b51d65444e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5">
            <a:extLst xmlns:a="http://schemas.openxmlformats.org/drawingml/2006/main">
              <a:ext uri="{FF2B5EF4-FFF2-40B4-BE49-F238E27FC236}">
                <a16:creationId xmlns:a16="http://schemas.microsoft.com/office/drawing/2014/main" id="{157F8516-4E9A-4655-9E76-5A9DFE36F1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5">
            <a:extLst xmlns:a="http://schemas.openxmlformats.org/drawingml/2006/main">
              <a:ext uri="{FF2B5EF4-FFF2-40B4-BE49-F238E27FC236}">
                <a16:creationId xmlns:a16="http://schemas.microsoft.com/office/drawing/2014/main" id="{05953B8B-4176-4373-9D38-0BA9B820F5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6">
            <a:extLst xmlns:a="http://schemas.openxmlformats.org/drawingml/2006/main">
              <a:ext uri="{FF2B5EF4-FFF2-40B4-BE49-F238E27FC236}">
                <a16:creationId xmlns:a16="http://schemas.microsoft.com/office/drawing/2014/main" id="{CA7F72D0-4F21-47CE-8589-B3A062E6B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6">
            <a:extLst xmlns:a="http://schemas.openxmlformats.org/drawingml/2006/main">
              <a:ext uri="{FF2B5EF4-FFF2-40B4-BE49-F238E27FC236}">
                <a16:creationId xmlns:a16="http://schemas.microsoft.com/office/drawing/2014/main" id="{D45F4002-8928-4621-B0AC-CF2B00C361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•"/>
              <a:defRPr>
                <a:solidFill>
                  <a:srgbClr val="006096"/>
                </a:solidFill>
              </a:defRPr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–"/>
              <a:defRPr>
                <a:solidFill>
                  <a:srgbClr val="006096"/>
                </a:solidFill>
              </a:defRPr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096"/>
              </a:buClr>
              <a:buSzPts val="1800"/>
              <a:buChar char="»"/>
              <a:defRPr>
                <a:solidFill>
                  <a:srgbClr val="006096"/>
                </a:solidFill>
              </a:defRPr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" name="Google Shape;19;p6">
            <a:extLst xmlns:a="http://schemas.openxmlformats.org/drawingml/2006/main">
              <a:ext uri="{FF2B5EF4-FFF2-40B4-BE49-F238E27FC236}">
                <a16:creationId xmlns:a16="http://schemas.microsoft.com/office/drawing/2014/main" id="{AC4CCDEC-1DC0-4A5A-85B4-38F0551A1D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24" name="Google Shape;2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fecadc3fa446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Custom Layout">
  <p:cSld name="Custom Layout">
    <p:bg>
      <p:bgPr>
        <a:blipFill xmlns:a="http://schemas.openxmlformats.org/drawingml/2006/main">
          <a:blip xmlns:r="http://schemas.openxmlformats.org/officeDocument/2006/relationships" r:embed="Rb5c45b6d3c624c4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7">
            <a:extLst xmlns:a="http://schemas.openxmlformats.org/drawingml/2006/main">
              <a:ext uri="{FF2B5EF4-FFF2-40B4-BE49-F238E27FC236}">
                <a16:creationId xmlns:a16="http://schemas.microsoft.com/office/drawing/2014/main" id="{3A3F76B3-3068-48F4-81F6-24A9B2DC0C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1440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7">
            <a:extLst xmlns:a="http://schemas.openxmlformats.org/drawingml/2006/main">
              <a:ext uri="{FF2B5EF4-FFF2-40B4-BE49-F238E27FC236}">
                <a16:creationId xmlns:a16="http://schemas.microsoft.com/office/drawing/2014/main" id="{F2993406-37CB-4770-A06A-D6F58D2C4E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7" name="Google Shape;24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549a77bdee4f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bg>
      <p:bgPr>
        <a:blipFill xmlns:a="http://schemas.openxmlformats.org/drawingml/2006/main">
          <a:blip xmlns:r="http://schemas.openxmlformats.org/officeDocument/2006/relationships" r:embed="R5c4b8333194040e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4F20680E-7189-4E8E-A10F-5AA83C89C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2477691"/>
            <a:ext cx="7772400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cap="none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58C95736-3565-49A1-8DCB-EE0C2C66F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1352550"/>
            <a:ext cx="77724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191DA7F1-B634-4E94-AB28-BB4D13A125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3" name="Google Shape;2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8d71d91d4d42d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bg>
      <p:bgPr>
        <a:blipFill xmlns:a="http://schemas.openxmlformats.org/drawingml/2006/main">
          <a:blip xmlns:r="http://schemas.openxmlformats.org/officeDocument/2006/relationships" r:embed="R511a615925d34ab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DCC55CB8-39AE-4C74-88FB-4EEFB036F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143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9">
            <a:extLst xmlns:a="http://schemas.openxmlformats.org/drawingml/2006/main">
              <a:ext uri="{FF2B5EF4-FFF2-40B4-BE49-F238E27FC236}">
                <a16:creationId xmlns:a16="http://schemas.microsoft.com/office/drawing/2014/main" id="{9359EBB7-0307-4560-BF82-8C975AAF3A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085851"/>
            <a:ext cx="4038600" cy="3108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3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80CF91F8-E298-44E2-80D6-27DB34BF21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085851"/>
            <a:ext cx="4038600" cy="3108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4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C9364362-20F2-4973-A664-A24C327964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0" name="Google Shape;3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5e9c23c3554c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Comparison">
  <p:cSld name="Comparison">
    <p:bg>
      <p:bgPr>
        <a:blipFill xmlns:a="http://schemas.openxmlformats.org/drawingml/2006/main">
          <a:blip xmlns:r="http://schemas.openxmlformats.org/officeDocument/2006/relationships" r:embed="R69fcc380134949a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21B90B07-62C6-48C2-9171-F20A7326FA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514350"/>
            <a:ext cx="4040188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CE18C01C-E627-468D-8F23-96774A1F6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288255"/>
            <a:ext cx="4040188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8B856C52-5D3F-47FF-801C-52DBC5A7D8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514350"/>
            <a:ext cx="4041775" cy="773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0" name="Google Shape;40;p10">
            <a:extLst xmlns:a="http://schemas.openxmlformats.org/drawingml/2006/main">
              <a:ext uri="{FF2B5EF4-FFF2-40B4-BE49-F238E27FC236}">
                <a16:creationId xmlns:a16="http://schemas.microsoft.com/office/drawing/2014/main" id="{94D2284E-5C23-456D-8C6E-71F555810BA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6" y="1288255"/>
            <a:ext cx="4041775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1" name="Google Shape;41;p10">
            <a:extLst xmlns:a="http://schemas.openxmlformats.org/drawingml/2006/main">
              <a:ext uri="{FF2B5EF4-FFF2-40B4-BE49-F238E27FC236}">
                <a16:creationId xmlns:a16="http://schemas.microsoft.com/office/drawing/2014/main" id="{891B070B-5E2A-4B8C-8CD6-EF8E286E4C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8" name="Google Shape;4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fd0186b41e44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bg>
      <p:bgPr>
        <a:blipFill xmlns:a="http://schemas.openxmlformats.org/drawingml/2006/main">
          <a:blip xmlns:r="http://schemas.openxmlformats.org/officeDocument/2006/relationships" r:embed="R080f036ad8d24a8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684FD4D8-9F8F-4A22-9C61-279AD65A46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143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42C7043F-A184-40E9-A916-D856B91600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49" name="Google Shape;46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cdc062199440e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bg>
      <p:bgPr>
        <a:blipFill xmlns:a="http://schemas.openxmlformats.org/drawingml/2006/main">
          <a:blip xmlns:r="http://schemas.openxmlformats.org/officeDocument/2006/relationships" r:embed="R094b6481063047f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AB1B6BC9-6776-4368-BFDA-BC9D70029E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2766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1" name="Google Shape;4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64066e500042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bg>
      <p:bgPr>
        <a:blipFill xmlns:a="http://schemas.openxmlformats.org/drawingml/2006/main">
          <a:blip xmlns:r="http://schemas.openxmlformats.org/officeDocument/2006/relationships" r:embed="R34362ff8a87c4e6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246A7F87-0AC6-47A2-AF20-CFC93847A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438150"/>
            <a:ext cx="3008313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84E8853F-BF66-47F9-A256-E416F020AF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438151"/>
            <a:ext cx="51117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8AC87F0C-3809-4331-8BB2-6D2AEC485C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428750"/>
            <a:ext cx="3008313" cy="2667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6096"/>
              </a:buClr>
              <a:buSzPts val="1400"/>
              <a:buNone/>
              <a:defRPr sz="1400">
                <a:solidFill>
                  <a:srgbClr val="006096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96DEB597-7520-45A4-8130-D4F1F18AC5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63998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0" name="Google Shape;5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9952d316c34a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bg>
      <p:bgPr>
        <a:blipFill xmlns:a="http://schemas.openxmlformats.org/drawingml/2006/main">
          <a:blip xmlns:r="http://schemas.openxmlformats.org/officeDocument/2006/relationships" r:embed="R0c895dfe8480490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34E14A14-7B88-4E6C-8862-3AAE5CF899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459580"/>
            <a:ext cx="2514600" cy="664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2C244923-EDBF-4969-A5CD-6E7C76C00A9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57200" y="459580"/>
            <a:ext cx="5486400" cy="3636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95372B21-FFFE-481B-928D-4CEA3CFD4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0" y="1200150"/>
            <a:ext cx="251460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F4311BF3-9270-499F-B1A9-444F1DF1E5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6" name="Google Shape;6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e4df0b916d4e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bg>
      <p:bgPr>
        <a:blipFill xmlns:a="http://schemas.openxmlformats.org/drawingml/2006/main">
          <a:blip xmlns:r="http://schemas.openxmlformats.org/officeDocument/2006/relationships" r:embed="R380ea2030ed849b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8033C60E-23DD-4C67-ABFE-5F259AD884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7625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FEBBDD83-25DB-4F38-8213-010B4EC630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246438" y="-1284287"/>
            <a:ext cx="2651125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22232244-5B4E-434C-B44E-21DCBDF0FC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0" name="Google Shape;6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c4744bf7e34c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bg>
      <p:bgPr>
        <a:blipFill xmlns:a="http://schemas.openxmlformats.org/drawingml/2006/main">
          <a:blip xmlns:r="http://schemas.openxmlformats.org/officeDocument/2006/relationships" r:embed="R923d2eedcf234b5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E65E7B8A-06CE-498D-838C-3CC68F3A0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857724" y="1277143"/>
            <a:ext cx="3579813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6096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24E0B39A-8112-49C0-BD4F-1D30435A5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677194" y="-704057"/>
            <a:ext cx="3579813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77B1A8A5-7F5F-408F-B8AF-3927F7C3A9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3528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5" name="Google Shape;7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b9a8415a3c4e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47125" y="0"/>
            <a:ext cx="396875" cy="396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2b4f43a4f4ba48a6" /><Relationship Type="http://schemas.openxmlformats.org/officeDocument/2006/relationships/theme" Target="/ppt/slideMasters/theme/theme2.xml" Id="Rc71e8fc548f64626" /><Relationship Type="http://schemas.openxmlformats.org/officeDocument/2006/relationships/slideLayout" Target="/ppt/slideLayouts/slideLayout1.xml" Id="Rc64dd8c9e0b143fb" /><Relationship Type="http://schemas.openxmlformats.org/officeDocument/2006/relationships/slideLayout" Target="/ppt/slideLayouts/slideLayout2.xml" Id="Rbbfdb58232cb4678" /><Relationship Type="http://schemas.openxmlformats.org/officeDocument/2006/relationships/slideLayout" Target="/ppt/slideLayouts/slideLayout3.xml" Id="R1000b80848374c98" /><Relationship Type="http://schemas.openxmlformats.org/officeDocument/2006/relationships/slideLayout" Target="/ppt/slideLayouts/slideLayout4.xml" Id="Ra563489487d849ad" /><Relationship Type="http://schemas.openxmlformats.org/officeDocument/2006/relationships/slideLayout" Target="/ppt/slideLayouts/slideLayout5.xml" Id="Rb14c850e2bbb4f7a" /><Relationship Type="http://schemas.openxmlformats.org/officeDocument/2006/relationships/slideLayout" Target="/ppt/slideLayouts/slideLayout6.xml" Id="R91b3ec3bc5c141b7" /><Relationship Type="http://schemas.openxmlformats.org/officeDocument/2006/relationships/slideLayout" Target="/ppt/slideLayouts/slideLayout7.xml" Id="Ra85dcba134d1444d" /><Relationship Type="http://schemas.openxmlformats.org/officeDocument/2006/relationships/slideLayout" Target="/ppt/slideLayouts/slideLayout8.xml" Id="Rdc679a9742d8403c" /><Relationship Type="http://schemas.openxmlformats.org/officeDocument/2006/relationships/slideLayout" Target="/ppt/slideLayouts/slideLayout9.xml" Id="R599e72a2f81d4b32" /><Relationship Type="http://schemas.openxmlformats.org/officeDocument/2006/relationships/slideLayout" Target="/ppt/slideLayouts/slideLayout10.xml" Id="R5aefc3c49fa64632" /><Relationship Type="http://schemas.openxmlformats.org/officeDocument/2006/relationships/slideLayout" Target="/ppt/slideLayouts/slideLayout11.xml" Id="Rdc85b557a9034b40" /><Relationship Type="http://schemas.openxmlformats.org/officeDocument/2006/relationships/slideLayout" Target="/ppt/slideLayouts/slideLayout12.xml" Id="Rdd96c181619b434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b4f43a4f4ba48a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">
            <a:extLst xmlns:a="http://schemas.openxmlformats.org/drawingml/2006/main">
              <a:ext uri="{FF2B5EF4-FFF2-40B4-BE49-F238E27FC236}">
                <a16:creationId xmlns:a16="http://schemas.microsoft.com/office/drawing/2014/main" id="{B43E41D2-4401-4A45-A56C-6E118BA77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14400"/>
            <a:ext cx="8229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/>
        </p:txBody>
      </p:sp>
      <p:sp>
        <p:nvSpPr>
          <p:cNvPr id="11" name="Google Shape;11;p4">
            <a:extLst xmlns:a="http://schemas.openxmlformats.org/drawingml/2006/main">
              <a:ext uri="{FF2B5EF4-FFF2-40B4-BE49-F238E27FC236}">
                <a16:creationId xmlns:a16="http://schemas.microsoft.com/office/drawing/2014/main" id="{CA6A18E1-ABF6-46D6-971B-319C0D99B2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943100"/>
            <a:ext cx="8229600" cy="265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1pPr>
            <a:lvl2pPr marL="9144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»"/>
              <a:defRPr sz="1800" b="0" i="0" u="non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4">
            <a:extLst xmlns:a="http://schemas.openxmlformats.org/drawingml/2006/main">
              <a:ext uri="{FF2B5EF4-FFF2-40B4-BE49-F238E27FC236}">
                <a16:creationId xmlns:a16="http://schemas.microsoft.com/office/drawing/2014/main" id="{297E309E-327E-41A8-B163-3522AE8A3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3"/>
            <a:ext cx="2133600" cy="274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dd8c9e0b143fb"/>
    <p:sldLayoutId xmlns:r="http://schemas.openxmlformats.org/officeDocument/2006/relationships" id="2147483650" r:id="Rbbfdb58232cb4678"/>
    <p:sldLayoutId xmlns:r="http://schemas.openxmlformats.org/officeDocument/2006/relationships" id="2147483651" r:id="R1000b80848374c98"/>
    <p:sldLayoutId xmlns:r="http://schemas.openxmlformats.org/officeDocument/2006/relationships" id="2147483652" r:id="Ra563489487d849ad"/>
    <p:sldLayoutId xmlns:r="http://schemas.openxmlformats.org/officeDocument/2006/relationships" id="2147483653" r:id="Rb14c850e2bbb4f7a"/>
    <p:sldLayoutId xmlns:r="http://schemas.openxmlformats.org/officeDocument/2006/relationships" id="2147483654" r:id="R91b3ec3bc5c141b7"/>
    <p:sldLayoutId xmlns:r="http://schemas.openxmlformats.org/officeDocument/2006/relationships" id="2147483655" r:id="Ra85dcba134d1444d"/>
    <p:sldLayoutId xmlns:r="http://schemas.openxmlformats.org/officeDocument/2006/relationships" id="2147483656" r:id="Rdc679a9742d8403c"/>
    <p:sldLayoutId xmlns:r="http://schemas.openxmlformats.org/officeDocument/2006/relationships" id="2147483657" r:id="R599e72a2f81d4b32"/>
    <p:sldLayoutId xmlns:r="http://schemas.openxmlformats.org/officeDocument/2006/relationships" id="2147483658" r:id="R5aefc3c49fa64632"/>
    <p:sldLayoutId xmlns:r="http://schemas.openxmlformats.org/officeDocument/2006/relationships" id="2147483659" r:id="Rdc85b557a9034b40"/>
    <p:sldLayoutId xmlns:r="http://schemas.openxmlformats.org/officeDocument/2006/relationships" id="2147483660" r:id="Rdd96c181619b4340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3c429c6c34aab" /><Relationship Type="http://schemas.openxmlformats.org/officeDocument/2006/relationships/notesSlide" Target="/ppt/notesSlides/notesSlide1.xml" Id="R2097648eb32044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5ac51b9b2b4540" /><Relationship Type="http://schemas.openxmlformats.org/officeDocument/2006/relationships/notesSlide" Target="/ppt/notesSlides/notesSlide2.xml" Id="R936fbef2ce964c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2a71b305004d0e" /><Relationship Type="http://schemas.openxmlformats.org/officeDocument/2006/relationships/notesSlide" Target="/ppt/notesSlides/notesSlide3.xml" Id="Ra636be29581e44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bcb7bfd0524ead" /><Relationship Type="http://schemas.openxmlformats.org/officeDocument/2006/relationships/notesSlide" Target="/ppt/notesSlides/notesSlide4.xml" Id="R801bcf2242af44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135e18a9e47e5" /><Relationship Type="http://schemas.openxmlformats.org/officeDocument/2006/relationships/notesSlide" Target="/ppt/notesSlides/notesSlide5.xml" Id="Rf77f30c27c734c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2793b99f674e1d" /><Relationship Type="http://schemas.openxmlformats.org/officeDocument/2006/relationships/notesSlide" Target="/ppt/notesSlides/notesSlide6.xml" Id="R2384279ed69048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ee8cca48b94be7" /><Relationship Type="http://schemas.openxmlformats.org/officeDocument/2006/relationships/notesSlide" Target="/ppt/notesSlides/notesSlide7.xml" Id="Ref7513140e6341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67115afe5248a8" /><Relationship Type="http://schemas.openxmlformats.org/officeDocument/2006/relationships/notesSlide" Target="/ppt/notesSlides/notesSlide8.xml" Id="R38aa02b58eb84e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16a70c3cb4594" /><Relationship Type="http://schemas.openxmlformats.org/officeDocument/2006/relationships/notesSlide" Target="/ppt/notesSlides/notesSlide9.xml" Id="R4b5af7d3ed8048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02e3bc253461b" /><Relationship Type="http://schemas.openxmlformats.org/officeDocument/2006/relationships/notesSlide" Target="/ppt/notesSlides/notesSlide10.xml" Id="Rce10e7a2766345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b3a5549c8e4921" /><Relationship Type="http://schemas.openxmlformats.org/officeDocument/2006/relationships/notesSlide" Target="/ppt/notesSlides/notesSlide11.xml" Id="R176324e05a7f4a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992fbb28a34c87" /><Relationship Type="http://schemas.openxmlformats.org/officeDocument/2006/relationships/notesSlide" Target="/ppt/notesSlides/notesSlide12.xml" Id="R6c1701eb019845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af30952e294ceb" /><Relationship Type="http://schemas.openxmlformats.org/officeDocument/2006/relationships/notesSlide" Target="/ppt/notesSlides/notesSlide13.xml" Id="R94e73151590f41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da2748b5fa4787" /><Relationship Type="http://schemas.openxmlformats.org/officeDocument/2006/relationships/notesSlide" Target="/ppt/notesSlides/notesSlide14.xml" Id="R8853d527f8cb45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57ecdfd6d4576" /><Relationship Type="http://schemas.openxmlformats.org/officeDocument/2006/relationships/notesSlide" Target="/ppt/notesSlides/notesSlide15.xml" Id="R88adda2aa7f54e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6d654dc9a44505" /><Relationship Type="http://schemas.openxmlformats.org/officeDocument/2006/relationships/notesSlide" Target="/ppt/notesSlides/notesSlide16.xml" Id="R2ced3073414f4c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289088721d4e16" /><Relationship Type="http://schemas.openxmlformats.org/officeDocument/2006/relationships/notesSlide" Target="/ppt/notesSlides/notesSlide17.xml" Id="R40e90d10e5c742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93b469be8463a" /><Relationship Type="http://schemas.openxmlformats.org/officeDocument/2006/relationships/notesSlide" Target="/ppt/notesSlides/notesSlide18.xml" Id="R3742b9508b294e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97307ab8c4822" /><Relationship Type="http://schemas.openxmlformats.org/officeDocument/2006/relationships/notesSlide" Target="/ppt/notesSlides/notesSlide19.xml" Id="R3f46f18c36ee43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9c2f0912ca403b" /><Relationship Type="http://schemas.openxmlformats.org/officeDocument/2006/relationships/notesSlide" Target="/ppt/notesSlides/notesSlide20.xml" Id="Rb89be6ae510946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3e040ce4504b34" /><Relationship Type="http://schemas.openxmlformats.org/officeDocument/2006/relationships/notesSlide" Target="/ppt/notesSlides/notesSlide21.xml" Id="Rd29143c6e9b44a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5010f8ffba421e" /><Relationship Type="http://schemas.openxmlformats.org/officeDocument/2006/relationships/notesSlide" Target="/ppt/notesSlides/notesSlide22.xml" Id="R48eef6c0e6e147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6be9214834de9" /><Relationship Type="http://schemas.openxmlformats.org/officeDocument/2006/relationships/notesSlide" Target="/ppt/notesSlides/notesSlide23.xml" Id="Rad0ff04f239047b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c997d42ecd4adf" /><Relationship Type="http://schemas.openxmlformats.org/officeDocument/2006/relationships/notesSlide" Target="/ppt/notesSlides/notesSlide24.xml" Id="R1bd4c436f162483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e5d0dee6e4c83" /><Relationship Type="http://schemas.openxmlformats.org/officeDocument/2006/relationships/notesSlide" Target="/ppt/notesSlides/notesSlide25.xml" Id="R8b757fc2e4df4ff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b719382c949de" /><Relationship Type="http://schemas.openxmlformats.org/officeDocument/2006/relationships/notesSlide" Target="/ppt/notesSlides/notesSlide26.xml" Id="Rd85a503dfaac414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900135fca24b84" /><Relationship Type="http://schemas.openxmlformats.org/officeDocument/2006/relationships/notesSlide" Target="/ppt/notesSlides/notesSlide27.xml" Id="R221800eba9d1461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fc8e5572984337" /><Relationship Type="http://schemas.openxmlformats.org/officeDocument/2006/relationships/notesSlide" Target="/ppt/notesSlides/notesSlide28.xml" Id="R6db7bb204b4948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832832e904dbe" /><Relationship Type="http://schemas.openxmlformats.org/officeDocument/2006/relationships/notesSlide" Target="/ppt/notesSlides/notesSlide29.xml" Id="Rb4492cdc691441b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20e5019fb486f" /><Relationship Type="http://schemas.openxmlformats.org/officeDocument/2006/relationships/notesSlide" Target="/ppt/notesSlides/notesSlide30.xml" Id="R945726f37be0497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b3251bc5b24c11" /><Relationship Type="http://schemas.openxmlformats.org/officeDocument/2006/relationships/notesSlide" Target="/ppt/notesSlides/notesSlide31.xml" Id="R82e05481d23842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3e792803424c23" /><Relationship Type="http://schemas.openxmlformats.org/officeDocument/2006/relationships/notesSlide" Target="/ppt/notesSlides/notesSlide32.xml" Id="R3d7293cac97446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1">
            <a:extLst xmlns:a="http://schemas.openxmlformats.org/drawingml/2006/main">
              <a:ext uri="{FF2B5EF4-FFF2-40B4-BE49-F238E27FC236}">
                <a16:creationId xmlns:a16="http://schemas.microsoft.com/office/drawing/2014/main" id="{6A24BAAE-8A9A-4CF6-B747-97891ADD621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0850" y="1382650"/>
            <a:ext cx="7772400" cy="11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CISC 667 </a:t>
            </a:r>
            <a:endParaRPr sz="36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Introduction to Autonomous Driving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7" name="Google Shape;77;p1">
            <a:extLst xmlns:a="http://schemas.openxmlformats.org/drawingml/2006/main">
              <a:ext uri="{FF2B5EF4-FFF2-40B4-BE49-F238E27FC236}">
                <a16:creationId xmlns:a16="http://schemas.microsoft.com/office/drawing/2014/main" id="{4A971440-EA04-49E5-9E8E-269D11DB874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0850" y="2859025"/>
            <a:ext cx="7772400" cy="110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Lecture 8</a:t>
            </a:r>
            <a:endParaRPr sz="18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1800" b="1">
                <a:latin typeface="Times New Roman"/>
                <a:ea typeface="Times New Roman"/>
                <a:cs typeface="Times New Roman"/>
              </a:rPr>
              <a:t>Nov 10, 2025</a:t>
            </a:r>
            <a:endParaRPr sz="1800" b="1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8019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g37bad65a17d_0_0">
            <a:extLst xmlns:a="http://schemas.openxmlformats.org/drawingml/2006/main">
              <a:ext uri="{FF2B5EF4-FFF2-40B4-BE49-F238E27FC236}">
                <a16:creationId xmlns:a16="http://schemas.microsoft.com/office/drawing/2014/main" id="{0CC56B34-6770-45D7-9E5A-4F0C2199F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528490"/>
            <a:ext cx="82296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Today’s Outline</a:t>
            </a:r>
            <a:endParaRPr/>
          </a:p>
        </p:txBody>
      </p:sp>
      <p:sp>
        <p:nvSpPr>
          <p:cNvPr id="84" name="Google Shape;84;g37bad65a17d_0_0">
            <a:extLst xmlns:a="http://schemas.openxmlformats.org/drawingml/2006/main">
              <a:ext uri="{FF2B5EF4-FFF2-40B4-BE49-F238E27FC236}">
                <a16:creationId xmlns:a16="http://schemas.microsoft.com/office/drawing/2014/main" id="{927B8C1F-8F03-46C5-B4F7-006487DF0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43050"/>
            <a:ext cx="8229600" cy="26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t>Planning Algorithms</a:t>
            </a:r>
            <a:endParaRPr/>
          </a:p>
          <a:p xmlns:a="http://schemas.openxmlformats.org/drawingml/2006/main">
            <a: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Global Planning</a:t>
            </a:r>
            <a:endParaRPr/>
          </a:p>
        </p:txBody>
      </p:sp>
      <p:sp>
        <p:nvSpPr>
          <p:cNvPr id="85" name="Google Shape;85;g37bad65a17d_0_0">
            <a:extLst xmlns:a="http://schemas.openxmlformats.org/drawingml/2006/main">
              <a:ext uri="{FF2B5EF4-FFF2-40B4-BE49-F238E27FC236}">
                <a16:creationId xmlns:a16="http://schemas.microsoft.com/office/drawing/2014/main" id="{31B1C2C2-F77F-4032-9D0A-FF56401D7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3505200" y="4767263"/>
            <a:ext cx="2133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655601"/>
      </p:ext>
    </p:extLst>
  </p:cSld>
</p:sld>
</file>

<file path=ppt/theme/theme1.xml><?xml version="1.0" encoding="utf-8"?>
<a:theme xmlns:a="http://schemas.openxmlformats.org/drawingml/2006/main" name="Office Theme">
  <a:themeElements>
    <a:clrScheme name="UD Primary and Secondary">
      <a:dk1>
        <a:srgbClr val="000000"/>
      </a:dk1>
      <a:lt1>
        <a:srgbClr val="FFFFFF"/>
      </a:lt1>
      <a:dk2>
        <a:srgbClr val="00539F"/>
      </a:dk2>
      <a:lt2>
        <a:srgbClr val="EEECE1"/>
      </a:lt2>
      <a:accent1>
        <a:srgbClr val="4F81BD"/>
      </a:accent1>
      <a:accent2>
        <a:srgbClr val="AF1E2D"/>
      </a:accent2>
      <a:accent3>
        <a:srgbClr val="BED600"/>
      </a:accent3>
      <a:accent4>
        <a:srgbClr val="5A8E22"/>
      </a:accent4>
      <a:accent5>
        <a:srgbClr val="00A0DF"/>
      </a:accent5>
      <a:accent6>
        <a:srgbClr val="EF8200"/>
      </a:accent6>
      <a:hlink>
        <a:srgbClr val="00539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D Primary and Seconda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2026-09-03T15:50:46.5280000Z</dcterms:created>
  <dcterms:modified xsi:type="dcterms:W3CDTF">2026-09-03T15:50:46.5280000Z</dcterms:modified>
</coreProperties>
</file>